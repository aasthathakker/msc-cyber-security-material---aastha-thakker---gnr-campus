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vnd.openxmlformats-officedocument.vmlDrawing" Extension="vml"/>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themeOverride+xml" PartName="/ppt/theme/themeOverride2.xml"/>
  <Override ContentType="application/vnd.openxmlformats-officedocument.themeOverride+xml" PartName="/ppt/theme/themeOverride1.xml"/>
  <Override ContentType="application/vnd.openxmlformats-officedocument.spreadsheetml.sheet" PartName="/ppt/embeddings/Microsoft_Excel_Sheet1.xlsx"/>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y="6858000" cx="9144000"/>
  <p:notesSz cx="7010400" cy="9296400"/>
  <p:embeddedFontLst>
    <p:embeddedFont>
      <p:font typeface="Constantia"/>
      <p:regular r:id="rId68"/>
      <p:bold r:id="rId69"/>
      <p:italic r:id="rId70"/>
      <p:boldItalic r:id="rId71"/>
    </p:embeddedFont>
    <p:embeddedFont>
      <p:font typeface="Arial Narrow"/>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928">
          <p15:clr>
            <a:srgbClr val="000000"/>
          </p15:clr>
        </p15:guide>
        <p15:guide id="2" pos="2208">
          <p15:clr>
            <a:srgbClr val="000000"/>
          </p15:clr>
        </p15:guide>
      </p15:notesGuideLst>
    </p:ext>
    <p:ext uri="GoogleSlidesCustomDataVersion2">
      <go:slidesCustomData xmlns:go="http://customooxmlschemas.google.com/" r:id="rId76" roundtripDataSignature="AMtx7mhbwKvUTXRyqouiGax+jm9t9O6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62E319-40DD-450C-BCEC-479C187AC39A}">
  <a:tblStyle styleId="{9E62E319-40DD-450C-BCEC-479C187AC39A}" styleName="Table_0">
    <a:wholeTbl>
      <a:tcTxStyle b="off" i="off">
        <a:font>
          <a:latin typeface="Constantia"/>
          <a:ea typeface="Constantia"/>
          <a:cs typeface="Constanti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a:tcStyle>
        <a:fill>
          <a:solidFill>
            <a:srgbClr val="CAD4EA"/>
          </a:solidFill>
        </a:fill>
      </a:tcStyle>
    </a:band1H>
    <a:band2H>
      <a:tcTxStyle/>
    </a:band2H>
    <a:band1V>
      <a:tcTxStyle/>
      <a:tcStyle>
        <a:fill>
          <a:solidFill>
            <a:srgbClr val="CAD4EA"/>
          </a:solidFill>
        </a:fill>
      </a:tcStyle>
    </a:band1V>
    <a:band2V>
      <a:tcTxStyle/>
    </a:band2V>
    <a:lastCol>
      <a:tcTxStyle b="on" i="off">
        <a:font>
          <a:latin typeface="Constantia"/>
          <a:ea typeface="Constantia"/>
          <a:cs typeface="Constantia"/>
        </a:font>
        <a:schemeClr val="lt1"/>
      </a:tcTxStyle>
      <a:tcStyle>
        <a:fill>
          <a:solidFill>
            <a:schemeClr val="accent1"/>
          </a:solidFill>
        </a:fill>
      </a:tcStyle>
    </a:lastCol>
    <a:firstCol>
      <a:tcTxStyle b="on" i="off">
        <a:font>
          <a:latin typeface="Constantia"/>
          <a:ea typeface="Constantia"/>
          <a:cs typeface="Constantia"/>
        </a:font>
        <a:schemeClr val="lt1"/>
      </a:tcTxStyle>
      <a:tcStyle>
        <a:fill>
          <a:solidFill>
            <a:schemeClr val="accent1"/>
          </a:solidFill>
        </a:fill>
      </a:tcStyle>
    </a:firstCol>
    <a:lastRow>
      <a:tcTxStyle b="on" i="off">
        <a:font>
          <a:latin typeface="Constantia"/>
          <a:ea typeface="Constantia"/>
          <a:cs typeface="Constanti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onstantia"/>
          <a:ea typeface="Constantia"/>
          <a:cs typeface="Constanti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28" orient="horz"/>
        <p:guide pos="2208"/>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ArialNarrow-bold.fntdata"/><Relationship Id="rId72" Type="http://schemas.openxmlformats.org/officeDocument/2006/relationships/font" Target="fonts/ArialNarrow-regular.fntdata"/><Relationship Id="rId31" Type="http://schemas.openxmlformats.org/officeDocument/2006/relationships/slide" Target="slides/slide24.xml"/><Relationship Id="rId75" Type="http://schemas.openxmlformats.org/officeDocument/2006/relationships/font" Target="fonts/ArialNarrow-boldItalic.fntdata"/><Relationship Id="rId30" Type="http://schemas.openxmlformats.org/officeDocument/2006/relationships/slide" Target="slides/slide23.xml"/><Relationship Id="rId74" Type="http://schemas.openxmlformats.org/officeDocument/2006/relationships/font" Target="fonts/ArialNarrow-italic.fntdata"/><Relationship Id="rId33" Type="http://schemas.openxmlformats.org/officeDocument/2006/relationships/slide" Target="slides/slide26.xml"/><Relationship Id="rId32" Type="http://schemas.openxmlformats.org/officeDocument/2006/relationships/slide" Target="slides/slide25.xml"/><Relationship Id="rId76" Type="http://customschemas.google.com/relationships/presentationmetadata" Target="metadata"/><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Constantia-boldItalic.fntdata"/><Relationship Id="rId70" Type="http://schemas.openxmlformats.org/officeDocument/2006/relationships/font" Target="fonts/Constantia-italic.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font" Target="fonts/Constantia-regular.fntdata"/><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Constantia-bold.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6888" cy="46513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71925" y="0"/>
            <a:ext cx="3036888" cy="46513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675"/>
            <a:ext cx="3036888" cy="4651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latin typeface="Arial"/>
                <a:ea typeface="Arial"/>
                <a:cs typeface="Arial"/>
                <a:sym typeface="Arial"/>
              </a:rPr>
              <a:t>‹#›</a:t>
            </a:fld>
            <a:endParaRPr sz="1200">
              <a:latin typeface="Arial"/>
              <a:ea typeface="Arial"/>
              <a:cs typeface="Arial"/>
              <a:sym typeface="Arial"/>
            </a:endParaRPr>
          </a:p>
        </p:txBody>
      </p:sp>
      <p:sp>
        <p:nvSpPr>
          <p:cNvPr id="127" name="Google Shape;127;p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8" name="Google Shape;128;p1: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notes"/>
          <p:cNvSpPr txBox="1"/>
          <p:nvPr>
            <p:ph idx="1" type="body"/>
          </p:nvPr>
        </p:nvSpPr>
        <p:spPr>
          <a:xfrm>
            <a:off x="700088" y="4416425"/>
            <a:ext cx="5610225" cy="418306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4" name="Google Shape;134;p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1" name="Google Shape;141;p4: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4: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49" name="Google Shape;149;p6:notes"/>
          <p:cNvSpPr/>
          <p:nvPr>
            <p:ph idx="2" type="sldImg"/>
          </p:nvPr>
        </p:nvSpPr>
        <p:spPr>
          <a:xfrm>
            <a:off x="1182688" y="727075"/>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0" name="Google Shape;150;p6:notes"/>
          <p:cNvSpPr txBox="1"/>
          <p:nvPr>
            <p:ph idx="1" type="body"/>
          </p:nvPr>
        </p:nvSpPr>
        <p:spPr>
          <a:xfrm>
            <a:off x="933450" y="4432300"/>
            <a:ext cx="5145088" cy="414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p:nvPr>
            <p:ph idx="2" type="sldImg"/>
          </p:nvPr>
        </p:nvSpPr>
        <p:spPr>
          <a:xfrm>
            <a:off x="1219200" y="381000"/>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4" name="Google Shape;194;p7:notes"/>
          <p:cNvSpPr txBox="1"/>
          <p:nvPr>
            <p:ph idx="1" type="body"/>
          </p:nvPr>
        </p:nvSpPr>
        <p:spPr>
          <a:xfrm>
            <a:off x="457200" y="4114800"/>
            <a:ext cx="632460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Clr>
                <a:schemeClr val="accent3"/>
              </a:buClr>
              <a:buSzPts val="1100"/>
              <a:buFont typeface="Times New Roman"/>
              <a:buNone/>
            </a:pPr>
            <a:r>
              <a:rPr b="1" lang="en-GB" sz="1100">
                <a:latin typeface="Times New Roman"/>
                <a:ea typeface="Times New Roman"/>
                <a:cs typeface="Times New Roman"/>
                <a:sym typeface="Times New Roman"/>
              </a:rPr>
              <a:t>COBIT 5:</a:t>
            </a:r>
            <a:endParaRPr sz="1100">
              <a:latin typeface="Times New Roman"/>
              <a:ea typeface="Times New Roman"/>
              <a:cs typeface="Times New Roman"/>
              <a:sym typeface="Times New Roman"/>
            </a:endParaRPr>
          </a:p>
          <a:p>
            <a:pPr indent="-274320" lvl="0" marL="274320" rtl="0" algn="l">
              <a:spcBef>
                <a:spcPts val="330"/>
              </a:spcBef>
              <a:spcAft>
                <a:spcPts val="0"/>
              </a:spcAft>
              <a:buClr>
                <a:schemeClr val="accent3"/>
              </a:buClr>
              <a:buSzPts val="1100"/>
              <a:buFont typeface="Noto Sans Symbols"/>
              <a:buChar char="⚫"/>
            </a:pPr>
            <a:r>
              <a:rPr lang="en-GB" sz="1100">
                <a:latin typeface="Times New Roman"/>
                <a:ea typeface="Times New Roman"/>
                <a:cs typeface="Times New Roman"/>
                <a:sym typeface="Times New Roman"/>
              </a:rPr>
              <a:t>The main, overarching COBIT 5 product</a:t>
            </a:r>
            <a:endParaRPr sz="1100">
              <a:latin typeface="Times New Roman"/>
              <a:ea typeface="Times New Roman"/>
              <a:cs typeface="Times New Roman"/>
              <a:sym typeface="Times New Roman"/>
            </a:endParaRPr>
          </a:p>
          <a:p>
            <a:pPr indent="-274320" lvl="0" marL="274320" rtl="0" algn="l">
              <a:spcBef>
                <a:spcPts val="330"/>
              </a:spcBef>
              <a:spcAft>
                <a:spcPts val="0"/>
              </a:spcAft>
              <a:buClr>
                <a:schemeClr val="accent3"/>
              </a:buClr>
              <a:buSzPts val="1100"/>
              <a:buFont typeface="Noto Sans Symbols"/>
              <a:buChar char="⚫"/>
            </a:pPr>
            <a:r>
              <a:rPr lang="en-GB" sz="1100">
                <a:latin typeface="Times New Roman"/>
                <a:ea typeface="Times New Roman"/>
                <a:cs typeface="Times New Roman"/>
                <a:sym typeface="Times New Roman"/>
              </a:rPr>
              <a:t>Contains the executive summary and the full description of all of the COBIT 5 framework components:</a:t>
            </a:r>
            <a:endParaRPr sz="1100">
              <a:latin typeface="Times New Roman"/>
              <a:ea typeface="Times New Roman"/>
              <a:cs typeface="Times New Roman"/>
              <a:sym typeface="Times New Roman"/>
            </a:endParaRPr>
          </a:p>
          <a:p>
            <a:pPr indent="-247015" lvl="1" marL="640080" rtl="0" algn="l">
              <a:spcBef>
                <a:spcPts val="330"/>
              </a:spcBef>
              <a:spcAft>
                <a:spcPts val="0"/>
              </a:spcAft>
              <a:buClr>
                <a:schemeClr val="dk1"/>
              </a:buClr>
              <a:buSzPts val="1100"/>
              <a:buFont typeface="Noto Sans Symbols"/>
              <a:buChar char="⚫"/>
            </a:pPr>
            <a:r>
              <a:rPr b="1" lang="en-GB" sz="1100">
                <a:latin typeface="Times New Roman"/>
                <a:ea typeface="Times New Roman"/>
                <a:cs typeface="Times New Roman"/>
                <a:sym typeface="Times New Roman"/>
              </a:rPr>
              <a:t>The five COBIT 5 principles</a:t>
            </a:r>
            <a:endParaRPr sz="1100">
              <a:latin typeface="Times New Roman"/>
              <a:ea typeface="Times New Roman"/>
              <a:cs typeface="Times New Roman"/>
              <a:sym typeface="Times New Roman"/>
            </a:endParaRPr>
          </a:p>
          <a:p>
            <a:pPr indent="-247015" lvl="1" marL="640080" rtl="0" algn="l">
              <a:spcBef>
                <a:spcPts val="330"/>
              </a:spcBef>
              <a:spcAft>
                <a:spcPts val="0"/>
              </a:spcAft>
              <a:buClr>
                <a:schemeClr val="dk1"/>
              </a:buClr>
              <a:buSzPts val="1100"/>
              <a:buFont typeface="Noto Sans Symbols"/>
              <a:buChar char="⚫"/>
            </a:pPr>
            <a:r>
              <a:rPr b="1" lang="en-GB" sz="1100">
                <a:latin typeface="Times New Roman"/>
                <a:ea typeface="Times New Roman"/>
                <a:cs typeface="Times New Roman"/>
                <a:sym typeface="Times New Roman"/>
              </a:rPr>
              <a:t>The seven COBIT 5 enablers </a:t>
            </a:r>
            <a:r>
              <a:rPr lang="en-GB" sz="1100">
                <a:latin typeface="Times New Roman"/>
                <a:ea typeface="Times New Roman"/>
                <a:cs typeface="Times New Roman"/>
                <a:sym typeface="Times New Roman"/>
              </a:rPr>
              <a:t>plus</a:t>
            </a:r>
            <a:endParaRPr sz="1100">
              <a:latin typeface="Times New Roman"/>
              <a:ea typeface="Times New Roman"/>
              <a:cs typeface="Times New Roman"/>
              <a:sym typeface="Times New Roman"/>
            </a:endParaRPr>
          </a:p>
          <a:p>
            <a:pPr indent="-247015" lvl="1" marL="640080" rtl="0" algn="l">
              <a:spcBef>
                <a:spcPts val="330"/>
              </a:spcBef>
              <a:spcAft>
                <a:spcPts val="0"/>
              </a:spcAft>
              <a:buClr>
                <a:schemeClr val="dk1"/>
              </a:buClr>
              <a:buSzPts val="1100"/>
              <a:buFont typeface="Noto Sans Symbols"/>
              <a:buChar char="⚫"/>
            </a:pPr>
            <a:r>
              <a:rPr lang="en-GB" sz="1100">
                <a:latin typeface="Times New Roman"/>
                <a:ea typeface="Times New Roman"/>
                <a:cs typeface="Times New Roman"/>
                <a:sym typeface="Times New Roman"/>
              </a:rPr>
              <a:t>An introduction to the implementation guidance provided by ISACA (</a:t>
            </a:r>
            <a:r>
              <a:rPr i="1" lang="en-GB" sz="1100">
                <a:latin typeface="Times New Roman"/>
                <a:ea typeface="Times New Roman"/>
                <a:cs typeface="Times New Roman"/>
                <a:sym typeface="Times New Roman"/>
              </a:rPr>
              <a:t>COBIT 5 Implementation</a:t>
            </a:r>
            <a:r>
              <a:rPr lang="en-GB"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indent="-247015" lvl="1" marL="640080" rtl="0" algn="l">
              <a:spcBef>
                <a:spcPts val="330"/>
              </a:spcBef>
              <a:spcAft>
                <a:spcPts val="0"/>
              </a:spcAft>
              <a:buClr>
                <a:schemeClr val="dk1"/>
              </a:buClr>
              <a:buSzPts val="1100"/>
              <a:buFont typeface="Noto Sans Symbols"/>
              <a:buChar char="⚫"/>
            </a:pPr>
            <a:r>
              <a:rPr lang="en-GB" sz="1100">
                <a:latin typeface="Times New Roman"/>
                <a:ea typeface="Times New Roman"/>
                <a:cs typeface="Times New Roman"/>
                <a:sym typeface="Times New Roman"/>
              </a:rPr>
              <a:t>An introduction to the COBIT Assessment Programme (</a:t>
            </a:r>
            <a:r>
              <a:rPr lang="en-GB" sz="1100" u="sng">
                <a:latin typeface="Times New Roman"/>
                <a:ea typeface="Times New Roman"/>
                <a:cs typeface="Times New Roman"/>
                <a:sym typeface="Times New Roman"/>
              </a:rPr>
              <a:t>not</a:t>
            </a:r>
            <a:r>
              <a:rPr lang="en-GB" sz="1100">
                <a:latin typeface="Times New Roman"/>
                <a:ea typeface="Times New Roman"/>
                <a:cs typeface="Times New Roman"/>
                <a:sym typeface="Times New Roman"/>
              </a:rPr>
              <a:t> specific to COBIT 5) and the process capability approach being adopted by ISACA for COBIT </a:t>
            </a:r>
            <a:endParaRPr sz="1100">
              <a:latin typeface="Times New Roman"/>
              <a:ea typeface="Times New Roman"/>
              <a:cs typeface="Times New Roman"/>
              <a:sym typeface="Times New Roman"/>
            </a:endParaRPr>
          </a:p>
          <a:p>
            <a:pPr indent="0" lvl="1" marL="393065" rtl="0" algn="l">
              <a:spcBef>
                <a:spcPts val="330"/>
              </a:spcBef>
              <a:spcAft>
                <a:spcPts val="0"/>
              </a:spcAft>
              <a:buClr>
                <a:schemeClr val="dk1"/>
              </a:buClr>
              <a:buSzPts val="1100"/>
              <a:buFont typeface="Noto Sans Symbols"/>
              <a:buNone/>
            </a:pPr>
            <a:r>
              <a:t/>
            </a:r>
            <a:endParaRPr sz="1100">
              <a:latin typeface="Times New Roman"/>
              <a:ea typeface="Times New Roman"/>
              <a:cs typeface="Times New Roman"/>
              <a:sym typeface="Times New Roman"/>
            </a:endParaRPr>
          </a:p>
          <a:p>
            <a:pPr indent="-342900" lvl="0" marL="342900" rtl="0" algn="l">
              <a:spcBef>
                <a:spcPts val="220"/>
              </a:spcBef>
              <a:spcAft>
                <a:spcPts val="0"/>
              </a:spcAft>
              <a:buNone/>
            </a:pPr>
            <a:r>
              <a:rPr lang="en-GB" sz="1100">
                <a:latin typeface="Times New Roman"/>
                <a:ea typeface="Times New Roman"/>
                <a:cs typeface="Times New Roman"/>
                <a:sym typeface="Times New Roman"/>
              </a:rPr>
              <a:t>Future supporting products:</a:t>
            </a:r>
            <a:endParaRPr sz="1100">
              <a:latin typeface="Times New Roman"/>
              <a:ea typeface="Times New Roman"/>
              <a:cs typeface="Times New Roman"/>
              <a:sym typeface="Times New Roman"/>
            </a:endParaRPr>
          </a:p>
          <a:p>
            <a:pPr indent="-342900" lvl="0" marL="342900" rtl="0" algn="l">
              <a:spcBef>
                <a:spcPts val="220"/>
              </a:spcBef>
              <a:spcAft>
                <a:spcPts val="0"/>
              </a:spcAft>
              <a:buClr>
                <a:srgbClr val="CC9900"/>
              </a:buClr>
              <a:buSzPts val="1100"/>
              <a:buFont typeface="Times New Roman"/>
              <a:buChar char="•"/>
            </a:pPr>
            <a:r>
              <a:rPr lang="en-GB" sz="1100">
                <a:latin typeface="Times New Roman"/>
                <a:ea typeface="Times New Roman"/>
                <a:cs typeface="Times New Roman"/>
                <a:sym typeface="Times New Roman"/>
              </a:rPr>
              <a:t>Professional Guides:</a:t>
            </a:r>
            <a:endParaRPr sz="1100">
              <a:latin typeface="Times New Roman"/>
              <a:ea typeface="Times New Roman"/>
              <a:cs typeface="Times New Roman"/>
              <a:sym typeface="Times New Roman"/>
            </a:endParaRPr>
          </a:p>
          <a:p>
            <a:pPr indent="-342900" lvl="1" marL="800100" rtl="0" algn="l">
              <a:spcBef>
                <a:spcPts val="220"/>
              </a:spcBef>
              <a:spcAft>
                <a:spcPts val="0"/>
              </a:spcAft>
              <a:buClr>
                <a:srgbClr val="CC9900"/>
              </a:buClr>
              <a:buSzPts val="1100"/>
              <a:buFont typeface="Times New Roman"/>
              <a:buChar char="•"/>
            </a:pPr>
            <a:r>
              <a:rPr lang="en-GB" sz="1100">
                <a:latin typeface="Times New Roman"/>
                <a:ea typeface="Times New Roman"/>
                <a:cs typeface="Times New Roman"/>
                <a:sym typeface="Times New Roman"/>
              </a:rPr>
              <a:t>COBIT 5 for Information Security</a:t>
            </a:r>
            <a:endParaRPr sz="1100">
              <a:latin typeface="Times New Roman"/>
              <a:ea typeface="Times New Roman"/>
              <a:cs typeface="Times New Roman"/>
              <a:sym typeface="Times New Roman"/>
            </a:endParaRPr>
          </a:p>
          <a:p>
            <a:pPr indent="-342900" lvl="1" marL="800100" rtl="0" algn="l">
              <a:spcBef>
                <a:spcPts val="220"/>
              </a:spcBef>
              <a:spcAft>
                <a:spcPts val="0"/>
              </a:spcAft>
              <a:buClr>
                <a:srgbClr val="CC9900"/>
              </a:buClr>
              <a:buSzPts val="1100"/>
              <a:buFont typeface="Times New Roman"/>
              <a:buChar char="•"/>
            </a:pPr>
            <a:r>
              <a:rPr lang="en-GB" sz="1100">
                <a:latin typeface="Times New Roman"/>
                <a:ea typeface="Times New Roman"/>
                <a:cs typeface="Times New Roman"/>
                <a:sym typeface="Times New Roman"/>
              </a:rPr>
              <a:t>COBIT 5 for Assurance</a:t>
            </a:r>
            <a:endParaRPr sz="1100">
              <a:latin typeface="Times New Roman"/>
              <a:ea typeface="Times New Roman"/>
              <a:cs typeface="Times New Roman"/>
              <a:sym typeface="Times New Roman"/>
            </a:endParaRPr>
          </a:p>
          <a:p>
            <a:pPr indent="-342900" lvl="1" marL="800100" rtl="0" algn="l">
              <a:spcBef>
                <a:spcPts val="220"/>
              </a:spcBef>
              <a:spcAft>
                <a:spcPts val="0"/>
              </a:spcAft>
              <a:buClr>
                <a:srgbClr val="CC9900"/>
              </a:buClr>
              <a:buSzPts val="1100"/>
              <a:buFont typeface="Times New Roman"/>
              <a:buChar char="•"/>
            </a:pPr>
            <a:r>
              <a:rPr lang="en-GB" sz="1100">
                <a:latin typeface="Times New Roman"/>
                <a:ea typeface="Times New Roman"/>
                <a:cs typeface="Times New Roman"/>
                <a:sym typeface="Times New Roman"/>
              </a:rPr>
              <a:t>COBIT 5 for Risk</a:t>
            </a:r>
            <a:endParaRPr sz="1100">
              <a:latin typeface="Times New Roman"/>
              <a:ea typeface="Times New Roman"/>
              <a:cs typeface="Times New Roman"/>
              <a:sym typeface="Times New Roman"/>
            </a:endParaRPr>
          </a:p>
          <a:p>
            <a:pPr indent="-342900" lvl="0" marL="342900" rtl="0" algn="l">
              <a:spcBef>
                <a:spcPts val="220"/>
              </a:spcBef>
              <a:spcAft>
                <a:spcPts val="0"/>
              </a:spcAft>
              <a:buClr>
                <a:srgbClr val="CC9900"/>
              </a:buClr>
              <a:buSzPts val="1100"/>
              <a:buFont typeface="Times New Roman"/>
              <a:buChar char="•"/>
            </a:pPr>
            <a:r>
              <a:rPr lang="en-GB" sz="1100">
                <a:latin typeface="Times New Roman"/>
                <a:ea typeface="Times New Roman"/>
                <a:cs typeface="Times New Roman"/>
                <a:sym typeface="Times New Roman"/>
              </a:rPr>
              <a:t>Enabler Guides:</a:t>
            </a:r>
            <a:endParaRPr sz="1100">
              <a:latin typeface="Times New Roman"/>
              <a:ea typeface="Times New Roman"/>
              <a:cs typeface="Times New Roman"/>
              <a:sym typeface="Times New Roman"/>
            </a:endParaRPr>
          </a:p>
          <a:p>
            <a:pPr indent="-342900" lvl="1" marL="800100" rtl="0" algn="l">
              <a:spcBef>
                <a:spcPts val="220"/>
              </a:spcBef>
              <a:spcAft>
                <a:spcPts val="0"/>
              </a:spcAft>
              <a:buClr>
                <a:srgbClr val="CC9900"/>
              </a:buClr>
              <a:buSzPts val="1100"/>
              <a:buFont typeface="Times New Roman"/>
              <a:buChar char="•"/>
            </a:pPr>
            <a:r>
              <a:rPr lang="en-GB" sz="1100">
                <a:latin typeface="Times New Roman"/>
                <a:ea typeface="Times New Roman"/>
                <a:cs typeface="Times New Roman"/>
                <a:sym typeface="Times New Roman"/>
              </a:rPr>
              <a:t>COBIT 5: Enabling Information</a:t>
            </a:r>
            <a:endParaRPr sz="1100">
              <a:latin typeface="Times New Roman"/>
              <a:ea typeface="Times New Roman"/>
              <a:cs typeface="Times New Roman"/>
              <a:sym typeface="Times New Roman"/>
            </a:endParaRPr>
          </a:p>
          <a:p>
            <a:pPr indent="-342900" lvl="0" marL="342900" rtl="0" algn="l">
              <a:spcBef>
                <a:spcPts val="220"/>
              </a:spcBef>
              <a:spcAft>
                <a:spcPts val="0"/>
              </a:spcAft>
              <a:buClr>
                <a:srgbClr val="CC9900"/>
              </a:buClr>
              <a:buSzPts val="1100"/>
              <a:buFont typeface="Times New Roman"/>
              <a:buChar char="•"/>
            </a:pPr>
            <a:r>
              <a:rPr lang="en-GB" sz="1100">
                <a:latin typeface="Times New Roman"/>
                <a:ea typeface="Times New Roman"/>
                <a:cs typeface="Times New Roman"/>
                <a:sym typeface="Times New Roman"/>
              </a:rPr>
              <a:t>COBIT Online Replacement</a:t>
            </a:r>
            <a:endParaRPr sz="1100">
              <a:latin typeface="Times New Roman"/>
              <a:ea typeface="Times New Roman"/>
              <a:cs typeface="Times New Roman"/>
              <a:sym typeface="Times New Roman"/>
            </a:endParaRPr>
          </a:p>
          <a:p>
            <a:pPr indent="-342900" lvl="0" marL="342900" rtl="0" algn="l">
              <a:spcBef>
                <a:spcPts val="220"/>
              </a:spcBef>
              <a:spcAft>
                <a:spcPts val="0"/>
              </a:spcAft>
              <a:buClr>
                <a:srgbClr val="CC9900"/>
              </a:buClr>
              <a:buSzPts val="1100"/>
              <a:buFont typeface="Times New Roman"/>
              <a:buChar char="•"/>
            </a:pPr>
            <a:r>
              <a:rPr lang="en-GB" sz="1100">
                <a:latin typeface="Times New Roman"/>
                <a:ea typeface="Times New Roman"/>
                <a:cs typeface="Times New Roman"/>
                <a:sym typeface="Times New Roman"/>
              </a:rPr>
              <a:t>COBIT Assessment Programme:</a:t>
            </a:r>
            <a:endParaRPr i="1" sz="1100">
              <a:latin typeface="Times New Roman"/>
              <a:ea typeface="Times New Roman"/>
              <a:cs typeface="Times New Roman"/>
              <a:sym typeface="Times New Roman"/>
            </a:endParaRPr>
          </a:p>
          <a:p>
            <a:pPr indent="-342900" lvl="1" marL="800100" rtl="0" algn="l">
              <a:spcBef>
                <a:spcPts val="220"/>
              </a:spcBef>
              <a:spcAft>
                <a:spcPts val="0"/>
              </a:spcAft>
              <a:buClr>
                <a:srgbClr val="CC9900"/>
              </a:buClr>
              <a:buSzPts val="1100"/>
              <a:buFont typeface="Times New Roman"/>
              <a:buChar char="•"/>
            </a:pPr>
            <a:r>
              <a:rPr lang="en-GB" sz="1100">
                <a:latin typeface="Times New Roman"/>
                <a:ea typeface="Times New Roman"/>
                <a:cs typeface="Times New Roman"/>
                <a:sym typeface="Times New Roman"/>
              </a:rPr>
              <a:t>Process Assessment Model (PAM):  Using COBIT 5</a:t>
            </a:r>
            <a:endParaRPr sz="1100">
              <a:latin typeface="Times New Roman"/>
              <a:ea typeface="Times New Roman"/>
              <a:cs typeface="Times New Roman"/>
              <a:sym typeface="Times New Roman"/>
            </a:endParaRPr>
          </a:p>
          <a:p>
            <a:pPr indent="-342900" lvl="1" marL="800100" rtl="0" algn="l">
              <a:spcBef>
                <a:spcPts val="220"/>
              </a:spcBef>
              <a:spcAft>
                <a:spcPts val="0"/>
              </a:spcAft>
              <a:buClr>
                <a:srgbClr val="CC9900"/>
              </a:buClr>
              <a:buSzPts val="1100"/>
              <a:buFont typeface="Times New Roman"/>
              <a:buChar char="•"/>
            </a:pPr>
            <a:r>
              <a:rPr lang="en-GB" sz="1100">
                <a:latin typeface="Times New Roman"/>
                <a:ea typeface="Times New Roman"/>
                <a:cs typeface="Times New Roman"/>
                <a:sym typeface="Times New Roman"/>
              </a:rPr>
              <a:t>Assessor Guide:  Using COBIT 5</a:t>
            </a:r>
            <a:endParaRPr sz="1100">
              <a:latin typeface="Times New Roman"/>
              <a:ea typeface="Times New Roman"/>
              <a:cs typeface="Times New Roman"/>
              <a:sym typeface="Times New Roman"/>
            </a:endParaRPr>
          </a:p>
          <a:p>
            <a:pPr indent="-342900" lvl="1" marL="800100" rtl="0" algn="l">
              <a:spcBef>
                <a:spcPts val="220"/>
              </a:spcBef>
              <a:spcAft>
                <a:spcPts val="0"/>
              </a:spcAft>
              <a:buClr>
                <a:srgbClr val="CC9900"/>
              </a:buClr>
              <a:buSzPts val="1100"/>
              <a:buFont typeface="Times New Roman"/>
              <a:buChar char="•"/>
            </a:pPr>
            <a:r>
              <a:rPr lang="en-GB" sz="1100">
                <a:latin typeface="Times New Roman"/>
                <a:ea typeface="Times New Roman"/>
                <a:cs typeface="Times New Roman"/>
                <a:sym typeface="Times New Roman"/>
              </a:rPr>
              <a:t>Self-assessment Guide:  Using COBIT 5</a:t>
            </a:r>
            <a:endParaRPr sz="1100">
              <a:latin typeface="Times New Roman"/>
              <a:ea typeface="Times New Roman"/>
              <a:cs typeface="Times New Roman"/>
              <a:sym typeface="Times New Roman"/>
            </a:endParaRPr>
          </a:p>
          <a:p>
            <a:pPr indent="0" lvl="0" marL="0" rtl="0" algn="l">
              <a:spcBef>
                <a:spcPts val="330"/>
              </a:spcBef>
              <a:spcAft>
                <a:spcPts val="0"/>
              </a:spcAft>
              <a:buClr>
                <a:schemeClr val="dk1"/>
              </a:buClr>
              <a:buSzPts val="1100"/>
              <a:buFont typeface="Noto Sans Symbols"/>
              <a:buNone/>
            </a:pPr>
            <a:r>
              <a:t/>
            </a:r>
            <a:endParaRPr sz="1100">
              <a:latin typeface="Times New Roman"/>
              <a:ea typeface="Times New Roman"/>
              <a:cs typeface="Times New Roman"/>
              <a:sym typeface="Times New Roman"/>
            </a:endParaRPr>
          </a:p>
          <a:p>
            <a:pPr indent="0" lvl="0" marL="0" rtl="0" algn="l">
              <a:spcBef>
                <a:spcPts val="330"/>
              </a:spcBef>
              <a:spcAft>
                <a:spcPts val="0"/>
              </a:spcAft>
              <a:buNone/>
            </a:pPr>
            <a:r>
              <a:t/>
            </a:r>
            <a:endParaRPr sz="1100"/>
          </a:p>
        </p:txBody>
      </p:sp>
      <p:sp>
        <p:nvSpPr>
          <p:cNvPr id="195" name="Google Shape;195;p7: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6" name="Google Shape;206;p9: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ISO 38500 principles mapping</a:t>
            </a:r>
            <a:endParaRPr/>
          </a:p>
        </p:txBody>
      </p:sp>
      <p:sp>
        <p:nvSpPr>
          <p:cNvPr id="207" name="Google Shape;207;p9: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6" name="Google Shape;216;p10: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Clr>
                <a:schemeClr val="accent3"/>
              </a:buClr>
              <a:buSzPts val="1200"/>
              <a:buFont typeface="Times New Roman"/>
              <a:buNone/>
            </a:pPr>
            <a:r>
              <a:rPr b="1" lang="en-GB" sz="1200">
                <a:latin typeface="Times New Roman"/>
                <a:ea typeface="Times New Roman"/>
                <a:cs typeface="Times New Roman"/>
                <a:sym typeface="Times New Roman"/>
              </a:rPr>
              <a:t>Principle 1. Meeting Stakeholder Needs:</a:t>
            </a:r>
            <a:endParaRPr b="1" sz="1200">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sz="1200">
                <a:latin typeface="Times New Roman"/>
                <a:ea typeface="Times New Roman"/>
                <a:cs typeface="Times New Roman"/>
                <a:sym typeface="Times New Roman"/>
              </a:rPr>
              <a:t>Enterprises have </a:t>
            </a:r>
            <a:r>
              <a:rPr b="1" lang="en-GB" sz="1200">
                <a:latin typeface="Times New Roman"/>
                <a:ea typeface="Times New Roman"/>
                <a:cs typeface="Times New Roman"/>
                <a:sym typeface="Times New Roman"/>
              </a:rPr>
              <a:t>many</a:t>
            </a:r>
            <a:r>
              <a:rPr lang="en-GB" sz="1200">
                <a:latin typeface="Times New Roman"/>
                <a:ea typeface="Times New Roman"/>
                <a:cs typeface="Times New Roman"/>
                <a:sym typeface="Times New Roman"/>
              </a:rPr>
              <a:t> stakeholders, and ‘creating value’ means different—and sometimes conflicting—things to each of them.</a:t>
            </a:r>
            <a:endParaRPr sz="1200">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sz="1200">
                <a:latin typeface="Times New Roman"/>
                <a:ea typeface="Times New Roman"/>
                <a:cs typeface="Times New Roman"/>
                <a:sym typeface="Times New Roman"/>
              </a:rPr>
              <a:t>Governance is about negotiating and deciding amongst different stakeholders’ value interests.</a:t>
            </a:r>
            <a:endParaRPr sz="1200">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sz="1200">
                <a:latin typeface="Times New Roman"/>
                <a:ea typeface="Times New Roman"/>
                <a:cs typeface="Times New Roman"/>
                <a:sym typeface="Times New Roman"/>
              </a:rPr>
              <a:t>The governance system should consider all stakeholders when making benefit, resource and risk assessment decisions.</a:t>
            </a:r>
            <a:endParaRPr sz="1200">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sz="1200">
                <a:latin typeface="Times New Roman"/>
                <a:ea typeface="Times New Roman"/>
                <a:cs typeface="Times New Roman"/>
                <a:sym typeface="Times New Roman"/>
              </a:rPr>
              <a:t>For each decision, the following can and should be asked:  </a:t>
            </a:r>
            <a:endParaRPr sz="1200">
              <a:latin typeface="Times New Roman"/>
              <a:ea typeface="Times New Roman"/>
              <a:cs typeface="Times New Roman"/>
              <a:sym typeface="Times New Roman"/>
            </a:endParaRPr>
          </a:p>
          <a:p>
            <a:pPr indent="-508000" lvl="0" marL="855980" rtl="0" algn="l">
              <a:spcBef>
                <a:spcPts val="360"/>
              </a:spcBef>
              <a:spcAft>
                <a:spcPts val="0"/>
              </a:spcAft>
              <a:buClr>
                <a:schemeClr val="accent3"/>
              </a:buClr>
              <a:buSzPts val="1200"/>
              <a:buFont typeface="Courier New"/>
              <a:buChar char="­"/>
            </a:pPr>
            <a:r>
              <a:rPr lang="en-GB" sz="1200">
                <a:latin typeface="Times New Roman"/>
                <a:ea typeface="Times New Roman"/>
                <a:cs typeface="Times New Roman"/>
                <a:sym typeface="Times New Roman"/>
              </a:rPr>
              <a:t>Who receives the benefits? </a:t>
            </a:r>
            <a:endParaRPr sz="1200">
              <a:latin typeface="Times New Roman"/>
              <a:ea typeface="Times New Roman"/>
              <a:cs typeface="Times New Roman"/>
              <a:sym typeface="Times New Roman"/>
            </a:endParaRPr>
          </a:p>
          <a:p>
            <a:pPr indent="-508000" lvl="0" marL="855980" rtl="0" algn="l">
              <a:spcBef>
                <a:spcPts val="360"/>
              </a:spcBef>
              <a:spcAft>
                <a:spcPts val="0"/>
              </a:spcAft>
              <a:buClr>
                <a:schemeClr val="accent3"/>
              </a:buClr>
              <a:buSzPts val="1200"/>
              <a:buFont typeface="Courier New"/>
              <a:buChar char="­"/>
            </a:pPr>
            <a:r>
              <a:rPr lang="en-GB" sz="1200">
                <a:latin typeface="Times New Roman"/>
                <a:ea typeface="Times New Roman"/>
                <a:cs typeface="Times New Roman"/>
                <a:sym typeface="Times New Roman"/>
              </a:rPr>
              <a:t>Who bears the risk? </a:t>
            </a:r>
            <a:endParaRPr sz="1200">
              <a:latin typeface="Times New Roman"/>
              <a:ea typeface="Times New Roman"/>
              <a:cs typeface="Times New Roman"/>
              <a:sym typeface="Times New Roman"/>
            </a:endParaRPr>
          </a:p>
          <a:p>
            <a:pPr indent="-508000" lvl="0" marL="855980" rtl="0" algn="l">
              <a:spcBef>
                <a:spcPts val="360"/>
              </a:spcBef>
              <a:spcAft>
                <a:spcPts val="0"/>
              </a:spcAft>
              <a:buClr>
                <a:schemeClr val="accent3"/>
              </a:buClr>
              <a:buSzPts val="1200"/>
              <a:buFont typeface="Courier New"/>
              <a:buChar char="­"/>
            </a:pPr>
            <a:r>
              <a:rPr lang="en-GB" sz="1200">
                <a:latin typeface="Times New Roman"/>
                <a:ea typeface="Times New Roman"/>
                <a:cs typeface="Times New Roman"/>
                <a:sym typeface="Times New Roman"/>
              </a:rPr>
              <a:t>What resources are required</a:t>
            </a:r>
            <a:endParaRPr sz="1200">
              <a:latin typeface="Times New Roman"/>
              <a:ea typeface="Times New Roman"/>
              <a:cs typeface="Times New Roman"/>
              <a:sym typeface="Times New Roman"/>
            </a:endParaRPr>
          </a:p>
          <a:p>
            <a:pPr indent="0" lvl="0" marL="347980" rtl="0" algn="l">
              <a:spcBef>
                <a:spcPts val="360"/>
              </a:spcBef>
              <a:spcAft>
                <a:spcPts val="0"/>
              </a:spcAft>
              <a:buClr>
                <a:schemeClr val="accent3"/>
              </a:buClr>
              <a:buSzPts val="1200"/>
              <a:buFont typeface="Courier New"/>
              <a:buNone/>
            </a:pPr>
            <a:r>
              <a:t/>
            </a:r>
            <a:endParaRPr sz="1200">
              <a:latin typeface="Times New Roman"/>
              <a:ea typeface="Times New Roman"/>
              <a:cs typeface="Times New Roman"/>
              <a:sym typeface="Times New Roman"/>
            </a:endParaRPr>
          </a:p>
        </p:txBody>
      </p:sp>
      <p:sp>
        <p:nvSpPr>
          <p:cNvPr id="217" name="Google Shape;217;p10: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1:notes"/>
          <p:cNvSpPr/>
          <p:nvPr>
            <p:ph idx="2" type="sldImg"/>
          </p:nvPr>
        </p:nvSpPr>
        <p:spPr>
          <a:xfrm>
            <a:off x="2667000" y="304800"/>
            <a:ext cx="3744913" cy="28082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8" name="Google Shape;228;p11:notes"/>
          <p:cNvSpPr txBox="1"/>
          <p:nvPr>
            <p:ph idx="1" type="body"/>
          </p:nvPr>
        </p:nvSpPr>
        <p:spPr>
          <a:xfrm>
            <a:off x="533400" y="3276600"/>
            <a:ext cx="5791200" cy="54864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Clr>
                <a:schemeClr val="accent3"/>
              </a:buClr>
              <a:buSzPts val="1400"/>
              <a:buFont typeface="Arial"/>
              <a:buNone/>
            </a:pPr>
            <a:r>
              <a:t/>
            </a:r>
            <a:endParaRPr b="1" sz="1400"/>
          </a:p>
          <a:p>
            <a:pPr indent="-274320" lvl="0" marL="274320" rtl="0" algn="l">
              <a:spcBef>
                <a:spcPts val="420"/>
              </a:spcBef>
              <a:spcAft>
                <a:spcPts val="0"/>
              </a:spcAft>
              <a:buClr>
                <a:schemeClr val="accent3"/>
              </a:buClr>
              <a:buSzPts val="1400"/>
              <a:buFont typeface="Times New Roman"/>
              <a:buNone/>
            </a:pPr>
            <a:r>
              <a:rPr b="1" lang="en-GB" sz="1400">
                <a:latin typeface="Times New Roman"/>
                <a:ea typeface="Times New Roman"/>
                <a:cs typeface="Times New Roman"/>
                <a:sym typeface="Times New Roman"/>
              </a:rPr>
              <a:t>Principle 1. Meeting Stakeholder Needs:</a:t>
            </a:r>
            <a:endParaRPr b="1" sz="1400">
              <a:latin typeface="Times New Roman"/>
              <a:ea typeface="Times New Roman"/>
              <a:cs typeface="Times New Roman"/>
              <a:sym typeface="Times New Roman"/>
            </a:endParaRPr>
          </a:p>
          <a:p>
            <a:pPr indent="-274320" lvl="0" marL="274320" rtl="0" algn="l">
              <a:spcBef>
                <a:spcPts val="420"/>
              </a:spcBef>
              <a:spcAft>
                <a:spcPts val="0"/>
              </a:spcAft>
              <a:buClr>
                <a:schemeClr val="accent3"/>
              </a:buClr>
              <a:buSzPts val="1400"/>
              <a:buFont typeface="Noto Sans Symbols"/>
              <a:buChar char="⚫"/>
            </a:pPr>
            <a:r>
              <a:rPr lang="en-GB" sz="1400">
                <a:latin typeface="Times New Roman"/>
                <a:ea typeface="Times New Roman"/>
                <a:cs typeface="Times New Roman"/>
                <a:sym typeface="Times New Roman"/>
              </a:rPr>
              <a:t>Stakeholder needs have to be transformed into an enterprise’s actionable strategy.</a:t>
            </a:r>
            <a:endParaRPr sz="1400">
              <a:latin typeface="Times New Roman"/>
              <a:ea typeface="Times New Roman"/>
              <a:cs typeface="Times New Roman"/>
              <a:sym typeface="Times New Roman"/>
            </a:endParaRPr>
          </a:p>
          <a:p>
            <a:pPr indent="-274320" lvl="0" marL="274320" rtl="0" algn="l">
              <a:spcBef>
                <a:spcPts val="420"/>
              </a:spcBef>
              <a:spcAft>
                <a:spcPts val="0"/>
              </a:spcAft>
              <a:buClr>
                <a:schemeClr val="accent3"/>
              </a:buClr>
              <a:buSzPts val="1400"/>
              <a:buFont typeface="Noto Sans Symbols"/>
              <a:buChar char="⚫"/>
            </a:pPr>
            <a:r>
              <a:rPr lang="en-GB" sz="1400">
                <a:latin typeface="Times New Roman"/>
                <a:ea typeface="Times New Roman"/>
                <a:cs typeface="Times New Roman"/>
                <a:sym typeface="Times New Roman"/>
              </a:rPr>
              <a:t>The COBIT 5 goals cascade translates stakeholder needs into specific, actionable and customised goals within the context of the enterprise,                 IT-related goals and enabler goals.</a:t>
            </a:r>
            <a:endParaRPr sz="1400">
              <a:latin typeface="Times New Roman"/>
              <a:ea typeface="Times New Roman"/>
              <a:cs typeface="Times New Roman"/>
              <a:sym typeface="Times New Roman"/>
            </a:endParaRPr>
          </a:p>
          <a:p>
            <a:pPr indent="-274320" lvl="0" marL="274320" rtl="0" algn="l">
              <a:spcBef>
                <a:spcPts val="420"/>
              </a:spcBef>
              <a:spcAft>
                <a:spcPts val="0"/>
              </a:spcAft>
              <a:buClr>
                <a:schemeClr val="accent3"/>
              </a:buClr>
              <a:buSzPts val="1400"/>
              <a:buFont typeface="Arial"/>
              <a:buNone/>
            </a:pPr>
            <a:r>
              <a:t/>
            </a:r>
            <a:endParaRPr sz="1400">
              <a:latin typeface="Times New Roman"/>
              <a:ea typeface="Times New Roman"/>
              <a:cs typeface="Times New Roman"/>
              <a:sym typeface="Times New Roman"/>
            </a:endParaRPr>
          </a:p>
          <a:p>
            <a:pPr indent="-274320" lvl="0" marL="274320" rtl="0" algn="l">
              <a:spcBef>
                <a:spcPts val="420"/>
              </a:spcBef>
              <a:spcAft>
                <a:spcPts val="0"/>
              </a:spcAft>
              <a:buClr>
                <a:schemeClr val="accent3"/>
              </a:buClr>
              <a:buSzPts val="1400"/>
              <a:buFont typeface="Times New Roman"/>
              <a:buNone/>
            </a:pPr>
            <a:r>
              <a:rPr lang="en-GB" sz="1400">
                <a:latin typeface="Times New Roman"/>
                <a:ea typeface="Times New Roman"/>
                <a:cs typeface="Times New Roman"/>
                <a:sym typeface="Times New Roman"/>
              </a:rPr>
              <a:t>Benefits of the COBIT 5 goals cascade:</a:t>
            </a:r>
            <a:endParaRPr sz="1400">
              <a:latin typeface="Times New Roman"/>
              <a:ea typeface="Times New Roman"/>
              <a:cs typeface="Times New Roman"/>
              <a:sym typeface="Times New Roman"/>
            </a:endParaRPr>
          </a:p>
          <a:p>
            <a:pPr indent="-274320" lvl="0" marL="274320" rtl="0" algn="l">
              <a:spcBef>
                <a:spcPts val="420"/>
              </a:spcBef>
              <a:spcAft>
                <a:spcPts val="0"/>
              </a:spcAft>
              <a:buClr>
                <a:schemeClr val="accent3"/>
              </a:buClr>
              <a:buSzPts val="1400"/>
              <a:buFont typeface="Noto Sans Symbols"/>
              <a:buChar char="⚫"/>
            </a:pPr>
            <a:r>
              <a:rPr lang="en-GB" sz="1400">
                <a:latin typeface="Times New Roman"/>
                <a:ea typeface="Times New Roman"/>
                <a:cs typeface="Times New Roman"/>
                <a:sym typeface="Times New Roman"/>
              </a:rPr>
              <a:t>It allows the definition of priorities for implementation, improvement and assurance of enterprise governance of IT based on (strategic) objectives of the enterprise and the related risk. </a:t>
            </a:r>
            <a:endParaRPr sz="1400">
              <a:latin typeface="Times New Roman"/>
              <a:ea typeface="Times New Roman"/>
              <a:cs typeface="Times New Roman"/>
              <a:sym typeface="Times New Roman"/>
            </a:endParaRPr>
          </a:p>
          <a:p>
            <a:pPr indent="-274320" lvl="0" marL="274320" rtl="0" algn="l">
              <a:spcBef>
                <a:spcPts val="420"/>
              </a:spcBef>
              <a:spcAft>
                <a:spcPts val="0"/>
              </a:spcAft>
              <a:buClr>
                <a:schemeClr val="accent3"/>
              </a:buClr>
              <a:buSzPts val="1400"/>
              <a:buFont typeface="Noto Sans Symbols"/>
              <a:buChar char="⚫"/>
            </a:pPr>
            <a:r>
              <a:rPr lang="en-GB" sz="1400">
                <a:latin typeface="Times New Roman"/>
                <a:ea typeface="Times New Roman"/>
                <a:cs typeface="Times New Roman"/>
                <a:sym typeface="Times New Roman"/>
              </a:rPr>
              <a:t>In practice, the goals cascade:</a:t>
            </a:r>
            <a:endParaRPr sz="1400">
              <a:latin typeface="Times New Roman"/>
              <a:ea typeface="Times New Roman"/>
              <a:cs typeface="Times New Roman"/>
              <a:sym typeface="Times New Roman"/>
            </a:endParaRPr>
          </a:p>
          <a:p>
            <a:pPr indent="-247015" lvl="1" marL="640080" rtl="0" algn="l">
              <a:spcBef>
                <a:spcPts val="420"/>
              </a:spcBef>
              <a:spcAft>
                <a:spcPts val="0"/>
              </a:spcAft>
              <a:buClr>
                <a:schemeClr val="dk1"/>
              </a:buClr>
              <a:buSzPts val="1400"/>
              <a:buFont typeface="Noto Sans Symbols"/>
              <a:buChar char="⚫"/>
            </a:pPr>
            <a:r>
              <a:rPr lang="en-GB" sz="1400">
                <a:latin typeface="Times New Roman"/>
                <a:ea typeface="Times New Roman"/>
                <a:cs typeface="Times New Roman"/>
                <a:sym typeface="Times New Roman"/>
              </a:rPr>
              <a:t>Defines relevant and tangible goals and objectives at various levels of responsibility.</a:t>
            </a:r>
            <a:endParaRPr sz="1400">
              <a:latin typeface="Times New Roman"/>
              <a:ea typeface="Times New Roman"/>
              <a:cs typeface="Times New Roman"/>
              <a:sym typeface="Times New Roman"/>
            </a:endParaRPr>
          </a:p>
          <a:p>
            <a:pPr indent="-247015" lvl="1" marL="640080" rtl="0" algn="l">
              <a:spcBef>
                <a:spcPts val="420"/>
              </a:spcBef>
              <a:spcAft>
                <a:spcPts val="0"/>
              </a:spcAft>
              <a:buClr>
                <a:schemeClr val="dk1"/>
              </a:buClr>
              <a:buSzPts val="1400"/>
              <a:buFont typeface="Noto Sans Symbols"/>
              <a:buChar char="⚫"/>
            </a:pPr>
            <a:r>
              <a:rPr lang="en-GB" sz="1400">
                <a:latin typeface="Times New Roman"/>
                <a:ea typeface="Times New Roman"/>
                <a:cs typeface="Times New Roman"/>
                <a:sym typeface="Times New Roman"/>
              </a:rPr>
              <a:t>Filters the knowledge base of COBIT 5, based on enterprise goals to extract relevant guidance for inclusion in specific implementation, improvement or assurance projects.</a:t>
            </a:r>
            <a:endParaRPr sz="1400">
              <a:latin typeface="Times New Roman"/>
              <a:ea typeface="Times New Roman"/>
              <a:cs typeface="Times New Roman"/>
              <a:sym typeface="Times New Roman"/>
            </a:endParaRPr>
          </a:p>
          <a:p>
            <a:pPr indent="-247015" lvl="1" marL="640080" rtl="0" algn="l">
              <a:spcBef>
                <a:spcPts val="420"/>
              </a:spcBef>
              <a:spcAft>
                <a:spcPts val="0"/>
              </a:spcAft>
              <a:buClr>
                <a:schemeClr val="dk1"/>
              </a:buClr>
              <a:buSzPts val="1400"/>
              <a:buFont typeface="Noto Sans Symbols"/>
              <a:buChar char="⚫"/>
            </a:pPr>
            <a:r>
              <a:rPr lang="en-GB" sz="1400">
                <a:latin typeface="Times New Roman"/>
                <a:ea typeface="Times New Roman"/>
                <a:cs typeface="Times New Roman"/>
                <a:sym typeface="Times New Roman"/>
              </a:rPr>
              <a:t>Clearly identifies and communicates how (sometimes very operational) enablers are important to achieve enterprise goals.</a:t>
            </a:r>
            <a:endParaRPr sz="1400">
              <a:latin typeface="Times New Roman"/>
              <a:ea typeface="Times New Roman"/>
              <a:cs typeface="Times New Roman"/>
              <a:sym typeface="Times New Roman"/>
            </a:endParaRPr>
          </a:p>
          <a:p>
            <a:pPr indent="0" lvl="0" marL="0" rtl="0" algn="l">
              <a:spcBef>
                <a:spcPts val="420"/>
              </a:spcBef>
              <a:spcAft>
                <a:spcPts val="0"/>
              </a:spcAft>
              <a:buClr>
                <a:schemeClr val="dk1"/>
              </a:buClr>
              <a:buSzPts val="1400"/>
              <a:buFont typeface="Noto Sans Symbols"/>
              <a:buNone/>
            </a:pPr>
            <a:r>
              <a:t/>
            </a:r>
            <a:endParaRPr sz="1400">
              <a:latin typeface="Times New Roman"/>
              <a:ea typeface="Times New Roman"/>
              <a:cs typeface="Times New Roman"/>
              <a:sym typeface="Times New Roman"/>
            </a:endParaRPr>
          </a:p>
          <a:p>
            <a:pPr indent="0" lvl="0" marL="0" rtl="0" algn="l">
              <a:spcBef>
                <a:spcPts val="420"/>
              </a:spcBef>
              <a:spcAft>
                <a:spcPts val="0"/>
              </a:spcAft>
              <a:buNone/>
            </a:pPr>
            <a:r>
              <a:t/>
            </a:r>
            <a:endParaRPr sz="1400"/>
          </a:p>
        </p:txBody>
      </p:sp>
      <p:sp>
        <p:nvSpPr>
          <p:cNvPr id="229" name="Google Shape;229;p11: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8" name="Google Shape;248;p12: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Clr>
                <a:schemeClr val="accent3"/>
              </a:buClr>
              <a:buSzPts val="1200"/>
              <a:buFont typeface="Times New Roman"/>
              <a:buNone/>
            </a:pPr>
            <a:r>
              <a:rPr b="1" lang="en-GB">
                <a:latin typeface="Times New Roman"/>
                <a:ea typeface="Times New Roman"/>
                <a:cs typeface="Times New Roman"/>
                <a:sym typeface="Times New Roman"/>
              </a:rPr>
              <a:t>Principle 2. Covering the Enterprise End-to-end:</a:t>
            </a:r>
            <a:endParaRPr b="1">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a:latin typeface="Times New Roman"/>
                <a:ea typeface="Times New Roman"/>
                <a:cs typeface="Times New Roman"/>
                <a:sym typeface="Times New Roman"/>
              </a:rPr>
              <a:t>COBIT 5 addresses the governance and management of information and related technology from an enterprise wide, end-to-end perspective.</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a:latin typeface="Times New Roman"/>
                <a:ea typeface="Times New Roman"/>
                <a:cs typeface="Times New Roman"/>
                <a:sym typeface="Times New Roman"/>
              </a:rPr>
              <a:t>This means that COBIT 5: </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Integrates governance of enterprise IT into enterprise governance, i.e., the governance system for enterprise IT proposed by COBIT 5 integrates seamlessly in any governance system because COBIT 5 aligns with the latest views on governance.</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Covers all functions and processes within the enterprise; </a:t>
            </a:r>
            <a:r>
              <a:rPr b="1" lang="en-GB" u="sng">
                <a:latin typeface="Times New Roman"/>
                <a:ea typeface="Times New Roman"/>
                <a:cs typeface="Times New Roman"/>
                <a:sym typeface="Times New Roman"/>
              </a:rPr>
              <a:t>COBIT 5 does not focus only on the ‘IT function’</a:t>
            </a:r>
            <a:r>
              <a:rPr lang="en-GB">
                <a:latin typeface="Times New Roman"/>
                <a:ea typeface="Times New Roman"/>
                <a:cs typeface="Times New Roman"/>
                <a:sym typeface="Times New Roman"/>
              </a:rPr>
              <a:t>, but treats information and related technologies as assets that need to be dealt with just like any other asset by everyone in the enterprise</a:t>
            </a:r>
            <a:endParaRPr>
              <a:latin typeface="Times New Roman"/>
              <a:ea typeface="Times New Roman"/>
              <a:cs typeface="Times New Roman"/>
              <a:sym typeface="Times New Roman"/>
            </a:endParaRPr>
          </a:p>
          <a:p>
            <a:pPr indent="0" lvl="0" marL="0" rtl="0" algn="l">
              <a:spcBef>
                <a:spcPts val="360"/>
              </a:spcBef>
              <a:spcAft>
                <a:spcPts val="0"/>
              </a:spcAft>
              <a:buClr>
                <a:schemeClr val="dk1"/>
              </a:buClr>
              <a:buSzPts val="1200"/>
              <a:buFont typeface="Noto Sans Symbols"/>
              <a:buNone/>
            </a:pPr>
            <a:r>
              <a:t/>
            </a:r>
            <a:endParaRPr>
              <a:latin typeface="Times New Roman"/>
              <a:ea typeface="Times New Roman"/>
              <a:cs typeface="Times New Roman"/>
              <a:sym typeface="Times New Roman"/>
            </a:endParaRPr>
          </a:p>
          <a:p>
            <a:pPr indent="0" lvl="0" marL="0" rtl="0" algn="l">
              <a:spcBef>
                <a:spcPts val="360"/>
              </a:spcBef>
              <a:spcAft>
                <a:spcPts val="0"/>
              </a:spcAft>
              <a:buClr>
                <a:schemeClr val="dk1"/>
              </a:buClr>
              <a:buSzPts val="1200"/>
              <a:buFont typeface="Noto Sans Symbols"/>
              <a:buNone/>
            </a:pPr>
            <a:r>
              <a:t/>
            </a:r>
            <a:endParaRPr/>
          </a:p>
        </p:txBody>
      </p:sp>
      <p:sp>
        <p:nvSpPr>
          <p:cNvPr id="249" name="Google Shape;249;p12: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9" name="Google Shape;259;p13: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Clr>
                <a:schemeClr val="accent3"/>
              </a:buClr>
              <a:buSzPts val="1200"/>
              <a:buFont typeface="Times New Roman"/>
              <a:buNone/>
            </a:pPr>
            <a:r>
              <a:rPr b="1" lang="en-GB">
                <a:latin typeface="Times New Roman"/>
                <a:ea typeface="Times New Roman"/>
                <a:cs typeface="Times New Roman"/>
                <a:sym typeface="Times New Roman"/>
              </a:rPr>
              <a:t>Principle 3. Applying a Single Integrated Framework:</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a:latin typeface="Times New Roman"/>
                <a:ea typeface="Times New Roman"/>
                <a:cs typeface="Times New Roman"/>
                <a:sym typeface="Times New Roman"/>
              </a:rPr>
              <a:t>COBIT 5 aligns with the latest relevant other standards and frameworks used by enterprises: </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Enterprise:  COSO, COSO ERM, ISO/IEC 9000, ISO/IEC 31000</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IT-related:  ISO/IEC 38500, ITIL, ISO/IEC 27000 series, TOGAF, PMBOK/PRINCE2, CMMI</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Etc.</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a:latin typeface="Times New Roman"/>
                <a:ea typeface="Times New Roman"/>
                <a:cs typeface="Times New Roman"/>
                <a:sym typeface="Times New Roman"/>
              </a:rPr>
              <a:t>This allows the enterprise to use COBIT 5 as the overarching governance and management framework integrator.</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a:latin typeface="Times New Roman"/>
                <a:ea typeface="Times New Roman"/>
                <a:cs typeface="Times New Roman"/>
                <a:sym typeface="Times New Roman"/>
              </a:rPr>
              <a:t>ISACA plans a capability to facilitate COBIT user mapping of practices and activities to third-party references</a:t>
            </a:r>
            <a:endParaRPr/>
          </a:p>
        </p:txBody>
      </p:sp>
      <p:sp>
        <p:nvSpPr>
          <p:cNvPr id="260" name="Google Shape;260;p13: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4:notes"/>
          <p:cNvSpPr/>
          <p:nvPr>
            <p:ph idx="2" type="sldImg"/>
          </p:nvPr>
        </p:nvSpPr>
        <p:spPr>
          <a:xfrm>
            <a:off x="3352800" y="304800"/>
            <a:ext cx="3200400" cy="2400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7" name="Google Shape;277;p14:notes"/>
          <p:cNvSpPr txBox="1"/>
          <p:nvPr>
            <p:ph idx="1" type="body"/>
          </p:nvPr>
        </p:nvSpPr>
        <p:spPr>
          <a:xfrm>
            <a:off x="0" y="2286000"/>
            <a:ext cx="6858000" cy="6705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Times New Roman"/>
              <a:buNone/>
            </a:pPr>
            <a:r>
              <a:rPr b="1" lang="en-GB">
                <a:latin typeface="Times New Roman"/>
                <a:ea typeface="Times New Roman"/>
                <a:cs typeface="Times New Roman"/>
                <a:sym typeface="Times New Roman"/>
              </a:rPr>
              <a:t>Principle 4. Enabling a Holistic Approach</a:t>
            </a:r>
            <a:endParaRPr b="1">
              <a:latin typeface="Times New Roman"/>
              <a:ea typeface="Times New Roman"/>
              <a:cs typeface="Times New Roman"/>
              <a:sym typeface="Times New Roman"/>
            </a:endParaRPr>
          </a:p>
          <a:p>
            <a:pPr indent="0" lvl="0" marL="0" rtl="0" algn="l">
              <a:spcBef>
                <a:spcPts val="360"/>
              </a:spcBef>
              <a:spcAft>
                <a:spcPts val="0"/>
              </a:spcAft>
              <a:buClr>
                <a:schemeClr val="dk1"/>
              </a:buClr>
              <a:buSzPts val="1200"/>
              <a:buFont typeface="Times New Roman"/>
              <a:buNone/>
            </a:pPr>
            <a:r>
              <a:rPr lang="en-GB">
                <a:latin typeface="Times New Roman"/>
                <a:ea typeface="Times New Roman"/>
                <a:cs typeface="Times New Roman"/>
                <a:sym typeface="Times New Roman"/>
              </a:rPr>
              <a:t>COBIT 5 enablers are:</a:t>
            </a:r>
            <a:endParaRPr>
              <a:latin typeface="Times New Roman"/>
              <a:ea typeface="Times New Roman"/>
              <a:cs typeface="Times New Roman"/>
              <a:sym typeface="Times New Roman"/>
            </a:endParaRPr>
          </a:p>
          <a:p>
            <a:pPr indent="0" lvl="0" marL="0" rtl="0" algn="l">
              <a:spcBef>
                <a:spcPts val="360"/>
              </a:spcBef>
              <a:spcAft>
                <a:spcPts val="0"/>
              </a:spcAft>
              <a:buNone/>
            </a:pPr>
            <a:r>
              <a:rPr lang="en-GB">
                <a:latin typeface="Times New Roman"/>
                <a:ea typeface="Times New Roman"/>
                <a:cs typeface="Times New Roman"/>
                <a:sym typeface="Times New Roman"/>
              </a:rPr>
              <a:t>Factors that, individually and collectively, influence whether something will work—in the case of COBIT, governance and management over enterprise IT </a:t>
            </a:r>
            <a:endParaRPr>
              <a:latin typeface="Times New Roman"/>
              <a:ea typeface="Times New Roman"/>
              <a:cs typeface="Times New Roman"/>
              <a:sym typeface="Times New Roman"/>
            </a:endParaRPr>
          </a:p>
          <a:p>
            <a:pPr indent="0" lvl="0" marL="0" rtl="0" algn="l">
              <a:spcBef>
                <a:spcPts val="360"/>
              </a:spcBef>
              <a:spcAft>
                <a:spcPts val="0"/>
              </a:spcAft>
              <a:buNone/>
            </a:pPr>
            <a:r>
              <a:rPr lang="en-GB">
                <a:latin typeface="Times New Roman"/>
                <a:ea typeface="Times New Roman"/>
                <a:cs typeface="Times New Roman"/>
                <a:sym typeface="Times New Roman"/>
              </a:rPr>
              <a:t>Driven by the goals cascade, i.e., higher-level IT-related goals define what the different enablers should achieve</a:t>
            </a:r>
            <a:endParaRPr>
              <a:latin typeface="Times New Roman"/>
              <a:ea typeface="Times New Roman"/>
              <a:cs typeface="Times New Roman"/>
              <a:sym typeface="Times New Roman"/>
            </a:endParaRPr>
          </a:p>
          <a:p>
            <a:pPr indent="0" lvl="0" marL="0" rtl="0" algn="l">
              <a:spcBef>
                <a:spcPts val="360"/>
              </a:spcBef>
              <a:spcAft>
                <a:spcPts val="0"/>
              </a:spcAft>
              <a:buNone/>
            </a:pPr>
            <a:r>
              <a:rPr lang="en-GB">
                <a:latin typeface="Times New Roman"/>
                <a:ea typeface="Times New Roman"/>
                <a:cs typeface="Times New Roman"/>
                <a:sym typeface="Times New Roman"/>
              </a:rPr>
              <a:t>Described by the COBIT 5 framework in </a:t>
            </a:r>
            <a:r>
              <a:rPr b="1" lang="en-GB">
                <a:latin typeface="Times New Roman"/>
                <a:ea typeface="Times New Roman"/>
                <a:cs typeface="Times New Roman"/>
                <a:sym typeface="Times New Roman"/>
              </a:rPr>
              <a:t>seven categories</a:t>
            </a:r>
            <a:endParaRPr b="1">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Times New Roman"/>
              <a:buAutoNum type="arabicPeriod"/>
            </a:pPr>
            <a:r>
              <a:rPr b="1" lang="en-GB">
                <a:latin typeface="Times New Roman"/>
                <a:ea typeface="Times New Roman"/>
                <a:cs typeface="Times New Roman"/>
                <a:sym typeface="Times New Roman"/>
              </a:rPr>
              <a:t>Processes</a:t>
            </a:r>
            <a:r>
              <a:rPr lang="en-GB">
                <a:latin typeface="Times New Roman"/>
                <a:ea typeface="Times New Roman"/>
                <a:cs typeface="Times New Roman"/>
                <a:sym typeface="Times New Roman"/>
              </a:rPr>
              <a:t>—Describe an organised set of practices and activities to achieve certain objectives and produce a set of outputs in support of achieving overall IT-related goals</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Times New Roman"/>
              <a:buAutoNum type="arabicPeriod"/>
            </a:pPr>
            <a:r>
              <a:rPr b="1" lang="en-GB">
                <a:latin typeface="Times New Roman"/>
                <a:ea typeface="Times New Roman"/>
                <a:cs typeface="Times New Roman"/>
                <a:sym typeface="Times New Roman"/>
              </a:rPr>
              <a:t>Organisational structures</a:t>
            </a:r>
            <a:r>
              <a:rPr lang="en-GB">
                <a:latin typeface="Times New Roman"/>
                <a:ea typeface="Times New Roman"/>
                <a:cs typeface="Times New Roman"/>
                <a:sym typeface="Times New Roman"/>
              </a:rPr>
              <a:t>—Are the key decision-making entities in an organisation</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Times New Roman"/>
              <a:buAutoNum type="arabicPeriod"/>
            </a:pPr>
            <a:r>
              <a:rPr b="1" lang="en-GB">
                <a:latin typeface="Times New Roman"/>
                <a:ea typeface="Times New Roman"/>
                <a:cs typeface="Times New Roman"/>
                <a:sym typeface="Times New Roman"/>
              </a:rPr>
              <a:t>Culture, ethics and behaviour</a:t>
            </a:r>
            <a:r>
              <a:rPr lang="en-GB">
                <a:latin typeface="Times New Roman"/>
                <a:ea typeface="Times New Roman"/>
                <a:cs typeface="Times New Roman"/>
                <a:sym typeface="Times New Roman"/>
              </a:rPr>
              <a:t>—Of individuals and of the organisation; very often underestimated as a success factor in governance and management activities</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Times New Roman"/>
              <a:buAutoNum type="arabicPeriod"/>
            </a:pPr>
            <a:r>
              <a:rPr b="1" lang="en-GB">
                <a:latin typeface="Times New Roman"/>
                <a:ea typeface="Times New Roman"/>
                <a:cs typeface="Times New Roman"/>
                <a:sym typeface="Times New Roman"/>
              </a:rPr>
              <a:t>Principles, policies and frameworks</a:t>
            </a:r>
            <a:r>
              <a:rPr lang="en-GB">
                <a:latin typeface="Times New Roman"/>
                <a:ea typeface="Times New Roman"/>
                <a:cs typeface="Times New Roman"/>
                <a:sym typeface="Times New Roman"/>
              </a:rPr>
              <a:t>—Are the vehicles to translate the desired behaviour into practical guidance for day-to-day management</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Times New Roman"/>
              <a:buAutoNum type="arabicPeriod"/>
            </a:pPr>
            <a:r>
              <a:rPr b="1" lang="en-GB">
                <a:latin typeface="Times New Roman"/>
                <a:ea typeface="Times New Roman"/>
                <a:cs typeface="Times New Roman"/>
                <a:sym typeface="Times New Roman"/>
              </a:rPr>
              <a:t>Information</a:t>
            </a:r>
            <a:r>
              <a:rPr lang="en-GB">
                <a:latin typeface="Times New Roman"/>
                <a:ea typeface="Times New Roman"/>
                <a:cs typeface="Times New Roman"/>
                <a:sym typeface="Times New Roman"/>
              </a:rPr>
              <a:t>—Is pervasive throughout any organisation, i.e., deals with all information produced and used by the enterprise. Information is required for keeping the organisation running and well governed, but at the operational level, information is very often the key product of the enterprise itself.</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Times New Roman"/>
              <a:buAutoNum type="arabicPeriod"/>
            </a:pPr>
            <a:r>
              <a:rPr b="1" lang="en-GB">
                <a:latin typeface="Times New Roman"/>
                <a:ea typeface="Times New Roman"/>
                <a:cs typeface="Times New Roman"/>
                <a:sym typeface="Times New Roman"/>
              </a:rPr>
              <a:t>Services, infrastructure and applications</a:t>
            </a:r>
            <a:r>
              <a:rPr lang="en-GB">
                <a:latin typeface="Times New Roman"/>
                <a:ea typeface="Times New Roman"/>
                <a:cs typeface="Times New Roman"/>
                <a:sym typeface="Times New Roman"/>
              </a:rPr>
              <a:t>—Include the infrastructure, technology and applications that provide the enterprise with information technology processing and services</a:t>
            </a:r>
            <a:r>
              <a:rPr b="1"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Times New Roman"/>
              <a:buAutoNum type="arabicPeriod"/>
            </a:pPr>
            <a:r>
              <a:rPr b="1" lang="en-GB">
                <a:latin typeface="Times New Roman"/>
                <a:ea typeface="Times New Roman"/>
                <a:cs typeface="Times New Roman"/>
                <a:sym typeface="Times New Roman"/>
              </a:rPr>
              <a:t>People, skills and competencies</a:t>
            </a:r>
            <a:r>
              <a:rPr lang="en-GB">
                <a:latin typeface="Times New Roman"/>
                <a:ea typeface="Times New Roman"/>
                <a:cs typeface="Times New Roman"/>
                <a:sym typeface="Times New Roman"/>
              </a:rPr>
              <a:t>—Are linked to people and are required for successful completion of all activities and for making correct decisions and taking corrective actions</a:t>
            </a:r>
            <a:endParaRPr>
              <a:latin typeface="Times New Roman"/>
              <a:ea typeface="Times New Roman"/>
              <a:cs typeface="Times New Roman"/>
              <a:sym typeface="Times New Roman"/>
            </a:endParaRPr>
          </a:p>
          <a:p>
            <a:pPr indent="0" lvl="0" marL="0" rtl="0" algn="l">
              <a:spcBef>
                <a:spcPts val="360"/>
              </a:spcBef>
              <a:spcAft>
                <a:spcPts val="0"/>
              </a:spcAft>
              <a:buClr>
                <a:schemeClr val="accent3"/>
              </a:buClr>
              <a:buSzPts val="1200"/>
              <a:buFont typeface="Arial"/>
              <a:buNone/>
            </a:pPr>
            <a:r>
              <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b="1" lang="en-GB">
                <a:latin typeface="Times New Roman"/>
                <a:ea typeface="Times New Roman"/>
                <a:cs typeface="Times New Roman"/>
                <a:sym typeface="Times New Roman"/>
              </a:rPr>
              <a:t>Systemic governance and management through interconnected enablers</a:t>
            </a:r>
            <a:r>
              <a:rPr lang="en-GB">
                <a:latin typeface="Times New Roman"/>
                <a:ea typeface="Times New Roman"/>
                <a:cs typeface="Times New Roman"/>
                <a:sym typeface="Times New Roman"/>
              </a:rPr>
              <a:t>—To achieve the main objectives of the enterprise, it must always consider an interconnected set of enablers, i.e., each enabler:</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Needs the input of other enablers to be fully effective, e.g., processes need information, organisational structures need skills and behaviour</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Delivers output to the benefit of other enablers, e.g., processes deliver information, skills and behaviour make processes efficient</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a:latin typeface="Times New Roman"/>
                <a:ea typeface="Times New Roman"/>
                <a:cs typeface="Times New Roman"/>
                <a:sym typeface="Times New Roman"/>
              </a:rPr>
              <a:t>This is a KEY principle emerging from the ISACA development work around the Business Model for Information Security (BMIS).</a:t>
            </a:r>
            <a:endParaRPr>
              <a:latin typeface="Times New Roman"/>
              <a:ea typeface="Times New Roman"/>
              <a:cs typeface="Times New Roman"/>
              <a:sym typeface="Times New Roman"/>
            </a:endParaRPr>
          </a:p>
          <a:p>
            <a:pPr indent="0" lvl="0" marL="0" rtl="0" algn="l">
              <a:spcBef>
                <a:spcPts val="360"/>
              </a:spcBef>
              <a:spcAft>
                <a:spcPts val="0"/>
              </a:spcAft>
              <a:buClr>
                <a:schemeClr val="accent3"/>
              </a:buClr>
              <a:buSzPts val="1200"/>
              <a:buFont typeface="Arial"/>
              <a:buNone/>
            </a:pPr>
            <a:r>
              <a:t/>
            </a:r>
            <a:endParaRPr>
              <a:latin typeface="Times New Roman"/>
              <a:ea typeface="Times New Roman"/>
              <a:cs typeface="Times New Roman"/>
              <a:sym typeface="Times New Roman"/>
            </a:endParaRPr>
          </a:p>
          <a:p>
            <a:pPr indent="0" lvl="0" marL="0" rtl="0" algn="l">
              <a:spcBef>
                <a:spcPts val="360"/>
              </a:spcBef>
              <a:spcAft>
                <a:spcPts val="0"/>
              </a:spcAft>
              <a:buNone/>
            </a:pPr>
            <a:r>
              <a:t/>
            </a:r>
            <a:endParaRPr b="1">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278" name="Google Shape;278;p14: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8" name="Google Shape;288;p15: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All enablers have a set of common dimensions. This set of common dimensions:</a:t>
            </a:r>
            <a:endParaRPr>
              <a:latin typeface="Times New Roman"/>
              <a:ea typeface="Times New Roman"/>
              <a:cs typeface="Times New Roman"/>
              <a:sym typeface="Times New Roman"/>
            </a:endParaRPr>
          </a:p>
          <a:p>
            <a:pPr indent="0" lvl="1" marL="457200" rtl="0" algn="l">
              <a:spcBef>
                <a:spcPts val="360"/>
              </a:spcBef>
              <a:spcAft>
                <a:spcPts val="0"/>
              </a:spcAft>
              <a:buNone/>
            </a:pPr>
            <a:r>
              <a:rPr lang="en-GB">
                <a:latin typeface="Times New Roman"/>
                <a:ea typeface="Times New Roman"/>
                <a:cs typeface="Times New Roman"/>
                <a:sym typeface="Times New Roman"/>
              </a:rPr>
              <a:t>Provides a common, simple and structured way to deal with enablers</a:t>
            </a:r>
            <a:endParaRPr>
              <a:latin typeface="Times New Roman"/>
              <a:ea typeface="Times New Roman"/>
              <a:cs typeface="Times New Roman"/>
              <a:sym typeface="Times New Roman"/>
            </a:endParaRPr>
          </a:p>
          <a:p>
            <a:pPr indent="0" lvl="1" marL="457200" rtl="0" algn="l">
              <a:spcBef>
                <a:spcPts val="360"/>
              </a:spcBef>
              <a:spcAft>
                <a:spcPts val="0"/>
              </a:spcAft>
              <a:buNone/>
            </a:pPr>
            <a:r>
              <a:rPr lang="en-GB">
                <a:latin typeface="Times New Roman"/>
                <a:ea typeface="Times New Roman"/>
                <a:cs typeface="Times New Roman"/>
                <a:sym typeface="Times New Roman"/>
              </a:rPr>
              <a:t>Allows an entity to manage its complex interactions </a:t>
            </a:r>
            <a:endParaRPr>
              <a:latin typeface="Times New Roman"/>
              <a:ea typeface="Times New Roman"/>
              <a:cs typeface="Times New Roman"/>
              <a:sym typeface="Times New Roman"/>
            </a:endParaRPr>
          </a:p>
          <a:p>
            <a:pPr indent="0" lvl="1" marL="457200" rtl="0" algn="l">
              <a:spcBef>
                <a:spcPts val="360"/>
              </a:spcBef>
              <a:spcAft>
                <a:spcPts val="0"/>
              </a:spcAft>
              <a:buNone/>
            </a:pPr>
            <a:r>
              <a:rPr lang="en-GB">
                <a:latin typeface="Times New Roman"/>
                <a:ea typeface="Times New Roman"/>
                <a:cs typeface="Times New Roman"/>
                <a:sym typeface="Times New Roman"/>
              </a:rPr>
              <a:t>Facilitates successful outcomes of the enablers</a:t>
            </a:r>
            <a:endParaRPr>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289" name="Google Shape;289;p15: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6:notes"/>
          <p:cNvSpPr/>
          <p:nvPr>
            <p:ph idx="2" type="sldImg"/>
          </p:nvPr>
        </p:nvSpPr>
        <p:spPr>
          <a:xfrm>
            <a:off x="3276600" y="228600"/>
            <a:ext cx="34290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1" name="Google Shape;301;p16:notes"/>
          <p:cNvSpPr txBox="1"/>
          <p:nvPr>
            <p:ph idx="1" type="body"/>
          </p:nvPr>
        </p:nvSpPr>
        <p:spPr>
          <a:xfrm>
            <a:off x="152400" y="2895600"/>
            <a:ext cx="6553200" cy="4183063"/>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Clr>
                <a:schemeClr val="accent3"/>
              </a:buClr>
              <a:buSzPts val="1200"/>
              <a:buFont typeface="Times New Roman"/>
              <a:buNone/>
            </a:pPr>
            <a:r>
              <a:rPr b="1" lang="en-GB">
                <a:latin typeface="Times New Roman"/>
                <a:ea typeface="Times New Roman"/>
                <a:cs typeface="Times New Roman"/>
                <a:sym typeface="Times New Roman"/>
              </a:rPr>
              <a:t>Principle 5. Separating Governance From Management:</a:t>
            </a:r>
            <a:endParaRPr b="1">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a:latin typeface="Times New Roman"/>
                <a:ea typeface="Times New Roman"/>
                <a:cs typeface="Times New Roman"/>
                <a:sym typeface="Times New Roman"/>
              </a:rPr>
              <a:t>The COBIT 5 framework makes a clear distinction between governance and management. </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a:latin typeface="Times New Roman"/>
                <a:ea typeface="Times New Roman"/>
                <a:cs typeface="Times New Roman"/>
                <a:sym typeface="Times New Roman"/>
              </a:rPr>
              <a:t>These two disciplines:</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Encompass different types of activities</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Require different organisational structures</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Serve different purposes</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b="1" lang="en-GB">
                <a:latin typeface="Times New Roman"/>
                <a:ea typeface="Times New Roman"/>
                <a:cs typeface="Times New Roman"/>
                <a:sym typeface="Times New Roman"/>
              </a:rPr>
              <a:t>Governance—</a:t>
            </a:r>
            <a:r>
              <a:rPr lang="en-GB">
                <a:latin typeface="Times New Roman"/>
                <a:ea typeface="Times New Roman"/>
                <a:cs typeface="Times New Roman"/>
                <a:sym typeface="Times New Roman"/>
              </a:rPr>
              <a:t>In most enterprises, governance is the responsibility of the board of directors under the leadership of the chairperson.</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b="1" lang="en-GB">
                <a:latin typeface="Times New Roman"/>
                <a:ea typeface="Times New Roman"/>
                <a:cs typeface="Times New Roman"/>
                <a:sym typeface="Times New Roman"/>
              </a:rPr>
              <a:t>Management—</a:t>
            </a:r>
            <a:r>
              <a:rPr lang="en-GB">
                <a:latin typeface="Times New Roman"/>
                <a:ea typeface="Times New Roman"/>
                <a:cs typeface="Times New Roman"/>
                <a:sym typeface="Times New Roman"/>
              </a:rPr>
              <a:t>In most enterprises, management is the responsibility of the executive management under the leadership of the CEO.</a:t>
            </a:r>
            <a:endParaRPr>
              <a:latin typeface="Times New Roman"/>
              <a:ea typeface="Times New Roman"/>
              <a:cs typeface="Times New Roman"/>
              <a:sym typeface="Times New Roman"/>
            </a:endParaRPr>
          </a:p>
          <a:p>
            <a:pPr indent="-198120" lvl="0" marL="274320" rtl="0" algn="l">
              <a:spcBef>
                <a:spcPts val="360"/>
              </a:spcBef>
              <a:spcAft>
                <a:spcPts val="0"/>
              </a:spcAft>
              <a:buClr>
                <a:schemeClr val="accent3"/>
              </a:buClr>
              <a:buSzPts val="1200"/>
              <a:buFont typeface="Noto Sans Symbols"/>
              <a:buNone/>
            </a:pPr>
            <a:r>
              <a:t/>
            </a:r>
            <a:endParaRPr>
              <a:latin typeface="Times New Roman"/>
              <a:ea typeface="Times New Roman"/>
              <a:cs typeface="Times New Roman"/>
              <a:sym typeface="Times New Roman"/>
            </a:endParaRPr>
          </a:p>
          <a:p>
            <a:pPr indent="-342900" lvl="0" marL="342900" rtl="0" algn="l">
              <a:spcBef>
                <a:spcPts val="240"/>
              </a:spcBef>
              <a:spcAft>
                <a:spcPts val="0"/>
              </a:spcAft>
              <a:buClr>
                <a:srgbClr val="CC9900"/>
              </a:buClr>
              <a:buSzPts val="1200"/>
              <a:buFont typeface="Times New Roman"/>
              <a:buChar char="•"/>
            </a:pPr>
            <a:r>
              <a:rPr b="1" lang="en-GB">
                <a:latin typeface="Times New Roman"/>
                <a:ea typeface="Times New Roman"/>
                <a:cs typeface="Times New Roman"/>
                <a:sym typeface="Times New Roman"/>
              </a:rPr>
              <a:t>Governance</a:t>
            </a:r>
            <a:r>
              <a:rPr lang="en-GB">
                <a:latin typeface="Times New Roman"/>
                <a:ea typeface="Times New Roman"/>
                <a:cs typeface="Times New Roman"/>
                <a:sym typeface="Times New Roman"/>
              </a:rPr>
              <a:t> ensures that stakeholders needs, conditions and options are </a:t>
            </a:r>
            <a:r>
              <a:rPr b="1" lang="en-GB">
                <a:latin typeface="Times New Roman"/>
                <a:ea typeface="Times New Roman"/>
                <a:cs typeface="Times New Roman"/>
                <a:sym typeface="Times New Roman"/>
              </a:rPr>
              <a:t>evaluated</a:t>
            </a:r>
            <a:r>
              <a:rPr lang="en-GB">
                <a:latin typeface="Times New Roman"/>
                <a:ea typeface="Times New Roman"/>
                <a:cs typeface="Times New Roman"/>
                <a:sym typeface="Times New Roman"/>
              </a:rPr>
              <a:t> to determine balanced, agreed-on enterprise objectives to be achieved; setting </a:t>
            </a:r>
            <a:r>
              <a:rPr b="1" lang="en-GB">
                <a:latin typeface="Times New Roman"/>
                <a:ea typeface="Times New Roman"/>
                <a:cs typeface="Times New Roman"/>
                <a:sym typeface="Times New Roman"/>
              </a:rPr>
              <a:t>direction</a:t>
            </a:r>
            <a:r>
              <a:rPr lang="en-GB">
                <a:latin typeface="Times New Roman"/>
                <a:ea typeface="Times New Roman"/>
                <a:cs typeface="Times New Roman"/>
                <a:sym typeface="Times New Roman"/>
              </a:rPr>
              <a:t> through prioritisation and decision making; and </a:t>
            </a:r>
            <a:r>
              <a:rPr b="1" lang="en-GB">
                <a:latin typeface="Times New Roman"/>
                <a:ea typeface="Times New Roman"/>
                <a:cs typeface="Times New Roman"/>
                <a:sym typeface="Times New Roman"/>
              </a:rPr>
              <a:t>monitoring</a:t>
            </a:r>
            <a:r>
              <a:rPr lang="en-GB">
                <a:latin typeface="Times New Roman"/>
                <a:ea typeface="Times New Roman"/>
                <a:cs typeface="Times New Roman"/>
                <a:sym typeface="Times New Roman"/>
              </a:rPr>
              <a:t> performance and compliance against agreed-on direction and objectives </a:t>
            </a:r>
            <a:r>
              <a:rPr b="1" lang="en-GB">
                <a:latin typeface="Times New Roman"/>
                <a:ea typeface="Times New Roman"/>
                <a:cs typeface="Times New Roman"/>
                <a:sym typeface="Times New Roman"/>
              </a:rPr>
              <a:t>(EDM).</a:t>
            </a:r>
            <a:endParaRPr b="1">
              <a:latin typeface="Times New Roman"/>
              <a:ea typeface="Times New Roman"/>
              <a:cs typeface="Times New Roman"/>
              <a:sym typeface="Times New Roman"/>
            </a:endParaRPr>
          </a:p>
          <a:p>
            <a:pPr indent="-342900" lvl="0" marL="342900" rtl="0" algn="l">
              <a:spcBef>
                <a:spcPts val="240"/>
              </a:spcBef>
              <a:spcAft>
                <a:spcPts val="0"/>
              </a:spcAft>
              <a:buClr>
                <a:srgbClr val="CC9900"/>
              </a:buClr>
              <a:buSzPts val="1200"/>
              <a:buFont typeface="Times New Roman"/>
              <a:buChar char="•"/>
            </a:pPr>
            <a:r>
              <a:rPr b="1" lang="en-GB">
                <a:latin typeface="Times New Roman"/>
                <a:ea typeface="Times New Roman"/>
                <a:cs typeface="Times New Roman"/>
                <a:sym typeface="Times New Roman"/>
              </a:rPr>
              <a:t>Management plans, builds, runs </a:t>
            </a:r>
            <a:r>
              <a:rPr lang="en-GB">
                <a:latin typeface="Times New Roman"/>
                <a:ea typeface="Times New Roman"/>
                <a:cs typeface="Times New Roman"/>
                <a:sym typeface="Times New Roman"/>
              </a:rPr>
              <a:t>and </a:t>
            </a:r>
            <a:r>
              <a:rPr b="1" lang="en-GB">
                <a:latin typeface="Times New Roman"/>
                <a:ea typeface="Times New Roman"/>
                <a:cs typeface="Times New Roman"/>
                <a:sym typeface="Times New Roman"/>
              </a:rPr>
              <a:t>monitors</a:t>
            </a:r>
            <a:r>
              <a:rPr lang="en-GB">
                <a:latin typeface="Times New Roman"/>
                <a:ea typeface="Times New Roman"/>
                <a:cs typeface="Times New Roman"/>
                <a:sym typeface="Times New Roman"/>
              </a:rPr>
              <a:t> activities in alignment with the direction set by the governance body to achieve the enterprise objectives </a:t>
            </a:r>
            <a:r>
              <a:rPr b="1" lang="en-GB">
                <a:latin typeface="Times New Roman"/>
                <a:ea typeface="Times New Roman"/>
                <a:cs typeface="Times New Roman"/>
                <a:sym typeface="Times New Roman"/>
              </a:rPr>
              <a:t>(PBRM).</a:t>
            </a:r>
            <a:endParaRPr b="1">
              <a:latin typeface="Times New Roman"/>
              <a:ea typeface="Times New Roman"/>
              <a:cs typeface="Times New Roman"/>
              <a:sym typeface="Times New Roman"/>
            </a:endParaRPr>
          </a:p>
          <a:p>
            <a:pPr indent="-266700" lvl="0" marL="342900" rtl="0" algn="l">
              <a:spcBef>
                <a:spcPts val="240"/>
              </a:spcBef>
              <a:spcAft>
                <a:spcPts val="0"/>
              </a:spcAft>
              <a:buClr>
                <a:srgbClr val="CC9900"/>
              </a:buClr>
              <a:buSzPts val="1200"/>
              <a:buFont typeface="Arial"/>
              <a:buNone/>
            </a:pPr>
            <a:r>
              <a:t/>
            </a:r>
            <a:endParaRPr b="1">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a:latin typeface="Times New Roman"/>
                <a:ea typeface="Times New Roman"/>
                <a:cs typeface="Times New Roman"/>
                <a:sym typeface="Times New Roman"/>
              </a:rPr>
              <a:t>The COBIT 5 framework describes seven categories of enablers</a:t>
            </a:r>
            <a:r>
              <a:rPr b="1" lang="en-GB">
                <a:latin typeface="Times New Roman"/>
                <a:ea typeface="Times New Roman"/>
                <a:cs typeface="Times New Roman"/>
                <a:sym typeface="Times New Roman"/>
              </a:rPr>
              <a:t> </a:t>
            </a:r>
            <a:r>
              <a:rPr i="1" lang="en-GB">
                <a:latin typeface="Times New Roman"/>
                <a:ea typeface="Times New Roman"/>
                <a:cs typeface="Times New Roman"/>
                <a:sym typeface="Times New Roman"/>
              </a:rPr>
              <a:t>(Principle 4).  </a:t>
            </a:r>
            <a:r>
              <a:rPr lang="en-GB">
                <a:latin typeface="Times New Roman"/>
                <a:ea typeface="Times New Roman"/>
                <a:cs typeface="Times New Roman"/>
                <a:sym typeface="Times New Roman"/>
              </a:rPr>
              <a:t>Processes are one category.</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a:latin typeface="Times New Roman"/>
                <a:ea typeface="Times New Roman"/>
                <a:cs typeface="Times New Roman"/>
                <a:sym typeface="Times New Roman"/>
              </a:rPr>
              <a:t>An enterprise can organise its processes as it sees fit, as long as all necessary governance and management objectives are covered. Smaller enterprises may have fewer processes; larger and more complex enterprises may have many processes, all to cover the same objectives.</a:t>
            </a:r>
            <a:endParaRPr>
              <a:latin typeface="Times New Roman"/>
              <a:ea typeface="Times New Roman"/>
              <a:cs typeface="Times New Roman"/>
              <a:sym typeface="Times New Roman"/>
            </a:endParaRPr>
          </a:p>
          <a:p>
            <a:pPr indent="-274320" lvl="0" marL="274320" rtl="0" algn="l">
              <a:spcBef>
                <a:spcPts val="360"/>
              </a:spcBef>
              <a:spcAft>
                <a:spcPts val="0"/>
              </a:spcAft>
              <a:buClr>
                <a:schemeClr val="accent3"/>
              </a:buClr>
              <a:buSzPts val="1200"/>
              <a:buFont typeface="Noto Sans Symbols"/>
              <a:buChar char="⚫"/>
            </a:pPr>
            <a:r>
              <a:rPr lang="en-GB">
                <a:latin typeface="Times New Roman"/>
                <a:ea typeface="Times New Roman"/>
                <a:cs typeface="Times New Roman"/>
                <a:sym typeface="Times New Roman"/>
              </a:rPr>
              <a:t>COBIT 5 includes a </a:t>
            </a:r>
            <a:r>
              <a:rPr b="1" lang="en-GB">
                <a:latin typeface="Times New Roman"/>
                <a:ea typeface="Times New Roman"/>
                <a:cs typeface="Times New Roman"/>
                <a:sym typeface="Times New Roman"/>
              </a:rPr>
              <a:t>process reference model (PRM)</a:t>
            </a:r>
            <a:r>
              <a:rPr lang="en-GB">
                <a:latin typeface="Times New Roman"/>
                <a:ea typeface="Times New Roman"/>
                <a:cs typeface="Times New Roman"/>
                <a:sym typeface="Times New Roman"/>
              </a:rPr>
              <a:t>, which defines and describes in detail a number of governance and management processes. The details of this specific enabler model can be found in the</a:t>
            </a:r>
            <a:r>
              <a:rPr i="1" lang="en-GB">
                <a:latin typeface="Times New Roman"/>
                <a:ea typeface="Times New Roman"/>
                <a:cs typeface="Times New Roman"/>
                <a:sym typeface="Times New Roman"/>
              </a:rPr>
              <a:t> COBIT 5: Enabling  Processes </a:t>
            </a:r>
            <a:r>
              <a:rPr lang="en-GB">
                <a:latin typeface="Times New Roman"/>
                <a:ea typeface="Times New Roman"/>
                <a:cs typeface="Times New Roman"/>
                <a:sym typeface="Times New Roman"/>
              </a:rPr>
              <a:t>volume.</a:t>
            </a:r>
            <a:endParaRPr>
              <a:latin typeface="Times New Roman"/>
              <a:ea typeface="Times New Roman"/>
              <a:cs typeface="Times New Roman"/>
              <a:sym typeface="Times New Roman"/>
            </a:endParaRPr>
          </a:p>
          <a:p>
            <a:pPr indent="0" lvl="0" marL="0" rtl="0" algn="l">
              <a:spcBef>
                <a:spcPts val="240"/>
              </a:spcBef>
              <a:spcAft>
                <a:spcPts val="0"/>
              </a:spcAft>
              <a:buClr>
                <a:srgbClr val="CC9900"/>
              </a:buClr>
              <a:buSzPts val="1200"/>
              <a:buFont typeface="Arial"/>
              <a:buNone/>
            </a:pPr>
            <a:r>
              <a:t/>
            </a:r>
            <a:endParaRPr b="1">
              <a:latin typeface="Times New Roman"/>
              <a:ea typeface="Times New Roman"/>
              <a:cs typeface="Times New Roman"/>
              <a:sym typeface="Times New Roman"/>
            </a:endParaRPr>
          </a:p>
          <a:p>
            <a:pPr indent="0" lvl="0" marL="0" rtl="0" algn="l">
              <a:spcBef>
                <a:spcPts val="360"/>
              </a:spcBef>
              <a:spcAft>
                <a:spcPts val="0"/>
              </a:spcAft>
              <a:buClr>
                <a:schemeClr val="accent3"/>
              </a:buClr>
              <a:buSzPts val="1200"/>
              <a:buFont typeface="Noto Sans Symbols"/>
              <a:buNone/>
            </a:pPr>
            <a:r>
              <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302" name="Google Shape;302;p16: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7: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312" name="Google Shape;312;p1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3" name="Google Shape;313;p17: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8" name="Google Shape;318;p18: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Clr>
                <a:schemeClr val="accent3"/>
              </a:buClr>
              <a:buSzPts val="1200"/>
              <a:buFont typeface="Noto Sans Symbols"/>
              <a:buChar char="⚫"/>
            </a:pPr>
            <a:r>
              <a:rPr i="1" lang="en-GB">
                <a:latin typeface="Times New Roman"/>
                <a:ea typeface="Times New Roman"/>
                <a:cs typeface="Times New Roman"/>
                <a:sym typeface="Times New Roman"/>
              </a:rPr>
              <a:t>COBIT 5: Enabling Processes </a:t>
            </a:r>
            <a:r>
              <a:rPr lang="en-GB">
                <a:latin typeface="Times New Roman"/>
                <a:ea typeface="Times New Roman"/>
                <a:cs typeface="Times New Roman"/>
                <a:sym typeface="Times New Roman"/>
              </a:rPr>
              <a:t>complements </a:t>
            </a:r>
            <a:r>
              <a:rPr i="1" lang="en-GB">
                <a:latin typeface="Times New Roman"/>
                <a:ea typeface="Times New Roman"/>
                <a:cs typeface="Times New Roman"/>
                <a:sym typeface="Times New Roman"/>
              </a:rPr>
              <a:t>COBIT 5  </a:t>
            </a:r>
            <a:r>
              <a:rPr lang="en-GB">
                <a:latin typeface="Times New Roman"/>
                <a:ea typeface="Times New Roman"/>
                <a:cs typeface="Times New Roman"/>
                <a:sym typeface="Times New Roman"/>
              </a:rPr>
              <a:t>and contains a detailed reference guide to the processes that are defined in the COBIT 5 process reference model:</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In Chapter 2, the COBIT 5 goals cascade is recapitulated and complemented with a set of example metrics for the enterprise goals and the IT-related goals.</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In Chapter 3, the COBIT 5 process model is explained and its components defined.</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Chapter 4 shows the diagram of this process reference model.</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Noto Sans Symbols"/>
              <a:buChar char="⚫"/>
            </a:pPr>
            <a:r>
              <a:rPr lang="en-GB">
                <a:latin typeface="Times New Roman"/>
                <a:ea typeface="Times New Roman"/>
                <a:cs typeface="Times New Roman"/>
                <a:sym typeface="Times New Roman"/>
              </a:rPr>
              <a:t>Chapter 5 contains the detailed process information for all 37 COBIT 5 processes in the process reference model.</a:t>
            </a:r>
            <a:endParaRPr>
              <a:latin typeface="Times New Roman"/>
              <a:ea typeface="Times New Roman"/>
              <a:cs typeface="Times New Roman"/>
              <a:sym typeface="Times New Roman"/>
            </a:endParaRPr>
          </a:p>
          <a:p>
            <a:pPr indent="-247015" lvl="1" marL="640080" rtl="0" algn="l">
              <a:spcBef>
                <a:spcPts val="360"/>
              </a:spcBef>
              <a:spcAft>
                <a:spcPts val="0"/>
              </a:spcAft>
              <a:buClr>
                <a:schemeClr val="dk1"/>
              </a:buClr>
              <a:buSzPts val="1200"/>
              <a:buFont typeface="Arial"/>
              <a:buNone/>
            </a:pPr>
            <a:r>
              <a:rPr lang="en-GB"/>
              <a:t>  </a:t>
            </a:r>
            <a:endParaRPr/>
          </a:p>
          <a:p>
            <a:pPr indent="0" lvl="0" marL="0" rtl="0" algn="l">
              <a:spcBef>
                <a:spcPts val="360"/>
              </a:spcBef>
              <a:spcAft>
                <a:spcPts val="0"/>
              </a:spcAft>
              <a:buNone/>
            </a:pPr>
            <a:r>
              <a:t/>
            </a:r>
            <a:endParaRPr/>
          </a:p>
        </p:txBody>
      </p:sp>
      <p:sp>
        <p:nvSpPr>
          <p:cNvPr id="319" name="Google Shape;319;p18: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8" name="Google Shape;328;p19: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1" lang="en-GB">
                <a:latin typeface="Times New Roman"/>
                <a:ea typeface="Times New Roman"/>
                <a:cs typeface="Times New Roman"/>
                <a:sym typeface="Times New Roman"/>
              </a:rPr>
              <a:t>COBIT 5: Enabling Processes:</a:t>
            </a:r>
            <a:endParaRPr i="1">
              <a:latin typeface="Times New Roman"/>
              <a:ea typeface="Times New Roman"/>
              <a:cs typeface="Times New Roman"/>
              <a:sym typeface="Times New Roman"/>
            </a:endParaRPr>
          </a:p>
          <a:p>
            <a:pPr indent="-76200" lvl="0" marL="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The COBIT 5 process reference model subdivides the IT-related practices and activities of the enterprise into two main areas—governance and management— with management further divided into domains of processes:</a:t>
            </a:r>
            <a:endParaRPr>
              <a:latin typeface="Times New Roman"/>
              <a:ea typeface="Times New Roman"/>
              <a:cs typeface="Times New Roman"/>
              <a:sym typeface="Times New Roman"/>
            </a:endParaRPr>
          </a:p>
          <a:p>
            <a:pPr indent="-76200" lvl="1" marL="45720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The GOVERNANCE domain contains five governance processes; within each process, evaluate, direct and monitor (EDM) practices are defined.</a:t>
            </a:r>
            <a:endParaRPr>
              <a:latin typeface="Times New Roman"/>
              <a:ea typeface="Times New Roman"/>
              <a:cs typeface="Times New Roman"/>
              <a:sym typeface="Times New Roman"/>
            </a:endParaRPr>
          </a:p>
          <a:p>
            <a:pPr indent="-76200" lvl="1" marL="45720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The four MANAGEMENT domains</a:t>
            </a:r>
            <a:r>
              <a:rPr lang="en-GB">
                <a:solidFill>
                  <a:srgbClr val="FF0000"/>
                </a:solidFill>
                <a:latin typeface="Times New Roman"/>
                <a:ea typeface="Times New Roman"/>
                <a:cs typeface="Times New Roman"/>
                <a:sym typeface="Times New Roman"/>
              </a:rPr>
              <a:t> </a:t>
            </a:r>
            <a:r>
              <a:rPr lang="en-GB">
                <a:latin typeface="Times New Roman"/>
                <a:ea typeface="Times New Roman"/>
                <a:cs typeface="Times New Roman"/>
                <a:sym typeface="Times New Roman"/>
              </a:rPr>
              <a:t>are in line with the responsibility areas of plan, build, run and monitor (PBRM).</a:t>
            </a:r>
            <a:endParaRPr>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329" name="Google Shape;329;p19: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0: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337" name="Google Shape;337;p2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8" name="Google Shape;338;p20: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3" name="Google Shape;343;p21: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21: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2: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365" name="Google Shape;365;p2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6" name="Google Shape;366;p22: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3:notes"/>
          <p:cNvSpPr/>
          <p:nvPr>
            <p:ph idx="2" type="sldImg"/>
          </p:nvPr>
        </p:nvSpPr>
        <p:spPr>
          <a:xfrm>
            <a:off x="2895600" y="304800"/>
            <a:ext cx="3643313" cy="27320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1" name="Google Shape;371;p23:notes"/>
          <p:cNvSpPr txBox="1"/>
          <p:nvPr>
            <p:ph idx="1" type="body"/>
          </p:nvPr>
        </p:nvSpPr>
        <p:spPr>
          <a:xfrm>
            <a:off x="152400" y="3276600"/>
            <a:ext cx="6400800" cy="4183063"/>
          </a:xfrm>
          <a:prstGeom prst="rect">
            <a:avLst/>
          </a:prstGeom>
          <a:noFill/>
          <a:ln>
            <a:noFill/>
          </a:ln>
        </p:spPr>
        <p:txBody>
          <a:bodyPr anchorCtr="0" anchor="t" bIns="45700" lIns="91425" spcFirstLastPara="1" rIns="91425" wrap="square" tIns="45700">
            <a:noAutofit/>
          </a:bodyPr>
          <a:lstStyle/>
          <a:p>
            <a:pPr indent="-76200" lvl="0" marL="0" rtl="0" algn="l">
              <a:spcBef>
                <a:spcPts val="0"/>
              </a:spcBef>
              <a:spcAft>
                <a:spcPts val="0"/>
              </a:spcAft>
              <a:buClr>
                <a:srgbClr val="CC9900"/>
              </a:buClr>
              <a:buSzPts val="1200"/>
              <a:buFont typeface="Times New Roman"/>
              <a:buChar char="•"/>
            </a:pPr>
            <a:r>
              <a:rPr lang="en-GB">
                <a:latin typeface="Times New Roman"/>
                <a:ea typeface="Times New Roman"/>
                <a:cs typeface="Times New Roman"/>
                <a:sym typeface="Times New Roman"/>
              </a:rPr>
              <a:t>The improvement of the governance of enterprise IT (GEIT) is widely recognised by top management as an essential part of enterprise governance.</a:t>
            </a:r>
            <a:endParaRPr>
              <a:latin typeface="Times New Roman"/>
              <a:ea typeface="Times New Roman"/>
              <a:cs typeface="Times New Roman"/>
              <a:sym typeface="Times New Roman"/>
            </a:endParaRPr>
          </a:p>
          <a:p>
            <a:pPr indent="-76200" lvl="0" marL="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Information and the pervasiveness of information technology are increasingly part of every aspect of business and public life.</a:t>
            </a:r>
            <a:endParaRPr>
              <a:latin typeface="Times New Roman"/>
              <a:ea typeface="Times New Roman"/>
              <a:cs typeface="Times New Roman"/>
              <a:sym typeface="Times New Roman"/>
            </a:endParaRPr>
          </a:p>
          <a:p>
            <a:pPr indent="-76200" lvl="0" marL="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The need to drive more value from IT investments and manage an increasing array of IT-related risk has never been greater.</a:t>
            </a:r>
            <a:endParaRPr>
              <a:latin typeface="Times New Roman"/>
              <a:ea typeface="Times New Roman"/>
              <a:cs typeface="Times New Roman"/>
              <a:sym typeface="Times New Roman"/>
            </a:endParaRPr>
          </a:p>
          <a:p>
            <a:pPr indent="-76200" lvl="0" marL="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Increasing regulation and legislation over business use of information is also driving heightened awareness of the importance of a well-governed and managed IT environment.</a:t>
            </a:r>
            <a:endParaRPr>
              <a:latin typeface="Times New Roman"/>
              <a:ea typeface="Times New Roman"/>
              <a:cs typeface="Times New Roman"/>
              <a:sym typeface="Times New Roman"/>
            </a:endParaRPr>
          </a:p>
          <a:p>
            <a:pPr indent="0" lvl="0" marL="0" rtl="0" algn="l">
              <a:spcBef>
                <a:spcPts val="360"/>
              </a:spcBef>
              <a:spcAft>
                <a:spcPts val="0"/>
              </a:spcAft>
              <a:buNone/>
            </a:pPr>
            <a:r>
              <a:t/>
            </a:r>
            <a:endParaRPr/>
          </a:p>
          <a:p>
            <a:pPr indent="-342900" lvl="0" marL="34290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ISACA has developed the COBIT 5 framework to help enterprises implement sound governance enablers. Indeed, implementing good GEIT is almost impossible without engaging an effective governance framework. Best practices and standards are also available to underpin COBIT 5.</a:t>
            </a:r>
            <a:endParaRPr>
              <a:latin typeface="Times New Roman"/>
              <a:ea typeface="Times New Roman"/>
              <a:cs typeface="Times New Roman"/>
              <a:sym typeface="Times New Roman"/>
            </a:endParaRPr>
          </a:p>
          <a:p>
            <a:pPr indent="-342900" lvl="0" marL="34290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Frameworks, best practices and standards are useful only if they are adopted and adapted effectively. There are challenges that need to be overcome and issues that need to be addressed if GEIT is to be implemented successfully.</a:t>
            </a:r>
            <a:endParaRPr b="1">
              <a:latin typeface="Times New Roman"/>
              <a:ea typeface="Times New Roman"/>
              <a:cs typeface="Times New Roman"/>
              <a:sym typeface="Times New Roman"/>
            </a:endParaRPr>
          </a:p>
          <a:p>
            <a:pPr indent="-342900" lvl="0" marL="342900" rtl="0" algn="l">
              <a:spcBef>
                <a:spcPts val="240"/>
              </a:spcBef>
              <a:spcAft>
                <a:spcPts val="0"/>
              </a:spcAft>
              <a:buClr>
                <a:srgbClr val="CC9900"/>
              </a:buClr>
              <a:buSzPts val="1200"/>
              <a:buFont typeface="Times New Roman"/>
              <a:buChar char="•"/>
            </a:pPr>
            <a:r>
              <a:rPr b="1" i="1" lang="en-GB">
                <a:latin typeface="Times New Roman"/>
                <a:ea typeface="Times New Roman"/>
                <a:cs typeface="Times New Roman"/>
                <a:sym typeface="Times New Roman"/>
              </a:rPr>
              <a:t>COBIT 5: Implementation </a:t>
            </a:r>
            <a:r>
              <a:rPr b="1" lang="en-GB">
                <a:latin typeface="Times New Roman"/>
                <a:ea typeface="Times New Roman"/>
                <a:cs typeface="Times New Roman"/>
                <a:sym typeface="Times New Roman"/>
              </a:rPr>
              <a:t>provides guidance on how to do this.</a:t>
            </a:r>
            <a:endParaRPr b="1">
              <a:latin typeface="Times New Roman"/>
              <a:ea typeface="Times New Roman"/>
              <a:cs typeface="Times New Roman"/>
              <a:sym typeface="Times New Roman"/>
            </a:endParaRPr>
          </a:p>
          <a:p>
            <a:pPr indent="0" lvl="0" marL="0" rtl="0" algn="l">
              <a:spcBef>
                <a:spcPts val="360"/>
              </a:spcBef>
              <a:spcAft>
                <a:spcPts val="0"/>
              </a:spcAft>
              <a:buNone/>
            </a:pPr>
            <a:r>
              <a:t/>
            </a:r>
            <a:endParaRPr/>
          </a:p>
          <a:p>
            <a:pPr indent="-342900" lvl="0" marL="342900" rtl="0" algn="l">
              <a:spcBef>
                <a:spcPts val="240"/>
              </a:spcBef>
              <a:spcAft>
                <a:spcPts val="0"/>
              </a:spcAft>
              <a:buClr>
                <a:srgbClr val="CC9900"/>
              </a:buClr>
              <a:buSzPts val="1200"/>
              <a:buFont typeface="Times New Roman"/>
              <a:buChar char="•"/>
            </a:pPr>
            <a:r>
              <a:rPr i="1" lang="en-GB">
                <a:latin typeface="Times New Roman"/>
                <a:ea typeface="Times New Roman"/>
                <a:cs typeface="Times New Roman"/>
                <a:sym typeface="Times New Roman"/>
              </a:rPr>
              <a:t>COBIT 5: Implementation </a:t>
            </a:r>
            <a:r>
              <a:rPr lang="en-GB">
                <a:latin typeface="Times New Roman"/>
                <a:ea typeface="Times New Roman"/>
                <a:cs typeface="Times New Roman"/>
                <a:sym typeface="Times New Roman"/>
              </a:rPr>
              <a:t>covers the following subjects:</a:t>
            </a:r>
            <a:endParaRPr>
              <a:latin typeface="Times New Roman"/>
              <a:ea typeface="Times New Roman"/>
              <a:cs typeface="Times New Roman"/>
              <a:sym typeface="Times New Roman"/>
            </a:endParaRPr>
          </a:p>
          <a:p>
            <a:pPr indent="-342900" lvl="1" marL="80010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Positioning GEIT</a:t>
            </a:r>
            <a:r>
              <a:rPr i="1" lang="en-GB">
                <a:latin typeface="Times New Roman"/>
                <a:ea typeface="Times New Roman"/>
                <a:cs typeface="Times New Roman"/>
                <a:sym typeface="Times New Roman"/>
              </a:rPr>
              <a:t> </a:t>
            </a:r>
            <a:r>
              <a:rPr lang="en-GB">
                <a:latin typeface="Times New Roman"/>
                <a:ea typeface="Times New Roman"/>
                <a:cs typeface="Times New Roman"/>
                <a:sym typeface="Times New Roman"/>
              </a:rPr>
              <a:t>within an enterprise</a:t>
            </a:r>
            <a:endParaRPr>
              <a:latin typeface="Times New Roman"/>
              <a:ea typeface="Times New Roman"/>
              <a:cs typeface="Times New Roman"/>
              <a:sym typeface="Times New Roman"/>
            </a:endParaRPr>
          </a:p>
          <a:p>
            <a:pPr indent="-342900" lvl="1" marL="80010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Taking the first steps towards improving</a:t>
            </a:r>
            <a:r>
              <a:rPr i="1" lang="en-GB">
                <a:latin typeface="Times New Roman"/>
                <a:ea typeface="Times New Roman"/>
                <a:cs typeface="Times New Roman"/>
                <a:sym typeface="Times New Roman"/>
              </a:rPr>
              <a:t> </a:t>
            </a:r>
            <a:r>
              <a:rPr lang="en-GB">
                <a:latin typeface="Times New Roman"/>
                <a:ea typeface="Times New Roman"/>
                <a:cs typeface="Times New Roman"/>
                <a:sym typeface="Times New Roman"/>
              </a:rPr>
              <a:t>GEIT </a:t>
            </a:r>
            <a:endParaRPr>
              <a:latin typeface="Times New Roman"/>
              <a:ea typeface="Times New Roman"/>
              <a:cs typeface="Times New Roman"/>
              <a:sym typeface="Times New Roman"/>
            </a:endParaRPr>
          </a:p>
          <a:p>
            <a:pPr indent="-342900" lvl="1" marL="80010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Implementation challenges and success factors</a:t>
            </a:r>
            <a:endParaRPr>
              <a:latin typeface="Times New Roman"/>
              <a:ea typeface="Times New Roman"/>
              <a:cs typeface="Times New Roman"/>
              <a:sym typeface="Times New Roman"/>
            </a:endParaRPr>
          </a:p>
          <a:p>
            <a:pPr indent="-342900" lvl="1" marL="80010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Enabling</a:t>
            </a:r>
            <a:r>
              <a:rPr i="1" lang="en-GB">
                <a:latin typeface="Times New Roman"/>
                <a:ea typeface="Times New Roman"/>
                <a:cs typeface="Times New Roman"/>
                <a:sym typeface="Times New Roman"/>
              </a:rPr>
              <a:t> </a:t>
            </a:r>
            <a:r>
              <a:rPr lang="en-GB">
                <a:latin typeface="Times New Roman"/>
                <a:ea typeface="Times New Roman"/>
                <a:cs typeface="Times New Roman"/>
                <a:sym typeface="Times New Roman"/>
              </a:rPr>
              <a:t>GEIT-related organisational and behavioural change </a:t>
            </a:r>
            <a:endParaRPr>
              <a:latin typeface="Times New Roman"/>
              <a:ea typeface="Times New Roman"/>
              <a:cs typeface="Times New Roman"/>
              <a:sym typeface="Times New Roman"/>
            </a:endParaRPr>
          </a:p>
          <a:p>
            <a:pPr indent="-342900" lvl="1" marL="80010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Implementing continual improvement that includes change enablement and programme management</a:t>
            </a:r>
            <a:endParaRPr>
              <a:latin typeface="Times New Roman"/>
              <a:ea typeface="Times New Roman"/>
              <a:cs typeface="Times New Roman"/>
              <a:sym typeface="Times New Roman"/>
            </a:endParaRPr>
          </a:p>
          <a:p>
            <a:pPr indent="-342900" lvl="1" marL="800100" rtl="0" algn="l">
              <a:spcBef>
                <a:spcPts val="240"/>
              </a:spcBef>
              <a:spcAft>
                <a:spcPts val="0"/>
              </a:spcAft>
              <a:buClr>
                <a:srgbClr val="CC9900"/>
              </a:buClr>
              <a:buSzPts val="1200"/>
              <a:buFont typeface="Times New Roman"/>
              <a:buChar char="•"/>
            </a:pPr>
            <a:r>
              <a:rPr lang="en-GB">
                <a:latin typeface="Times New Roman"/>
                <a:ea typeface="Times New Roman"/>
                <a:cs typeface="Times New Roman"/>
                <a:sym typeface="Times New Roman"/>
              </a:rPr>
              <a:t>Using COBIT 5 and its components</a:t>
            </a:r>
            <a:endParaRPr>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372" name="Google Shape;372;p23: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2" name="Google Shape;382;p24: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24: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0" name="Google Shape;390;p25: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25: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6: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398" name="Google Shape;398;p2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9" name="Google Shape;399;p26: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4" name="Google Shape;404;p27: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27: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3" name="Google Shape;413;p28: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28: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26" name="Google Shape;426;p29: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29: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39" name="Google Shape;439;p30: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30: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1: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latin typeface="Arial"/>
                <a:ea typeface="Arial"/>
                <a:cs typeface="Arial"/>
                <a:sym typeface="Arial"/>
              </a:rPr>
              <a:t>‹#›</a:t>
            </a:fld>
            <a:endParaRPr sz="1200">
              <a:latin typeface="Arial"/>
              <a:ea typeface="Arial"/>
              <a:cs typeface="Arial"/>
              <a:sym typeface="Arial"/>
            </a:endParaRPr>
          </a:p>
        </p:txBody>
      </p:sp>
      <p:sp>
        <p:nvSpPr>
          <p:cNvPr id="452" name="Google Shape;452;p3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53" name="Google Shape;453;p31: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2:notes"/>
          <p:cNvSpPr txBox="1"/>
          <p:nvPr>
            <p:ph idx="1" type="body"/>
          </p:nvPr>
        </p:nvSpPr>
        <p:spPr>
          <a:xfrm>
            <a:off x="700088" y="4416425"/>
            <a:ext cx="5610225" cy="418306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9" name="Google Shape;459;p3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3: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
        <p:nvSpPr>
          <p:cNvPr id="466" name="Google Shape;466;p3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67" name="Google Shape;467;p33: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34: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
        <p:nvSpPr>
          <p:cNvPr id="474" name="Google Shape;474;p3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75" name="Google Shape;475;p34: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36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82" name="Google Shape;482;p35: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35: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90" name="Google Shape;490;p36: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36: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98" name="Google Shape;498;p37: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37: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07" name="Google Shape;507;p38: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38: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16" name="Google Shape;516;p39: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39: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4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25" name="Google Shape;525;p40: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40: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41: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latin typeface="Arial"/>
                <a:ea typeface="Arial"/>
                <a:cs typeface="Arial"/>
                <a:sym typeface="Arial"/>
              </a:rPr>
              <a:t>‹#›</a:t>
            </a:fld>
            <a:endParaRPr sz="1200">
              <a:latin typeface="Arial"/>
              <a:ea typeface="Arial"/>
              <a:cs typeface="Arial"/>
              <a:sym typeface="Arial"/>
            </a:endParaRPr>
          </a:p>
        </p:txBody>
      </p:sp>
      <p:sp>
        <p:nvSpPr>
          <p:cNvPr id="533" name="Google Shape;533;p4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34" name="Google Shape;534;p41: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4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39" name="Google Shape;539;p42: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This graphic illustrates the planned family–in the short term–for COBIT 5. The Framework is at the top. It is the basis upon which everything else is built.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It is supported by enabler guides–note that there is a process enabler guide, showing a continued presence of processes as key enablers.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The next level of support is professional guides, which will be very pragmatic, practical guidance on how to use and apply COBIT in the enterprise. </a:t>
            </a:r>
            <a:r>
              <a:rPr i="1" lang="en-GB"/>
              <a:t>COBIT for Information Security </a:t>
            </a:r>
            <a:r>
              <a:rPr lang="en-GB"/>
              <a:t>is the second of the practitioner guides–the Implementation guide is the other one that is currently available.  </a:t>
            </a:r>
            <a:r>
              <a:rPr i="1" lang="en-GB"/>
              <a:t>COBIT for Risk </a:t>
            </a:r>
            <a:r>
              <a:rPr lang="en-GB"/>
              <a:t>and </a:t>
            </a:r>
            <a:r>
              <a:rPr i="1" lang="en-GB"/>
              <a:t>COBIT for Assurance </a:t>
            </a:r>
            <a:r>
              <a:rPr lang="en-GB"/>
              <a:t>are in development.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All this will then be supported by an online collaborative environment, that will enable customisation of COBIT for the enterprise’s needs and benchmarking.</a:t>
            </a:r>
            <a:endParaRPr/>
          </a:p>
        </p:txBody>
      </p:sp>
      <p:sp>
        <p:nvSpPr>
          <p:cNvPr id="540" name="Google Shape;540;p42: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4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48" name="Google Shape;548;p43: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GB"/>
              <a:t>COBIT 5 for Information Security </a:t>
            </a:r>
            <a:r>
              <a:rPr lang="en-GB"/>
              <a:t>delivers an extended view of COBIT 5 that explains each component of COBIT 5 from an information security perspective. It is a view of information security governance and management that provides security professionals detailed guidance for using COBIT 5 as they establish, implement and maintain information security in the business policies, processes and structures of an enterprise.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Additional value for information security constituents will be created through additional explanations, activities, processes and recommendations.</a:t>
            </a:r>
            <a:endParaRPr/>
          </a:p>
          <a:p>
            <a:pPr indent="0" lvl="0" marL="0" rtl="0" algn="l">
              <a:spcBef>
                <a:spcPts val="360"/>
              </a:spcBef>
              <a:spcAft>
                <a:spcPts val="0"/>
              </a:spcAft>
              <a:buNone/>
            </a:pPr>
            <a:r>
              <a:t/>
            </a:r>
            <a:endParaRPr/>
          </a:p>
        </p:txBody>
      </p:sp>
      <p:sp>
        <p:nvSpPr>
          <p:cNvPr id="549" name="Google Shape;549;p43: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4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57" name="Google Shape;557;p44: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rmAutofit/>
          </a:bodyPr>
          <a:lstStyle/>
          <a:p>
            <a:pPr indent="0" lvl="1" marL="457200" marR="0" rtl="0" algn="l">
              <a:lnSpc>
                <a:spcPct val="80000"/>
              </a:lnSpc>
              <a:spcBef>
                <a:spcPts val="0"/>
              </a:spcBef>
              <a:spcAft>
                <a:spcPts val="0"/>
              </a:spcAft>
              <a:buClr>
                <a:schemeClr val="dk1"/>
              </a:buClr>
              <a:buSzPts val="1110"/>
              <a:buFont typeface="Arial"/>
              <a:buNone/>
            </a:pPr>
            <a:r>
              <a:rPr b="0" i="1" lang="en-GB" sz="1110" u="none" cap="none" strike="noStrike">
                <a:solidFill>
                  <a:schemeClr val="dk1"/>
                </a:solidFill>
                <a:latin typeface="Arial"/>
                <a:ea typeface="Arial"/>
                <a:cs typeface="Arial"/>
                <a:sym typeface="Arial"/>
              </a:rPr>
              <a:t>COBIT 5 for Information Security </a:t>
            </a:r>
            <a:r>
              <a:rPr b="0" i="0" lang="en-GB" sz="1110" u="none" cap="none" strike="noStrike">
                <a:solidFill>
                  <a:schemeClr val="dk1"/>
                </a:solidFill>
                <a:latin typeface="Arial"/>
                <a:ea typeface="Arial"/>
                <a:cs typeface="Arial"/>
                <a:sym typeface="Arial"/>
              </a:rPr>
              <a:t>contains:</a:t>
            </a:r>
            <a:endParaRPr b="0" i="0" sz="1110" u="none" cap="none" strike="noStrike">
              <a:solidFill>
                <a:schemeClr val="dk1"/>
              </a:solidFill>
              <a:latin typeface="Arial"/>
              <a:ea typeface="Arial"/>
              <a:cs typeface="Arial"/>
              <a:sym typeface="Arial"/>
            </a:endParaRPr>
          </a:p>
          <a:p>
            <a:pPr indent="-70484" lvl="1" marL="457200" marR="0" rtl="0" algn="l">
              <a:lnSpc>
                <a:spcPct val="80000"/>
              </a:lnSpc>
              <a:spcBef>
                <a:spcPts val="333"/>
              </a:spcBef>
              <a:spcAft>
                <a:spcPts val="0"/>
              </a:spcAft>
              <a:buClr>
                <a:schemeClr val="dk1"/>
              </a:buClr>
              <a:buSzPts val="1110"/>
              <a:buFont typeface="Arial"/>
              <a:buChar char="•"/>
            </a:pPr>
            <a:r>
              <a:rPr b="0" i="0" lang="en-GB" sz="1110" u="none" cap="none" strike="noStrike">
                <a:solidFill>
                  <a:schemeClr val="dk1"/>
                </a:solidFill>
                <a:latin typeface="Arial"/>
                <a:ea typeface="Arial"/>
                <a:cs typeface="Arial"/>
                <a:sym typeface="Arial"/>
              </a:rPr>
              <a:t>Guidance on the enterprise business drivers and benefits related to information security</a:t>
            </a:r>
            <a:endParaRPr b="0" i="0" sz="1110" u="none" cap="none" strike="noStrike">
              <a:solidFill>
                <a:schemeClr val="dk1"/>
              </a:solidFill>
              <a:latin typeface="Arial"/>
              <a:ea typeface="Arial"/>
              <a:cs typeface="Arial"/>
              <a:sym typeface="Arial"/>
            </a:endParaRPr>
          </a:p>
          <a:p>
            <a:pPr indent="0" lvl="1" marL="457200" marR="0" rtl="0" algn="l">
              <a:lnSpc>
                <a:spcPct val="80000"/>
              </a:lnSpc>
              <a:spcBef>
                <a:spcPts val="333"/>
              </a:spcBef>
              <a:spcAft>
                <a:spcPts val="0"/>
              </a:spcAft>
              <a:buClr>
                <a:schemeClr val="dk1"/>
              </a:buClr>
              <a:buSzPts val="1110"/>
              <a:buFont typeface="Arial"/>
              <a:buNone/>
            </a:pPr>
            <a:r>
              <a:t/>
            </a:r>
            <a:endParaRPr b="0" i="0" sz="1110" u="none" cap="none" strike="noStrike">
              <a:solidFill>
                <a:schemeClr val="dk1"/>
              </a:solidFill>
              <a:latin typeface="Arial"/>
              <a:ea typeface="Arial"/>
              <a:cs typeface="Arial"/>
              <a:sym typeface="Arial"/>
            </a:endParaRPr>
          </a:p>
          <a:p>
            <a:pPr indent="-70484" lvl="1" marL="457200" marR="0" rtl="0" algn="l">
              <a:lnSpc>
                <a:spcPct val="80000"/>
              </a:lnSpc>
              <a:spcBef>
                <a:spcPts val="333"/>
              </a:spcBef>
              <a:spcAft>
                <a:spcPts val="0"/>
              </a:spcAft>
              <a:buClr>
                <a:schemeClr val="dk1"/>
              </a:buClr>
              <a:buSzPts val="1110"/>
              <a:buFont typeface="Arial"/>
              <a:buChar char="•"/>
            </a:pPr>
            <a:r>
              <a:rPr b="0" i="0" lang="en-GB" sz="1110" u="none" cap="none" strike="noStrike">
                <a:solidFill>
                  <a:schemeClr val="dk1"/>
                </a:solidFill>
                <a:latin typeface="Arial"/>
                <a:ea typeface="Arial"/>
                <a:cs typeface="Arial"/>
                <a:sym typeface="Arial"/>
              </a:rPr>
              <a:t>How the COBIT 5 principles can be viewed and applied from an information security professionals’ perspective</a:t>
            </a:r>
            <a:endParaRPr b="0" i="0" sz="1110" u="none" cap="none" strike="noStrike">
              <a:solidFill>
                <a:schemeClr val="dk1"/>
              </a:solidFill>
              <a:latin typeface="Arial"/>
              <a:ea typeface="Arial"/>
              <a:cs typeface="Arial"/>
              <a:sym typeface="Arial"/>
            </a:endParaRPr>
          </a:p>
          <a:p>
            <a:pPr indent="0" lvl="1" marL="457200" marR="0" rtl="0" algn="l">
              <a:lnSpc>
                <a:spcPct val="80000"/>
              </a:lnSpc>
              <a:spcBef>
                <a:spcPts val="333"/>
              </a:spcBef>
              <a:spcAft>
                <a:spcPts val="0"/>
              </a:spcAft>
              <a:buClr>
                <a:schemeClr val="dk1"/>
              </a:buClr>
              <a:buSzPts val="1110"/>
              <a:buFont typeface="Arial"/>
              <a:buNone/>
            </a:pPr>
            <a:r>
              <a:t/>
            </a:r>
            <a:endParaRPr b="0" i="0" sz="1110" u="none" cap="none" strike="noStrike">
              <a:solidFill>
                <a:schemeClr val="dk1"/>
              </a:solidFill>
              <a:latin typeface="Arial"/>
              <a:ea typeface="Arial"/>
              <a:cs typeface="Arial"/>
              <a:sym typeface="Arial"/>
            </a:endParaRPr>
          </a:p>
          <a:p>
            <a:pPr indent="-70484" lvl="1" marL="457200" marR="0" rtl="0" algn="l">
              <a:lnSpc>
                <a:spcPct val="80000"/>
              </a:lnSpc>
              <a:spcBef>
                <a:spcPts val="333"/>
              </a:spcBef>
              <a:spcAft>
                <a:spcPts val="0"/>
              </a:spcAft>
              <a:buClr>
                <a:schemeClr val="dk1"/>
              </a:buClr>
              <a:buSzPts val="1110"/>
              <a:buFont typeface="Arial"/>
              <a:buChar char="•"/>
            </a:pPr>
            <a:r>
              <a:rPr b="0" i="0" lang="en-GB" sz="1110" u="none" cap="none" strike="noStrike">
                <a:solidFill>
                  <a:schemeClr val="dk1"/>
                </a:solidFill>
                <a:latin typeface="Arial"/>
                <a:ea typeface="Arial"/>
                <a:cs typeface="Arial"/>
                <a:sym typeface="Arial"/>
              </a:rPr>
              <a:t>How the COBIT 5 enablers can be used by information security professionals to support enterprise governance and management of information security arrangements</a:t>
            </a:r>
            <a:endParaRPr b="0" i="0" sz="1110" u="none" cap="none" strike="noStrike">
              <a:solidFill>
                <a:schemeClr val="dk1"/>
              </a:solidFill>
              <a:latin typeface="Arial"/>
              <a:ea typeface="Arial"/>
              <a:cs typeface="Arial"/>
              <a:sym typeface="Arial"/>
            </a:endParaRPr>
          </a:p>
          <a:p>
            <a:pPr indent="0" lvl="1" marL="457200" marR="0" rtl="0" algn="l">
              <a:lnSpc>
                <a:spcPct val="80000"/>
              </a:lnSpc>
              <a:spcBef>
                <a:spcPts val="333"/>
              </a:spcBef>
              <a:spcAft>
                <a:spcPts val="0"/>
              </a:spcAft>
              <a:buClr>
                <a:schemeClr val="dk1"/>
              </a:buClr>
              <a:buSzPts val="1110"/>
              <a:buFont typeface="Arial"/>
              <a:buNone/>
            </a:pPr>
            <a:r>
              <a:t/>
            </a:r>
            <a:endParaRPr b="0" i="0" sz="1110" u="none" cap="none" strike="noStrike">
              <a:solidFill>
                <a:schemeClr val="dk1"/>
              </a:solidFill>
              <a:latin typeface="Arial"/>
              <a:ea typeface="Arial"/>
              <a:cs typeface="Arial"/>
              <a:sym typeface="Arial"/>
            </a:endParaRPr>
          </a:p>
          <a:p>
            <a:pPr indent="-70484" lvl="1" marL="457200" marR="0" rtl="0" algn="l">
              <a:lnSpc>
                <a:spcPct val="80000"/>
              </a:lnSpc>
              <a:spcBef>
                <a:spcPts val="333"/>
              </a:spcBef>
              <a:spcAft>
                <a:spcPts val="0"/>
              </a:spcAft>
              <a:buClr>
                <a:schemeClr val="dk1"/>
              </a:buClr>
              <a:buSzPts val="1110"/>
              <a:buFont typeface="Arial"/>
              <a:buChar char="•"/>
            </a:pPr>
            <a:r>
              <a:rPr b="0" i="0" lang="en-GB" sz="1110" u="none" cap="none" strike="noStrike">
                <a:solidFill>
                  <a:schemeClr val="dk1"/>
                </a:solidFill>
                <a:latin typeface="Arial"/>
                <a:ea typeface="Arial"/>
                <a:cs typeface="Arial"/>
                <a:sym typeface="Arial"/>
              </a:rPr>
              <a:t>How </a:t>
            </a:r>
            <a:r>
              <a:rPr b="0" i="1" lang="en-GB" sz="1110" u="none" cap="none" strike="noStrike">
                <a:solidFill>
                  <a:schemeClr val="dk1"/>
                </a:solidFill>
                <a:latin typeface="Arial"/>
                <a:ea typeface="Arial"/>
                <a:cs typeface="Arial"/>
                <a:sym typeface="Arial"/>
              </a:rPr>
              <a:t>COBIT 5 for Information Security </a:t>
            </a:r>
            <a:r>
              <a:rPr b="0" i="0" lang="en-GB" sz="1110" u="none" cap="none" strike="noStrike">
                <a:solidFill>
                  <a:schemeClr val="dk1"/>
                </a:solidFill>
                <a:latin typeface="Arial"/>
                <a:ea typeface="Arial"/>
                <a:cs typeface="Arial"/>
                <a:sym typeface="Arial"/>
              </a:rPr>
              <a:t>guidance aligns with other information security standards</a:t>
            </a:r>
            <a:endParaRPr b="0" i="0" sz="1110" u="none" cap="none" strike="noStrike">
              <a:solidFill>
                <a:schemeClr val="dk1"/>
              </a:solidFill>
              <a:latin typeface="Arial"/>
              <a:ea typeface="Arial"/>
              <a:cs typeface="Arial"/>
              <a:sym typeface="Arial"/>
            </a:endParaRPr>
          </a:p>
          <a:p>
            <a:pPr indent="0" lvl="0" marL="0" marR="0" rtl="0" algn="l">
              <a:lnSpc>
                <a:spcPct val="90000"/>
              </a:lnSpc>
              <a:spcBef>
                <a:spcPts val="333"/>
              </a:spcBef>
              <a:spcAft>
                <a:spcPts val="0"/>
              </a:spcAft>
              <a:buClr>
                <a:schemeClr val="dk1"/>
              </a:buClr>
              <a:buSzPts val="1110"/>
              <a:buFont typeface="Arial"/>
              <a:buNone/>
            </a:pPr>
            <a:r>
              <a:t/>
            </a:r>
            <a:endParaRPr b="0" i="0" sz="1110" u="none" cap="none" strike="noStrike">
              <a:solidFill>
                <a:schemeClr val="dk1"/>
              </a:solidFill>
              <a:latin typeface="Arial"/>
              <a:ea typeface="Arial"/>
              <a:cs typeface="Arial"/>
              <a:sym typeface="Arial"/>
            </a:endParaRPr>
          </a:p>
        </p:txBody>
      </p:sp>
      <p:sp>
        <p:nvSpPr>
          <p:cNvPr id="558" name="Google Shape;558;p44: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4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76" name="Google Shape;576;p45: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p45: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85" name="Google Shape;585;p46: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p46: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4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94" name="Google Shape;594;p47: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47: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4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03" name="Google Shape;603;p48: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48: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12" name="Google Shape;612;p49: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49: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5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21" name="Google Shape;621;p50: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2" name="Google Shape;622;p50: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5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31" name="Google Shape;631;p51: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p51: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5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40" name="Google Shape;640;p52: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52: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5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49" name="Google Shape;649;p53: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p53: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5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59" name="Google Shape;659;p54: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54: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5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69" name="Google Shape;669;p55: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0" name="Google Shape;670;p55: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5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78" name="Google Shape;678;p56: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56: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5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87" name="Google Shape;687;p57: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8" name="Google Shape;688;p57: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5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96" name="Google Shape;696;p58: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p58: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5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05" name="Google Shape;705;p59: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p59: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6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14" name="Google Shape;714;p60: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 name="Google Shape;715;p60: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61:notes"/>
          <p:cNvSpPr txBox="1"/>
          <p:nvPr>
            <p:ph idx="1" type="body"/>
          </p:nvPr>
        </p:nvSpPr>
        <p:spPr>
          <a:xfrm>
            <a:off x="700088" y="4416425"/>
            <a:ext cx="5610225" cy="418306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23" name="Google Shape;723;p6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62:notes"/>
          <p:cNvSpPr txBox="1"/>
          <p:nvPr>
            <p:ph idx="1" type="body"/>
          </p:nvPr>
        </p:nvSpPr>
        <p:spPr>
          <a:xfrm>
            <a:off x="700088" y="4416425"/>
            <a:ext cx="5610225" cy="418306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30" name="Google Shape;730;p6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6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37" name="Google Shape;737;p63:notes"/>
          <p:cNvSpPr txBox="1"/>
          <p:nvPr>
            <p:ph idx="1" type="body"/>
          </p:nvPr>
        </p:nvSpPr>
        <p:spPr>
          <a:xfrm>
            <a:off x="700088" y="4416425"/>
            <a:ext cx="5610225" cy="41830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p63:notes"/>
          <p:cNvSpPr txBox="1"/>
          <p:nvPr>
            <p:ph idx="12" type="sldNum"/>
          </p:nvPr>
        </p:nvSpPr>
        <p:spPr>
          <a:xfrm>
            <a:off x="3971925" y="8829675"/>
            <a:ext cx="3036888" cy="4651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t>‹#›</a:t>
            </a:fld>
            <a:endParaRPr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68"/>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68"/>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6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6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b="0" i="0" sz="1200" u="none" cap="none" strike="noStrike">
                <a:solidFill>
                  <a:srgbClr val="D0E9ED"/>
                </a:solidFill>
                <a:latin typeface="Arial"/>
                <a:ea typeface="Arial"/>
                <a:cs typeface="Arial"/>
                <a:sym typeface="Arial"/>
              </a:defRPr>
            </a:lvl1pPr>
            <a:lvl2pPr indent="0" lvl="1" marL="0" marR="0" algn="r">
              <a:spcBef>
                <a:spcPts val="0"/>
              </a:spcBef>
              <a:spcAft>
                <a:spcPts val="0"/>
              </a:spcAft>
              <a:buNone/>
              <a:defRPr b="0" i="0" sz="1200" u="none" cap="none" strike="noStrike">
                <a:solidFill>
                  <a:srgbClr val="D0E9ED"/>
                </a:solidFill>
                <a:latin typeface="Arial"/>
                <a:ea typeface="Arial"/>
                <a:cs typeface="Arial"/>
                <a:sym typeface="Arial"/>
              </a:defRPr>
            </a:lvl2pPr>
            <a:lvl3pPr indent="0" lvl="2" marL="0" marR="0" algn="r">
              <a:spcBef>
                <a:spcPts val="0"/>
              </a:spcBef>
              <a:spcAft>
                <a:spcPts val="0"/>
              </a:spcAft>
              <a:buNone/>
              <a:defRPr b="0" i="0" sz="1200" u="none" cap="none" strike="noStrike">
                <a:solidFill>
                  <a:srgbClr val="D0E9ED"/>
                </a:solidFill>
                <a:latin typeface="Arial"/>
                <a:ea typeface="Arial"/>
                <a:cs typeface="Arial"/>
                <a:sym typeface="Arial"/>
              </a:defRPr>
            </a:lvl3pPr>
            <a:lvl4pPr indent="0" lvl="3" marL="0" marR="0" algn="r">
              <a:spcBef>
                <a:spcPts val="0"/>
              </a:spcBef>
              <a:spcAft>
                <a:spcPts val="0"/>
              </a:spcAft>
              <a:buNone/>
              <a:defRPr b="0" i="0" sz="1200" u="none" cap="none" strike="noStrike">
                <a:solidFill>
                  <a:srgbClr val="D0E9ED"/>
                </a:solidFill>
                <a:latin typeface="Arial"/>
                <a:ea typeface="Arial"/>
                <a:cs typeface="Arial"/>
                <a:sym typeface="Arial"/>
              </a:defRPr>
            </a:lvl4pPr>
            <a:lvl5pPr indent="0" lvl="4" marL="0" marR="0" algn="r">
              <a:spcBef>
                <a:spcPts val="0"/>
              </a:spcBef>
              <a:spcAft>
                <a:spcPts val="0"/>
              </a:spcAft>
              <a:buNone/>
              <a:defRPr b="0" i="0" sz="1200" u="none" cap="none" strike="noStrike">
                <a:solidFill>
                  <a:srgbClr val="D0E9ED"/>
                </a:solidFill>
                <a:latin typeface="Arial"/>
                <a:ea typeface="Arial"/>
                <a:cs typeface="Arial"/>
                <a:sym typeface="Arial"/>
              </a:defRPr>
            </a:lvl5pPr>
            <a:lvl6pPr indent="0" lvl="5" marL="0" marR="0" algn="r">
              <a:spcBef>
                <a:spcPts val="0"/>
              </a:spcBef>
              <a:spcAft>
                <a:spcPts val="0"/>
              </a:spcAft>
              <a:buNone/>
              <a:defRPr b="0" i="0" sz="1200" u="none" cap="none" strike="noStrike">
                <a:solidFill>
                  <a:srgbClr val="D0E9ED"/>
                </a:solidFill>
                <a:latin typeface="Arial"/>
                <a:ea typeface="Arial"/>
                <a:cs typeface="Arial"/>
                <a:sym typeface="Arial"/>
              </a:defRPr>
            </a:lvl6pPr>
            <a:lvl7pPr indent="0" lvl="6" marL="0" marR="0" algn="r">
              <a:spcBef>
                <a:spcPts val="0"/>
              </a:spcBef>
              <a:spcAft>
                <a:spcPts val="0"/>
              </a:spcAft>
              <a:buNone/>
              <a:defRPr b="0" i="0" sz="1200" u="none" cap="none" strike="noStrike">
                <a:solidFill>
                  <a:srgbClr val="D0E9ED"/>
                </a:solidFill>
                <a:latin typeface="Arial"/>
                <a:ea typeface="Arial"/>
                <a:cs typeface="Arial"/>
                <a:sym typeface="Arial"/>
              </a:defRPr>
            </a:lvl7pPr>
            <a:lvl8pPr indent="0" lvl="7" marL="0" marR="0" algn="r">
              <a:spcBef>
                <a:spcPts val="0"/>
              </a:spcBef>
              <a:spcAft>
                <a:spcPts val="0"/>
              </a:spcAft>
              <a:buNone/>
              <a:defRPr b="0" i="0" sz="1200" u="none" cap="none" strike="noStrike">
                <a:solidFill>
                  <a:srgbClr val="D0E9ED"/>
                </a:solidFill>
                <a:latin typeface="Arial"/>
                <a:ea typeface="Arial"/>
                <a:cs typeface="Arial"/>
                <a:sym typeface="Arial"/>
              </a:defRPr>
            </a:lvl8pPr>
            <a:lvl9pPr indent="0" lvl="8" marL="0" marR="0" algn="r">
              <a:spcBef>
                <a:spcPts val="0"/>
              </a:spcBef>
              <a:spcAft>
                <a:spcPts val="0"/>
              </a:spcAft>
              <a:buNone/>
              <a:defRPr b="0" i="0" sz="1200" u="none" cap="none" strike="noStrike">
                <a:solidFill>
                  <a:srgbClr val="D0E9ED"/>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69"/>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9"/>
          <p:cNvSpPr txBox="1"/>
          <p:nvPr>
            <p:ph idx="1" type="body"/>
          </p:nvPr>
        </p:nvSpPr>
        <p:spPr>
          <a:xfrm>
            <a:off x="457200" y="1935163"/>
            <a:ext cx="8229600" cy="4389437"/>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6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sz="1200">
                <a:solidFill>
                  <a:srgbClr val="035C75"/>
                </a:solidFill>
                <a:latin typeface="Arial"/>
                <a:ea typeface="Arial"/>
                <a:cs typeface="Arial"/>
                <a:sym typeface="Arial"/>
              </a:defRPr>
            </a:lvl1pPr>
            <a:lvl2pPr indent="0" lvl="1" marL="0" marR="0" algn="r">
              <a:spcBef>
                <a:spcPts val="0"/>
              </a:spcBef>
              <a:spcAft>
                <a:spcPts val="0"/>
              </a:spcAft>
              <a:buNone/>
              <a:defRPr sz="1200">
                <a:solidFill>
                  <a:srgbClr val="035C75"/>
                </a:solidFill>
                <a:latin typeface="Arial"/>
                <a:ea typeface="Arial"/>
                <a:cs typeface="Arial"/>
                <a:sym typeface="Arial"/>
              </a:defRPr>
            </a:lvl2pPr>
            <a:lvl3pPr indent="0" lvl="2" marL="0" marR="0" algn="r">
              <a:spcBef>
                <a:spcPts val="0"/>
              </a:spcBef>
              <a:spcAft>
                <a:spcPts val="0"/>
              </a:spcAft>
              <a:buNone/>
              <a:defRPr sz="1200">
                <a:solidFill>
                  <a:srgbClr val="035C75"/>
                </a:solidFill>
                <a:latin typeface="Arial"/>
                <a:ea typeface="Arial"/>
                <a:cs typeface="Arial"/>
                <a:sym typeface="Arial"/>
              </a:defRPr>
            </a:lvl3pPr>
            <a:lvl4pPr indent="0" lvl="3" marL="0" marR="0" algn="r">
              <a:spcBef>
                <a:spcPts val="0"/>
              </a:spcBef>
              <a:spcAft>
                <a:spcPts val="0"/>
              </a:spcAft>
              <a:buNone/>
              <a:defRPr sz="1200">
                <a:solidFill>
                  <a:srgbClr val="035C75"/>
                </a:solidFill>
                <a:latin typeface="Arial"/>
                <a:ea typeface="Arial"/>
                <a:cs typeface="Arial"/>
                <a:sym typeface="Arial"/>
              </a:defRPr>
            </a:lvl4pPr>
            <a:lvl5pPr indent="0" lvl="4" marL="0" marR="0" algn="r">
              <a:spcBef>
                <a:spcPts val="0"/>
              </a:spcBef>
              <a:spcAft>
                <a:spcPts val="0"/>
              </a:spcAft>
              <a:buNone/>
              <a:defRPr sz="1200">
                <a:solidFill>
                  <a:srgbClr val="035C75"/>
                </a:solidFill>
                <a:latin typeface="Arial"/>
                <a:ea typeface="Arial"/>
                <a:cs typeface="Arial"/>
                <a:sym typeface="Arial"/>
              </a:defRPr>
            </a:lvl5pPr>
            <a:lvl6pPr indent="0" lvl="5" marL="0" marR="0" algn="r">
              <a:spcBef>
                <a:spcPts val="0"/>
              </a:spcBef>
              <a:spcAft>
                <a:spcPts val="0"/>
              </a:spcAft>
              <a:buNone/>
              <a:defRPr sz="1200">
                <a:solidFill>
                  <a:srgbClr val="035C75"/>
                </a:solidFill>
                <a:latin typeface="Arial"/>
                <a:ea typeface="Arial"/>
                <a:cs typeface="Arial"/>
                <a:sym typeface="Arial"/>
              </a:defRPr>
            </a:lvl6pPr>
            <a:lvl7pPr indent="0" lvl="6" marL="0" marR="0" algn="r">
              <a:spcBef>
                <a:spcPts val="0"/>
              </a:spcBef>
              <a:spcAft>
                <a:spcPts val="0"/>
              </a:spcAft>
              <a:buNone/>
              <a:defRPr sz="1200">
                <a:solidFill>
                  <a:srgbClr val="035C75"/>
                </a:solidFill>
                <a:latin typeface="Arial"/>
                <a:ea typeface="Arial"/>
                <a:cs typeface="Arial"/>
                <a:sym typeface="Arial"/>
              </a:defRPr>
            </a:lvl7pPr>
            <a:lvl8pPr indent="0" lvl="7" marL="0" marR="0" algn="r">
              <a:spcBef>
                <a:spcPts val="0"/>
              </a:spcBef>
              <a:spcAft>
                <a:spcPts val="0"/>
              </a:spcAft>
              <a:buNone/>
              <a:defRPr sz="1200">
                <a:solidFill>
                  <a:srgbClr val="035C75"/>
                </a:solidFill>
                <a:latin typeface="Arial"/>
                <a:ea typeface="Arial"/>
                <a:cs typeface="Arial"/>
                <a:sym typeface="Arial"/>
              </a:defRPr>
            </a:lvl8pPr>
            <a:lvl9pPr indent="0" lvl="8" marL="0" marR="0" algn="r">
              <a:spcBef>
                <a:spcPts val="0"/>
              </a:spcBef>
              <a:spcAft>
                <a:spcPts val="0"/>
              </a:spcAft>
              <a:buNone/>
              <a:defRPr sz="1200">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7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sz="1200">
                <a:solidFill>
                  <a:srgbClr val="035C75"/>
                </a:solidFill>
                <a:latin typeface="Arial"/>
                <a:ea typeface="Arial"/>
                <a:cs typeface="Arial"/>
                <a:sym typeface="Arial"/>
              </a:defRPr>
            </a:lvl1pPr>
            <a:lvl2pPr indent="0" lvl="1" marL="0" marR="0" algn="r">
              <a:spcBef>
                <a:spcPts val="0"/>
              </a:spcBef>
              <a:spcAft>
                <a:spcPts val="0"/>
              </a:spcAft>
              <a:buNone/>
              <a:defRPr sz="1200">
                <a:solidFill>
                  <a:srgbClr val="035C75"/>
                </a:solidFill>
                <a:latin typeface="Arial"/>
                <a:ea typeface="Arial"/>
                <a:cs typeface="Arial"/>
                <a:sym typeface="Arial"/>
              </a:defRPr>
            </a:lvl2pPr>
            <a:lvl3pPr indent="0" lvl="2" marL="0" marR="0" algn="r">
              <a:spcBef>
                <a:spcPts val="0"/>
              </a:spcBef>
              <a:spcAft>
                <a:spcPts val="0"/>
              </a:spcAft>
              <a:buNone/>
              <a:defRPr sz="1200">
                <a:solidFill>
                  <a:srgbClr val="035C75"/>
                </a:solidFill>
                <a:latin typeface="Arial"/>
                <a:ea typeface="Arial"/>
                <a:cs typeface="Arial"/>
                <a:sym typeface="Arial"/>
              </a:defRPr>
            </a:lvl3pPr>
            <a:lvl4pPr indent="0" lvl="3" marL="0" marR="0" algn="r">
              <a:spcBef>
                <a:spcPts val="0"/>
              </a:spcBef>
              <a:spcAft>
                <a:spcPts val="0"/>
              </a:spcAft>
              <a:buNone/>
              <a:defRPr sz="1200">
                <a:solidFill>
                  <a:srgbClr val="035C75"/>
                </a:solidFill>
                <a:latin typeface="Arial"/>
                <a:ea typeface="Arial"/>
                <a:cs typeface="Arial"/>
                <a:sym typeface="Arial"/>
              </a:defRPr>
            </a:lvl4pPr>
            <a:lvl5pPr indent="0" lvl="4" marL="0" marR="0" algn="r">
              <a:spcBef>
                <a:spcPts val="0"/>
              </a:spcBef>
              <a:spcAft>
                <a:spcPts val="0"/>
              </a:spcAft>
              <a:buNone/>
              <a:defRPr sz="1200">
                <a:solidFill>
                  <a:srgbClr val="035C75"/>
                </a:solidFill>
                <a:latin typeface="Arial"/>
                <a:ea typeface="Arial"/>
                <a:cs typeface="Arial"/>
                <a:sym typeface="Arial"/>
              </a:defRPr>
            </a:lvl5pPr>
            <a:lvl6pPr indent="0" lvl="5" marL="0" marR="0" algn="r">
              <a:spcBef>
                <a:spcPts val="0"/>
              </a:spcBef>
              <a:spcAft>
                <a:spcPts val="0"/>
              </a:spcAft>
              <a:buNone/>
              <a:defRPr sz="1200">
                <a:solidFill>
                  <a:srgbClr val="035C75"/>
                </a:solidFill>
                <a:latin typeface="Arial"/>
                <a:ea typeface="Arial"/>
                <a:cs typeface="Arial"/>
                <a:sym typeface="Arial"/>
              </a:defRPr>
            </a:lvl6pPr>
            <a:lvl7pPr indent="0" lvl="6" marL="0" marR="0" algn="r">
              <a:spcBef>
                <a:spcPts val="0"/>
              </a:spcBef>
              <a:spcAft>
                <a:spcPts val="0"/>
              </a:spcAft>
              <a:buNone/>
              <a:defRPr sz="1200">
                <a:solidFill>
                  <a:srgbClr val="035C75"/>
                </a:solidFill>
                <a:latin typeface="Arial"/>
                <a:ea typeface="Arial"/>
                <a:cs typeface="Arial"/>
                <a:sym typeface="Arial"/>
              </a:defRPr>
            </a:lvl7pPr>
            <a:lvl8pPr indent="0" lvl="7" marL="0" marR="0" algn="r">
              <a:spcBef>
                <a:spcPts val="0"/>
              </a:spcBef>
              <a:spcAft>
                <a:spcPts val="0"/>
              </a:spcAft>
              <a:buNone/>
              <a:defRPr sz="1200">
                <a:solidFill>
                  <a:srgbClr val="035C75"/>
                </a:solidFill>
                <a:latin typeface="Arial"/>
                <a:ea typeface="Arial"/>
                <a:cs typeface="Arial"/>
                <a:sym typeface="Arial"/>
              </a:defRPr>
            </a:lvl8pPr>
            <a:lvl9pPr indent="0" lvl="8" marL="0" marR="0" algn="r">
              <a:spcBef>
                <a:spcPts val="0"/>
              </a:spcBef>
              <a:spcAft>
                <a:spcPts val="0"/>
              </a:spcAft>
              <a:buNone/>
              <a:defRPr sz="1200">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47" name="Shape 47"/>
        <p:cNvGrpSpPr/>
        <p:nvPr/>
      </p:nvGrpSpPr>
      <p:grpSpPr>
        <a:xfrm>
          <a:off x="0" y="0"/>
          <a:ext cx="0" cy="0"/>
          <a:chOff x="0" y="0"/>
          <a:chExt cx="0" cy="0"/>
        </a:xfrm>
      </p:grpSpPr>
      <p:sp>
        <p:nvSpPr>
          <p:cNvPr id="48" name="Google Shape;48;p71"/>
          <p:cNvSpPr txBox="1"/>
          <p:nvPr>
            <p:ph idx="1" type="body"/>
          </p:nvPr>
        </p:nvSpPr>
        <p:spPr>
          <a:xfrm>
            <a:off x="457200" y="1935163"/>
            <a:ext cx="8229600" cy="4389437"/>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9" name="Google Shape;49;p71"/>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50" name="Shape 50"/>
        <p:cNvGrpSpPr/>
        <p:nvPr/>
      </p:nvGrpSpPr>
      <p:grpSpPr>
        <a:xfrm>
          <a:off x="0" y="0"/>
          <a:ext cx="0" cy="0"/>
          <a:chOff x="0" y="0"/>
          <a:chExt cx="0" cy="0"/>
        </a:xfrm>
      </p:grpSpPr>
      <p:sp>
        <p:nvSpPr>
          <p:cNvPr id="51" name="Google Shape;51;p67"/>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7"/>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53" name="Google Shape;53;p6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b="0" i="0" sz="1200" u="none" cap="none" strike="noStrike">
                <a:solidFill>
                  <a:srgbClr val="D0E9ED"/>
                </a:solidFill>
                <a:latin typeface="Arial"/>
                <a:ea typeface="Arial"/>
                <a:cs typeface="Arial"/>
                <a:sym typeface="Arial"/>
              </a:defRPr>
            </a:lvl1pPr>
            <a:lvl2pPr indent="0" lvl="1" marL="0" marR="0" algn="r">
              <a:spcBef>
                <a:spcPts val="0"/>
              </a:spcBef>
              <a:spcAft>
                <a:spcPts val="0"/>
              </a:spcAft>
              <a:buNone/>
              <a:defRPr b="0" i="0" sz="1200" u="none" cap="none" strike="noStrike">
                <a:solidFill>
                  <a:srgbClr val="D0E9ED"/>
                </a:solidFill>
                <a:latin typeface="Arial"/>
                <a:ea typeface="Arial"/>
                <a:cs typeface="Arial"/>
                <a:sym typeface="Arial"/>
              </a:defRPr>
            </a:lvl2pPr>
            <a:lvl3pPr indent="0" lvl="2" marL="0" marR="0" algn="r">
              <a:spcBef>
                <a:spcPts val="0"/>
              </a:spcBef>
              <a:spcAft>
                <a:spcPts val="0"/>
              </a:spcAft>
              <a:buNone/>
              <a:defRPr b="0" i="0" sz="1200" u="none" cap="none" strike="noStrike">
                <a:solidFill>
                  <a:srgbClr val="D0E9ED"/>
                </a:solidFill>
                <a:latin typeface="Arial"/>
                <a:ea typeface="Arial"/>
                <a:cs typeface="Arial"/>
                <a:sym typeface="Arial"/>
              </a:defRPr>
            </a:lvl3pPr>
            <a:lvl4pPr indent="0" lvl="3" marL="0" marR="0" algn="r">
              <a:spcBef>
                <a:spcPts val="0"/>
              </a:spcBef>
              <a:spcAft>
                <a:spcPts val="0"/>
              </a:spcAft>
              <a:buNone/>
              <a:defRPr b="0" i="0" sz="1200" u="none" cap="none" strike="noStrike">
                <a:solidFill>
                  <a:srgbClr val="D0E9ED"/>
                </a:solidFill>
                <a:latin typeface="Arial"/>
                <a:ea typeface="Arial"/>
                <a:cs typeface="Arial"/>
                <a:sym typeface="Arial"/>
              </a:defRPr>
            </a:lvl4pPr>
            <a:lvl5pPr indent="0" lvl="4" marL="0" marR="0" algn="r">
              <a:spcBef>
                <a:spcPts val="0"/>
              </a:spcBef>
              <a:spcAft>
                <a:spcPts val="0"/>
              </a:spcAft>
              <a:buNone/>
              <a:defRPr b="0" i="0" sz="1200" u="none" cap="none" strike="noStrike">
                <a:solidFill>
                  <a:srgbClr val="D0E9ED"/>
                </a:solidFill>
                <a:latin typeface="Arial"/>
                <a:ea typeface="Arial"/>
                <a:cs typeface="Arial"/>
                <a:sym typeface="Arial"/>
              </a:defRPr>
            </a:lvl5pPr>
            <a:lvl6pPr indent="0" lvl="5" marL="0" marR="0" algn="r">
              <a:spcBef>
                <a:spcPts val="0"/>
              </a:spcBef>
              <a:spcAft>
                <a:spcPts val="0"/>
              </a:spcAft>
              <a:buNone/>
              <a:defRPr b="0" i="0" sz="1200" u="none" cap="none" strike="noStrike">
                <a:solidFill>
                  <a:srgbClr val="D0E9ED"/>
                </a:solidFill>
                <a:latin typeface="Arial"/>
                <a:ea typeface="Arial"/>
                <a:cs typeface="Arial"/>
                <a:sym typeface="Arial"/>
              </a:defRPr>
            </a:lvl6pPr>
            <a:lvl7pPr indent="0" lvl="6" marL="0" marR="0" algn="r">
              <a:spcBef>
                <a:spcPts val="0"/>
              </a:spcBef>
              <a:spcAft>
                <a:spcPts val="0"/>
              </a:spcAft>
              <a:buNone/>
              <a:defRPr b="0" i="0" sz="1200" u="none" cap="none" strike="noStrike">
                <a:solidFill>
                  <a:srgbClr val="D0E9ED"/>
                </a:solidFill>
                <a:latin typeface="Arial"/>
                <a:ea typeface="Arial"/>
                <a:cs typeface="Arial"/>
                <a:sym typeface="Arial"/>
              </a:defRPr>
            </a:lvl7pPr>
            <a:lvl8pPr indent="0" lvl="7" marL="0" marR="0" algn="r">
              <a:spcBef>
                <a:spcPts val="0"/>
              </a:spcBef>
              <a:spcAft>
                <a:spcPts val="0"/>
              </a:spcAft>
              <a:buNone/>
              <a:defRPr b="0" i="0" sz="1200" u="none" cap="none" strike="noStrike">
                <a:solidFill>
                  <a:srgbClr val="D0E9ED"/>
                </a:solidFill>
                <a:latin typeface="Arial"/>
                <a:ea typeface="Arial"/>
                <a:cs typeface="Arial"/>
                <a:sym typeface="Arial"/>
              </a:defRPr>
            </a:lvl8pPr>
            <a:lvl9pPr indent="0" lvl="8" marL="0" marR="0" algn="r">
              <a:spcBef>
                <a:spcPts val="0"/>
              </a:spcBef>
              <a:spcAft>
                <a:spcPts val="0"/>
              </a:spcAft>
              <a:buNone/>
              <a:defRPr b="0" i="0" sz="1200" u="none" cap="none" strike="noStrike">
                <a:solidFill>
                  <a:srgbClr val="D0E9ED"/>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56" name="Shape 56"/>
        <p:cNvGrpSpPr/>
        <p:nvPr/>
      </p:nvGrpSpPr>
      <p:grpSpPr>
        <a:xfrm>
          <a:off x="0" y="0"/>
          <a:ext cx="0" cy="0"/>
          <a:chOff x="0" y="0"/>
          <a:chExt cx="0" cy="0"/>
        </a:xfrm>
      </p:grpSpPr>
      <p:sp>
        <p:nvSpPr>
          <p:cNvPr id="57" name="Google Shape;57;p72"/>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2"/>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7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sz="1200">
                <a:solidFill>
                  <a:srgbClr val="D0E9ED"/>
                </a:solidFill>
                <a:latin typeface="Arial"/>
                <a:ea typeface="Arial"/>
                <a:cs typeface="Arial"/>
                <a:sym typeface="Arial"/>
              </a:defRPr>
            </a:lvl1pPr>
            <a:lvl2pPr indent="0" lvl="1" marL="0" marR="0" algn="r">
              <a:spcBef>
                <a:spcPts val="0"/>
              </a:spcBef>
              <a:spcAft>
                <a:spcPts val="0"/>
              </a:spcAft>
              <a:buNone/>
              <a:defRPr sz="1200">
                <a:solidFill>
                  <a:srgbClr val="D0E9ED"/>
                </a:solidFill>
                <a:latin typeface="Arial"/>
                <a:ea typeface="Arial"/>
                <a:cs typeface="Arial"/>
                <a:sym typeface="Arial"/>
              </a:defRPr>
            </a:lvl2pPr>
            <a:lvl3pPr indent="0" lvl="2" marL="0" marR="0" algn="r">
              <a:spcBef>
                <a:spcPts val="0"/>
              </a:spcBef>
              <a:spcAft>
                <a:spcPts val="0"/>
              </a:spcAft>
              <a:buNone/>
              <a:defRPr sz="1200">
                <a:solidFill>
                  <a:srgbClr val="D0E9ED"/>
                </a:solidFill>
                <a:latin typeface="Arial"/>
                <a:ea typeface="Arial"/>
                <a:cs typeface="Arial"/>
                <a:sym typeface="Arial"/>
              </a:defRPr>
            </a:lvl3pPr>
            <a:lvl4pPr indent="0" lvl="3" marL="0" marR="0" algn="r">
              <a:spcBef>
                <a:spcPts val="0"/>
              </a:spcBef>
              <a:spcAft>
                <a:spcPts val="0"/>
              </a:spcAft>
              <a:buNone/>
              <a:defRPr sz="1200">
                <a:solidFill>
                  <a:srgbClr val="D0E9ED"/>
                </a:solidFill>
                <a:latin typeface="Arial"/>
                <a:ea typeface="Arial"/>
                <a:cs typeface="Arial"/>
                <a:sym typeface="Arial"/>
              </a:defRPr>
            </a:lvl4pPr>
            <a:lvl5pPr indent="0" lvl="4" marL="0" marR="0" algn="r">
              <a:spcBef>
                <a:spcPts val="0"/>
              </a:spcBef>
              <a:spcAft>
                <a:spcPts val="0"/>
              </a:spcAft>
              <a:buNone/>
              <a:defRPr sz="1200">
                <a:solidFill>
                  <a:srgbClr val="D0E9ED"/>
                </a:solidFill>
                <a:latin typeface="Arial"/>
                <a:ea typeface="Arial"/>
                <a:cs typeface="Arial"/>
                <a:sym typeface="Arial"/>
              </a:defRPr>
            </a:lvl5pPr>
            <a:lvl6pPr indent="0" lvl="5" marL="0" marR="0" algn="r">
              <a:spcBef>
                <a:spcPts val="0"/>
              </a:spcBef>
              <a:spcAft>
                <a:spcPts val="0"/>
              </a:spcAft>
              <a:buNone/>
              <a:defRPr sz="1200">
                <a:solidFill>
                  <a:srgbClr val="D0E9ED"/>
                </a:solidFill>
                <a:latin typeface="Arial"/>
                <a:ea typeface="Arial"/>
                <a:cs typeface="Arial"/>
                <a:sym typeface="Arial"/>
              </a:defRPr>
            </a:lvl6pPr>
            <a:lvl7pPr indent="0" lvl="6" marL="0" marR="0" algn="r">
              <a:spcBef>
                <a:spcPts val="0"/>
              </a:spcBef>
              <a:spcAft>
                <a:spcPts val="0"/>
              </a:spcAft>
              <a:buNone/>
              <a:defRPr sz="1200">
                <a:solidFill>
                  <a:srgbClr val="D0E9ED"/>
                </a:solidFill>
                <a:latin typeface="Arial"/>
                <a:ea typeface="Arial"/>
                <a:cs typeface="Arial"/>
                <a:sym typeface="Arial"/>
              </a:defRPr>
            </a:lvl7pPr>
            <a:lvl8pPr indent="0" lvl="7" marL="0" marR="0" algn="r">
              <a:spcBef>
                <a:spcPts val="0"/>
              </a:spcBef>
              <a:spcAft>
                <a:spcPts val="0"/>
              </a:spcAft>
              <a:buNone/>
              <a:defRPr sz="1200">
                <a:solidFill>
                  <a:srgbClr val="D0E9ED"/>
                </a:solidFill>
                <a:latin typeface="Arial"/>
                <a:ea typeface="Arial"/>
                <a:cs typeface="Arial"/>
                <a:sym typeface="Arial"/>
              </a:defRPr>
            </a:lvl8pPr>
            <a:lvl9pPr indent="0" lvl="8" marL="0" marR="0" algn="r">
              <a:spcBef>
                <a:spcPts val="0"/>
              </a:spcBef>
              <a:spcAft>
                <a:spcPts val="0"/>
              </a:spcAft>
              <a:buNone/>
              <a:defRPr sz="1200">
                <a:solidFill>
                  <a:srgbClr val="D0E9ED"/>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2" name="Shape 62"/>
        <p:cNvGrpSpPr/>
        <p:nvPr/>
      </p:nvGrpSpPr>
      <p:grpSpPr>
        <a:xfrm>
          <a:off x="0" y="0"/>
          <a:ext cx="0" cy="0"/>
          <a:chOff x="0" y="0"/>
          <a:chExt cx="0" cy="0"/>
        </a:xfrm>
      </p:grpSpPr>
      <p:sp>
        <p:nvSpPr>
          <p:cNvPr id="63" name="Google Shape;63;p73"/>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3"/>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73"/>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7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7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7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sz="1200">
                <a:solidFill>
                  <a:srgbClr val="035C75"/>
                </a:solidFill>
                <a:latin typeface="Arial"/>
                <a:ea typeface="Arial"/>
                <a:cs typeface="Arial"/>
                <a:sym typeface="Arial"/>
              </a:defRPr>
            </a:lvl1pPr>
            <a:lvl2pPr indent="0" lvl="1" marL="0" marR="0" algn="r">
              <a:spcBef>
                <a:spcPts val="0"/>
              </a:spcBef>
              <a:spcAft>
                <a:spcPts val="0"/>
              </a:spcAft>
              <a:buNone/>
              <a:defRPr sz="1200">
                <a:solidFill>
                  <a:srgbClr val="035C75"/>
                </a:solidFill>
                <a:latin typeface="Arial"/>
                <a:ea typeface="Arial"/>
                <a:cs typeface="Arial"/>
                <a:sym typeface="Arial"/>
              </a:defRPr>
            </a:lvl2pPr>
            <a:lvl3pPr indent="0" lvl="2" marL="0" marR="0" algn="r">
              <a:spcBef>
                <a:spcPts val="0"/>
              </a:spcBef>
              <a:spcAft>
                <a:spcPts val="0"/>
              </a:spcAft>
              <a:buNone/>
              <a:defRPr sz="1200">
                <a:solidFill>
                  <a:srgbClr val="035C75"/>
                </a:solidFill>
                <a:latin typeface="Arial"/>
                <a:ea typeface="Arial"/>
                <a:cs typeface="Arial"/>
                <a:sym typeface="Arial"/>
              </a:defRPr>
            </a:lvl3pPr>
            <a:lvl4pPr indent="0" lvl="3" marL="0" marR="0" algn="r">
              <a:spcBef>
                <a:spcPts val="0"/>
              </a:spcBef>
              <a:spcAft>
                <a:spcPts val="0"/>
              </a:spcAft>
              <a:buNone/>
              <a:defRPr sz="1200">
                <a:solidFill>
                  <a:srgbClr val="035C75"/>
                </a:solidFill>
                <a:latin typeface="Arial"/>
                <a:ea typeface="Arial"/>
                <a:cs typeface="Arial"/>
                <a:sym typeface="Arial"/>
              </a:defRPr>
            </a:lvl4pPr>
            <a:lvl5pPr indent="0" lvl="4" marL="0" marR="0" algn="r">
              <a:spcBef>
                <a:spcPts val="0"/>
              </a:spcBef>
              <a:spcAft>
                <a:spcPts val="0"/>
              </a:spcAft>
              <a:buNone/>
              <a:defRPr sz="1200">
                <a:solidFill>
                  <a:srgbClr val="035C75"/>
                </a:solidFill>
                <a:latin typeface="Arial"/>
                <a:ea typeface="Arial"/>
                <a:cs typeface="Arial"/>
                <a:sym typeface="Arial"/>
              </a:defRPr>
            </a:lvl5pPr>
            <a:lvl6pPr indent="0" lvl="5" marL="0" marR="0" algn="r">
              <a:spcBef>
                <a:spcPts val="0"/>
              </a:spcBef>
              <a:spcAft>
                <a:spcPts val="0"/>
              </a:spcAft>
              <a:buNone/>
              <a:defRPr sz="1200">
                <a:solidFill>
                  <a:srgbClr val="035C75"/>
                </a:solidFill>
                <a:latin typeface="Arial"/>
                <a:ea typeface="Arial"/>
                <a:cs typeface="Arial"/>
                <a:sym typeface="Arial"/>
              </a:defRPr>
            </a:lvl6pPr>
            <a:lvl7pPr indent="0" lvl="6" marL="0" marR="0" algn="r">
              <a:spcBef>
                <a:spcPts val="0"/>
              </a:spcBef>
              <a:spcAft>
                <a:spcPts val="0"/>
              </a:spcAft>
              <a:buNone/>
              <a:defRPr sz="1200">
                <a:solidFill>
                  <a:srgbClr val="035C75"/>
                </a:solidFill>
                <a:latin typeface="Arial"/>
                <a:ea typeface="Arial"/>
                <a:cs typeface="Arial"/>
                <a:sym typeface="Arial"/>
              </a:defRPr>
            </a:lvl7pPr>
            <a:lvl8pPr indent="0" lvl="7" marL="0" marR="0" algn="r">
              <a:spcBef>
                <a:spcPts val="0"/>
              </a:spcBef>
              <a:spcAft>
                <a:spcPts val="0"/>
              </a:spcAft>
              <a:buNone/>
              <a:defRPr sz="1200">
                <a:solidFill>
                  <a:srgbClr val="035C75"/>
                </a:solidFill>
                <a:latin typeface="Arial"/>
                <a:ea typeface="Arial"/>
                <a:cs typeface="Arial"/>
                <a:sym typeface="Arial"/>
              </a:defRPr>
            </a:lvl8pPr>
            <a:lvl9pPr indent="0" lvl="8" marL="0" marR="0" algn="r">
              <a:spcBef>
                <a:spcPts val="0"/>
              </a:spcBef>
              <a:spcAft>
                <a:spcPts val="0"/>
              </a:spcAft>
              <a:buNone/>
              <a:defRPr sz="1200">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9" name="Shape 69"/>
        <p:cNvGrpSpPr/>
        <p:nvPr/>
      </p:nvGrpSpPr>
      <p:grpSpPr>
        <a:xfrm>
          <a:off x="0" y="0"/>
          <a:ext cx="0" cy="0"/>
          <a:chOff x="0" y="0"/>
          <a:chExt cx="0" cy="0"/>
        </a:xfrm>
      </p:grpSpPr>
      <p:sp>
        <p:nvSpPr>
          <p:cNvPr id="70" name="Google Shape;70;p74"/>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74"/>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2" name="Google Shape;72;p74"/>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3" name="Google Shape;73;p74"/>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4" name="Google Shape;74;p74"/>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5" name="Google Shape;75;p7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7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sz="1200">
                <a:solidFill>
                  <a:srgbClr val="035C75"/>
                </a:solidFill>
                <a:latin typeface="Arial"/>
                <a:ea typeface="Arial"/>
                <a:cs typeface="Arial"/>
                <a:sym typeface="Arial"/>
              </a:defRPr>
            </a:lvl1pPr>
            <a:lvl2pPr indent="0" lvl="1" marL="0" marR="0" algn="r">
              <a:spcBef>
                <a:spcPts val="0"/>
              </a:spcBef>
              <a:spcAft>
                <a:spcPts val="0"/>
              </a:spcAft>
              <a:buNone/>
              <a:defRPr sz="1200">
                <a:solidFill>
                  <a:srgbClr val="035C75"/>
                </a:solidFill>
                <a:latin typeface="Arial"/>
                <a:ea typeface="Arial"/>
                <a:cs typeface="Arial"/>
                <a:sym typeface="Arial"/>
              </a:defRPr>
            </a:lvl2pPr>
            <a:lvl3pPr indent="0" lvl="2" marL="0" marR="0" algn="r">
              <a:spcBef>
                <a:spcPts val="0"/>
              </a:spcBef>
              <a:spcAft>
                <a:spcPts val="0"/>
              </a:spcAft>
              <a:buNone/>
              <a:defRPr sz="1200">
                <a:solidFill>
                  <a:srgbClr val="035C75"/>
                </a:solidFill>
                <a:latin typeface="Arial"/>
                <a:ea typeface="Arial"/>
                <a:cs typeface="Arial"/>
                <a:sym typeface="Arial"/>
              </a:defRPr>
            </a:lvl3pPr>
            <a:lvl4pPr indent="0" lvl="3" marL="0" marR="0" algn="r">
              <a:spcBef>
                <a:spcPts val="0"/>
              </a:spcBef>
              <a:spcAft>
                <a:spcPts val="0"/>
              </a:spcAft>
              <a:buNone/>
              <a:defRPr sz="1200">
                <a:solidFill>
                  <a:srgbClr val="035C75"/>
                </a:solidFill>
                <a:latin typeface="Arial"/>
                <a:ea typeface="Arial"/>
                <a:cs typeface="Arial"/>
                <a:sym typeface="Arial"/>
              </a:defRPr>
            </a:lvl4pPr>
            <a:lvl5pPr indent="0" lvl="4" marL="0" marR="0" algn="r">
              <a:spcBef>
                <a:spcPts val="0"/>
              </a:spcBef>
              <a:spcAft>
                <a:spcPts val="0"/>
              </a:spcAft>
              <a:buNone/>
              <a:defRPr sz="1200">
                <a:solidFill>
                  <a:srgbClr val="035C75"/>
                </a:solidFill>
                <a:latin typeface="Arial"/>
                <a:ea typeface="Arial"/>
                <a:cs typeface="Arial"/>
                <a:sym typeface="Arial"/>
              </a:defRPr>
            </a:lvl5pPr>
            <a:lvl6pPr indent="0" lvl="5" marL="0" marR="0" algn="r">
              <a:spcBef>
                <a:spcPts val="0"/>
              </a:spcBef>
              <a:spcAft>
                <a:spcPts val="0"/>
              </a:spcAft>
              <a:buNone/>
              <a:defRPr sz="1200">
                <a:solidFill>
                  <a:srgbClr val="035C75"/>
                </a:solidFill>
                <a:latin typeface="Arial"/>
                <a:ea typeface="Arial"/>
                <a:cs typeface="Arial"/>
                <a:sym typeface="Arial"/>
              </a:defRPr>
            </a:lvl6pPr>
            <a:lvl7pPr indent="0" lvl="6" marL="0" marR="0" algn="r">
              <a:spcBef>
                <a:spcPts val="0"/>
              </a:spcBef>
              <a:spcAft>
                <a:spcPts val="0"/>
              </a:spcAft>
              <a:buNone/>
              <a:defRPr sz="1200">
                <a:solidFill>
                  <a:srgbClr val="035C75"/>
                </a:solidFill>
                <a:latin typeface="Arial"/>
                <a:ea typeface="Arial"/>
                <a:cs typeface="Arial"/>
                <a:sym typeface="Arial"/>
              </a:defRPr>
            </a:lvl7pPr>
            <a:lvl8pPr indent="0" lvl="7" marL="0" marR="0" algn="r">
              <a:spcBef>
                <a:spcPts val="0"/>
              </a:spcBef>
              <a:spcAft>
                <a:spcPts val="0"/>
              </a:spcAft>
              <a:buNone/>
              <a:defRPr sz="1200">
                <a:solidFill>
                  <a:srgbClr val="035C75"/>
                </a:solidFill>
                <a:latin typeface="Arial"/>
                <a:ea typeface="Arial"/>
                <a:cs typeface="Arial"/>
                <a:sym typeface="Arial"/>
              </a:defRPr>
            </a:lvl8pPr>
            <a:lvl9pPr indent="0" lvl="8" marL="0" marR="0" algn="r">
              <a:spcBef>
                <a:spcPts val="0"/>
              </a:spcBef>
              <a:spcAft>
                <a:spcPts val="0"/>
              </a:spcAft>
              <a:buNone/>
              <a:defRPr sz="1200">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75"/>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7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7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sz="1200">
                <a:solidFill>
                  <a:srgbClr val="035C75"/>
                </a:solidFill>
                <a:latin typeface="Arial"/>
                <a:ea typeface="Arial"/>
                <a:cs typeface="Arial"/>
                <a:sym typeface="Arial"/>
              </a:defRPr>
            </a:lvl1pPr>
            <a:lvl2pPr indent="0" lvl="1" marL="0" marR="0" algn="r">
              <a:spcBef>
                <a:spcPts val="0"/>
              </a:spcBef>
              <a:spcAft>
                <a:spcPts val="0"/>
              </a:spcAft>
              <a:buNone/>
              <a:defRPr sz="1200">
                <a:solidFill>
                  <a:srgbClr val="035C75"/>
                </a:solidFill>
                <a:latin typeface="Arial"/>
                <a:ea typeface="Arial"/>
                <a:cs typeface="Arial"/>
                <a:sym typeface="Arial"/>
              </a:defRPr>
            </a:lvl2pPr>
            <a:lvl3pPr indent="0" lvl="2" marL="0" marR="0" algn="r">
              <a:spcBef>
                <a:spcPts val="0"/>
              </a:spcBef>
              <a:spcAft>
                <a:spcPts val="0"/>
              </a:spcAft>
              <a:buNone/>
              <a:defRPr sz="1200">
                <a:solidFill>
                  <a:srgbClr val="035C75"/>
                </a:solidFill>
                <a:latin typeface="Arial"/>
                <a:ea typeface="Arial"/>
                <a:cs typeface="Arial"/>
                <a:sym typeface="Arial"/>
              </a:defRPr>
            </a:lvl3pPr>
            <a:lvl4pPr indent="0" lvl="3" marL="0" marR="0" algn="r">
              <a:spcBef>
                <a:spcPts val="0"/>
              </a:spcBef>
              <a:spcAft>
                <a:spcPts val="0"/>
              </a:spcAft>
              <a:buNone/>
              <a:defRPr sz="1200">
                <a:solidFill>
                  <a:srgbClr val="035C75"/>
                </a:solidFill>
                <a:latin typeface="Arial"/>
                <a:ea typeface="Arial"/>
                <a:cs typeface="Arial"/>
                <a:sym typeface="Arial"/>
              </a:defRPr>
            </a:lvl4pPr>
            <a:lvl5pPr indent="0" lvl="4" marL="0" marR="0" algn="r">
              <a:spcBef>
                <a:spcPts val="0"/>
              </a:spcBef>
              <a:spcAft>
                <a:spcPts val="0"/>
              </a:spcAft>
              <a:buNone/>
              <a:defRPr sz="1200">
                <a:solidFill>
                  <a:srgbClr val="035C75"/>
                </a:solidFill>
                <a:latin typeface="Arial"/>
                <a:ea typeface="Arial"/>
                <a:cs typeface="Arial"/>
                <a:sym typeface="Arial"/>
              </a:defRPr>
            </a:lvl5pPr>
            <a:lvl6pPr indent="0" lvl="5" marL="0" marR="0" algn="r">
              <a:spcBef>
                <a:spcPts val="0"/>
              </a:spcBef>
              <a:spcAft>
                <a:spcPts val="0"/>
              </a:spcAft>
              <a:buNone/>
              <a:defRPr sz="1200">
                <a:solidFill>
                  <a:srgbClr val="035C75"/>
                </a:solidFill>
                <a:latin typeface="Arial"/>
                <a:ea typeface="Arial"/>
                <a:cs typeface="Arial"/>
                <a:sym typeface="Arial"/>
              </a:defRPr>
            </a:lvl6pPr>
            <a:lvl7pPr indent="0" lvl="6" marL="0" marR="0" algn="r">
              <a:spcBef>
                <a:spcPts val="0"/>
              </a:spcBef>
              <a:spcAft>
                <a:spcPts val="0"/>
              </a:spcAft>
              <a:buNone/>
              <a:defRPr sz="1200">
                <a:solidFill>
                  <a:srgbClr val="035C75"/>
                </a:solidFill>
                <a:latin typeface="Arial"/>
                <a:ea typeface="Arial"/>
                <a:cs typeface="Arial"/>
                <a:sym typeface="Arial"/>
              </a:defRPr>
            </a:lvl7pPr>
            <a:lvl8pPr indent="0" lvl="7" marL="0" marR="0" algn="r">
              <a:spcBef>
                <a:spcPts val="0"/>
              </a:spcBef>
              <a:spcAft>
                <a:spcPts val="0"/>
              </a:spcAft>
              <a:buNone/>
              <a:defRPr sz="1200">
                <a:solidFill>
                  <a:srgbClr val="035C75"/>
                </a:solidFill>
                <a:latin typeface="Arial"/>
                <a:ea typeface="Arial"/>
                <a:cs typeface="Arial"/>
                <a:sym typeface="Arial"/>
              </a:defRPr>
            </a:lvl8pPr>
            <a:lvl9pPr indent="0" lvl="8" marL="0" marR="0" algn="r">
              <a:spcBef>
                <a:spcPts val="0"/>
              </a:spcBef>
              <a:spcAft>
                <a:spcPts val="0"/>
              </a:spcAft>
              <a:buNone/>
              <a:defRPr sz="1200">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3" name="Shape 83"/>
        <p:cNvGrpSpPr/>
        <p:nvPr/>
      </p:nvGrpSpPr>
      <p:grpSpPr>
        <a:xfrm>
          <a:off x="0" y="0"/>
          <a:ext cx="0" cy="0"/>
          <a:chOff x="0" y="0"/>
          <a:chExt cx="0" cy="0"/>
        </a:xfrm>
      </p:grpSpPr>
      <p:sp>
        <p:nvSpPr>
          <p:cNvPr id="84" name="Google Shape;84;p76"/>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76"/>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6" name="Google Shape;86;p76"/>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7" name="Google Shape;87;p7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7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7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sz="1200">
                <a:solidFill>
                  <a:srgbClr val="035C75"/>
                </a:solidFill>
                <a:latin typeface="Arial"/>
                <a:ea typeface="Arial"/>
                <a:cs typeface="Arial"/>
                <a:sym typeface="Arial"/>
              </a:defRPr>
            </a:lvl1pPr>
            <a:lvl2pPr indent="0" lvl="1" marL="0" marR="0" algn="r">
              <a:spcBef>
                <a:spcPts val="0"/>
              </a:spcBef>
              <a:spcAft>
                <a:spcPts val="0"/>
              </a:spcAft>
              <a:buNone/>
              <a:defRPr sz="1200">
                <a:solidFill>
                  <a:srgbClr val="035C75"/>
                </a:solidFill>
                <a:latin typeface="Arial"/>
                <a:ea typeface="Arial"/>
                <a:cs typeface="Arial"/>
                <a:sym typeface="Arial"/>
              </a:defRPr>
            </a:lvl2pPr>
            <a:lvl3pPr indent="0" lvl="2" marL="0" marR="0" algn="r">
              <a:spcBef>
                <a:spcPts val="0"/>
              </a:spcBef>
              <a:spcAft>
                <a:spcPts val="0"/>
              </a:spcAft>
              <a:buNone/>
              <a:defRPr sz="1200">
                <a:solidFill>
                  <a:srgbClr val="035C75"/>
                </a:solidFill>
                <a:latin typeface="Arial"/>
                <a:ea typeface="Arial"/>
                <a:cs typeface="Arial"/>
                <a:sym typeface="Arial"/>
              </a:defRPr>
            </a:lvl3pPr>
            <a:lvl4pPr indent="0" lvl="3" marL="0" marR="0" algn="r">
              <a:spcBef>
                <a:spcPts val="0"/>
              </a:spcBef>
              <a:spcAft>
                <a:spcPts val="0"/>
              </a:spcAft>
              <a:buNone/>
              <a:defRPr sz="1200">
                <a:solidFill>
                  <a:srgbClr val="035C75"/>
                </a:solidFill>
                <a:latin typeface="Arial"/>
                <a:ea typeface="Arial"/>
                <a:cs typeface="Arial"/>
                <a:sym typeface="Arial"/>
              </a:defRPr>
            </a:lvl4pPr>
            <a:lvl5pPr indent="0" lvl="4" marL="0" marR="0" algn="r">
              <a:spcBef>
                <a:spcPts val="0"/>
              </a:spcBef>
              <a:spcAft>
                <a:spcPts val="0"/>
              </a:spcAft>
              <a:buNone/>
              <a:defRPr sz="1200">
                <a:solidFill>
                  <a:srgbClr val="035C75"/>
                </a:solidFill>
                <a:latin typeface="Arial"/>
                <a:ea typeface="Arial"/>
                <a:cs typeface="Arial"/>
                <a:sym typeface="Arial"/>
              </a:defRPr>
            </a:lvl5pPr>
            <a:lvl6pPr indent="0" lvl="5" marL="0" marR="0" algn="r">
              <a:spcBef>
                <a:spcPts val="0"/>
              </a:spcBef>
              <a:spcAft>
                <a:spcPts val="0"/>
              </a:spcAft>
              <a:buNone/>
              <a:defRPr sz="1200">
                <a:solidFill>
                  <a:srgbClr val="035C75"/>
                </a:solidFill>
                <a:latin typeface="Arial"/>
                <a:ea typeface="Arial"/>
                <a:cs typeface="Arial"/>
                <a:sym typeface="Arial"/>
              </a:defRPr>
            </a:lvl6pPr>
            <a:lvl7pPr indent="0" lvl="6" marL="0" marR="0" algn="r">
              <a:spcBef>
                <a:spcPts val="0"/>
              </a:spcBef>
              <a:spcAft>
                <a:spcPts val="0"/>
              </a:spcAft>
              <a:buNone/>
              <a:defRPr sz="1200">
                <a:solidFill>
                  <a:srgbClr val="035C75"/>
                </a:solidFill>
                <a:latin typeface="Arial"/>
                <a:ea typeface="Arial"/>
                <a:cs typeface="Arial"/>
                <a:sym typeface="Arial"/>
              </a:defRPr>
            </a:lvl7pPr>
            <a:lvl8pPr indent="0" lvl="7" marL="0" marR="0" algn="r">
              <a:spcBef>
                <a:spcPts val="0"/>
              </a:spcBef>
              <a:spcAft>
                <a:spcPts val="0"/>
              </a:spcAft>
              <a:buNone/>
              <a:defRPr sz="1200">
                <a:solidFill>
                  <a:srgbClr val="035C75"/>
                </a:solidFill>
                <a:latin typeface="Arial"/>
                <a:ea typeface="Arial"/>
                <a:cs typeface="Arial"/>
                <a:sym typeface="Arial"/>
              </a:defRPr>
            </a:lvl8pPr>
            <a:lvl9pPr indent="0" lvl="8" marL="0" marR="0" algn="r">
              <a:spcBef>
                <a:spcPts val="0"/>
              </a:spcBef>
              <a:spcAft>
                <a:spcPts val="0"/>
              </a:spcAft>
              <a:buNone/>
              <a:defRPr sz="1200">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90" name="Shape 90"/>
        <p:cNvGrpSpPr/>
        <p:nvPr/>
      </p:nvGrpSpPr>
      <p:grpSpPr>
        <a:xfrm>
          <a:off x="0" y="0"/>
          <a:ext cx="0" cy="0"/>
          <a:chOff x="0" y="0"/>
          <a:chExt cx="0" cy="0"/>
        </a:xfrm>
      </p:grpSpPr>
      <p:sp>
        <p:nvSpPr>
          <p:cNvPr id="91" name="Google Shape;91;p77"/>
          <p:cNvSpPr/>
          <p:nvPr/>
        </p:nvSpPr>
        <p:spPr>
          <a:xfrm flipH="1" rot="-10380000">
            <a:off x="3165475" y="1108075"/>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 name="Google Shape;92;p77"/>
          <p:cNvSpPr/>
          <p:nvPr/>
        </p:nvSpPr>
        <p:spPr>
          <a:xfrm flipH="1" rot="-10380000">
            <a:off x="8004175" y="5359400"/>
            <a:ext cx="155575" cy="155575"/>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 name="Google Shape;93;p77"/>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4" name="Google Shape;94;p77"/>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5" name="Google Shape;95;p77"/>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Clr>
                <a:schemeClr val="dk2"/>
              </a:buClr>
              <a:buSzPts val="2000"/>
              <a:buFont typeface="Calibri"/>
              <a:buNone/>
              <a:defRPr b="1"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77"/>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7" name="Google Shape;97;p77"/>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sp>
      <p:sp>
        <p:nvSpPr>
          <p:cNvPr id="98" name="Google Shape;98;p7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7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77"/>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sz="1200">
                <a:solidFill>
                  <a:srgbClr val="035C75"/>
                </a:solidFill>
                <a:latin typeface="Arial"/>
                <a:ea typeface="Arial"/>
                <a:cs typeface="Arial"/>
                <a:sym typeface="Arial"/>
              </a:defRPr>
            </a:lvl1pPr>
            <a:lvl2pPr indent="0" lvl="1" marL="0" marR="0" algn="r">
              <a:spcBef>
                <a:spcPts val="0"/>
              </a:spcBef>
              <a:spcAft>
                <a:spcPts val="0"/>
              </a:spcAft>
              <a:buNone/>
              <a:defRPr sz="1200">
                <a:solidFill>
                  <a:srgbClr val="035C75"/>
                </a:solidFill>
                <a:latin typeface="Arial"/>
                <a:ea typeface="Arial"/>
                <a:cs typeface="Arial"/>
                <a:sym typeface="Arial"/>
              </a:defRPr>
            </a:lvl2pPr>
            <a:lvl3pPr indent="0" lvl="2" marL="0" marR="0" algn="r">
              <a:spcBef>
                <a:spcPts val="0"/>
              </a:spcBef>
              <a:spcAft>
                <a:spcPts val="0"/>
              </a:spcAft>
              <a:buNone/>
              <a:defRPr sz="1200">
                <a:solidFill>
                  <a:srgbClr val="035C75"/>
                </a:solidFill>
                <a:latin typeface="Arial"/>
                <a:ea typeface="Arial"/>
                <a:cs typeface="Arial"/>
                <a:sym typeface="Arial"/>
              </a:defRPr>
            </a:lvl3pPr>
            <a:lvl4pPr indent="0" lvl="3" marL="0" marR="0" algn="r">
              <a:spcBef>
                <a:spcPts val="0"/>
              </a:spcBef>
              <a:spcAft>
                <a:spcPts val="0"/>
              </a:spcAft>
              <a:buNone/>
              <a:defRPr sz="1200">
                <a:solidFill>
                  <a:srgbClr val="035C75"/>
                </a:solidFill>
                <a:latin typeface="Arial"/>
                <a:ea typeface="Arial"/>
                <a:cs typeface="Arial"/>
                <a:sym typeface="Arial"/>
              </a:defRPr>
            </a:lvl4pPr>
            <a:lvl5pPr indent="0" lvl="4" marL="0" marR="0" algn="r">
              <a:spcBef>
                <a:spcPts val="0"/>
              </a:spcBef>
              <a:spcAft>
                <a:spcPts val="0"/>
              </a:spcAft>
              <a:buNone/>
              <a:defRPr sz="1200">
                <a:solidFill>
                  <a:srgbClr val="035C75"/>
                </a:solidFill>
                <a:latin typeface="Arial"/>
                <a:ea typeface="Arial"/>
                <a:cs typeface="Arial"/>
                <a:sym typeface="Arial"/>
              </a:defRPr>
            </a:lvl5pPr>
            <a:lvl6pPr indent="0" lvl="5" marL="0" marR="0" algn="r">
              <a:spcBef>
                <a:spcPts val="0"/>
              </a:spcBef>
              <a:spcAft>
                <a:spcPts val="0"/>
              </a:spcAft>
              <a:buNone/>
              <a:defRPr sz="1200">
                <a:solidFill>
                  <a:srgbClr val="035C75"/>
                </a:solidFill>
                <a:latin typeface="Arial"/>
                <a:ea typeface="Arial"/>
                <a:cs typeface="Arial"/>
                <a:sym typeface="Arial"/>
              </a:defRPr>
            </a:lvl6pPr>
            <a:lvl7pPr indent="0" lvl="6" marL="0" marR="0" algn="r">
              <a:spcBef>
                <a:spcPts val="0"/>
              </a:spcBef>
              <a:spcAft>
                <a:spcPts val="0"/>
              </a:spcAft>
              <a:buNone/>
              <a:defRPr sz="1200">
                <a:solidFill>
                  <a:srgbClr val="035C75"/>
                </a:solidFill>
                <a:latin typeface="Arial"/>
                <a:ea typeface="Arial"/>
                <a:cs typeface="Arial"/>
                <a:sym typeface="Arial"/>
              </a:defRPr>
            </a:lvl7pPr>
            <a:lvl8pPr indent="0" lvl="7" marL="0" marR="0" algn="r">
              <a:spcBef>
                <a:spcPts val="0"/>
              </a:spcBef>
              <a:spcAft>
                <a:spcPts val="0"/>
              </a:spcAft>
              <a:buNone/>
              <a:defRPr sz="1200">
                <a:solidFill>
                  <a:srgbClr val="035C75"/>
                </a:solidFill>
                <a:latin typeface="Arial"/>
                <a:ea typeface="Arial"/>
                <a:cs typeface="Arial"/>
                <a:sym typeface="Arial"/>
              </a:defRPr>
            </a:lvl8pPr>
            <a:lvl9pPr indent="0" lvl="8" marL="0" marR="0" algn="r">
              <a:spcBef>
                <a:spcPts val="0"/>
              </a:spcBef>
              <a:spcAft>
                <a:spcPts val="0"/>
              </a:spcAft>
              <a:buNone/>
              <a:defRPr sz="1200">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1" name="Shape 101"/>
        <p:cNvGrpSpPr/>
        <p:nvPr/>
      </p:nvGrpSpPr>
      <p:grpSpPr>
        <a:xfrm>
          <a:off x="0" y="0"/>
          <a:ext cx="0" cy="0"/>
          <a:chOff x="0" y="0"/>
          <a:chExt cx="0" cy="0"/>
        </a:xfrm>
      </p:grpSpPr>
      <p:sp>
        <p:nvSpPr>
          <p:cNvPr id="102" name="Google Shape;102;p78"/>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78"/>
          <p:cNvSpPr txBox="1"/>
          <p:nvPr>
            <p:ph idx="1" type="body"/>
          </p:nvPr>
        </p:nvSpPr>
        <p:spPr>
          <a:xfrm rot="5400000">
            <a:off x="2377282" y="15082"/>
            <a:ext cx="4389437" cy="82296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4" name="Google Shape;104;p7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7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7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sz="1200">
                <a:solidFill>
                  <a:srgbClr val="035C75"/>
                </a:solidFill>
                <a:latin typeface="Arial"/>
                <a:ea typeface="Arial"/>
                <a:cs typeface="Arial"/>
                <a:sym typeface="Arial"/>
              </a:defRPr>
            </a:lvl1pPr>
            <a:lvl2pPr indent="0" lvl="1" marL="0" marR="0" algn="r">
              <a:spcBef>
                <a:spcPts val="0"/>
              </a:spcBef>
              <a:spcAft>
                <a:spcPts val="0"/>
              </a:spcAft>
              <a:buNone/>
              <a:defRPr sz="1200">
                <a:solidFill>
                  <a:srgbClr val="035C75"/>
                </a:solidFill>
                <a:latin typeface="Arial"/>
                <a:ea typeface="Arial"/>
                <a:cs typeface="Arial"/>
                <a:sym typeface="Arial"/>
              </a:defRPr>
            </a:lvl2pPr>
            <a:lvl3pPr indent="0" lvl="2" marL="0" marR="0" algn="r">
              <a:spcBef>
                <a:spcPts val="0"/>
              </a:spcBef>
              <a:spcAft>
                <a:spcPts val="0"/>
              </a:spcAft>
              <a:buNone/>
              <a:defRPr sz="1200">
                <a:solidFill>
                  <a:srgbClr val="035C75"/>
                </a:solidFill>
                <a:latin typeface="Arial"/>
                <a:ea typeface="Arial"/>
                <a:cs typeface="Arial"/>
                <a:sym typeface="Arial"/>
              </a:defRPr>
            </a:lvl3pPr>
            <a:lvl4pPr indent="0" lvl="3" marL="0" marR="0" algn="r">
              <a:spcBef>
                <a:spcPts val="0"/>
              </a:spcBef>
              <a:spcAft>
                <a:spcPts val="0"/>
              </a:spcAft>
              <a:buNone/>
              <a:defRPr sz="1200">
                <a:solidFill>
                  <a:srgbClr val="035C75"/>
                </a:solidFill>
                <a:latin typeface="Arial"/>
                <a:ea typeface="Arial"/>
                <a:cs typeface="Arial"/>
                <a:sym typeface="Arial"/>
              </a:defRPr>
            </a:lvl4pPr>
            <a:lvl5pPr indent="0" lvl="4" marL="0" marR="0" algn="r">
              <a:spcBef>
                <a:spcPts val="0"/>
              </a:spcBef>
              <a:spcAft>
                <a:spcPts val="0"/>
              </a:spcAft>
              <a:buNone/>
              <a:defRPr sz="1200">
                <a:solidFill>
                  <a:srgbClr val="035C75"/>
                </a:solidFill>
                <a:latin typeface="Arial"/>
                <a:ea typeface="Arial"/>
                <a:cs typeface="Arial"/>
                <a:sym typeface="Arial"/>
              </a:defRPr>
            </a:lvl5pPr>
            <a:lvl6pPr indent="0" lvl="5" marL="0" marR="0" algn="r">
              <a:spcBef>
                <a:spcPts val="0"/>
              </a:spcBef>
              <a:spcAft>
                <a:spcPts val="0"/>
              </a:spcAft>
              <a:buNone/>
              <a:defRPr sz="1200">
                <a:solidFill>
                  <a:srgbClr val="035C75"/>
                </a:solidFill>
                <a:latin typeface="Arial"/>
                <a:ea typeface="Arial"/>
                <a:cs typeface="Arial"/>
                <a:sym typeface="Arial"/>
              </a:defRPr>
            </a:lvl6pPr>
            <a:lvl7pPr indent="0" lvl="6" marL="0" marR="0" algn="r">
              <a:spcBef>
                <a:spcPts val="0"/>
              </a:spcBef>
              <a:spcAft>
                <a:spcPts val="0"/>
              </a:spcAft>
              <a:buNone/>
              <a:defRPr sz="1200">
                <a:solidFill>
                  <a:srgbClr val="035C75"/>
                </a:solidFill>
                <a:latin typeface="Arial"/>
                <a:ea typeface="Arial"/>
                <a:cs typeface="Arial"/>
                <a:sym typeface="Arial"/>
              </a:defRPr>
            </a:lvl7pPr>
            <a:lvl8pPr indent="0" lvl="7" marL="0" marR="0" algn="r">
              <a:spcBef>
                <a:spcPts val="0"/>
              </a:spcBef>
              <a:spcAft>
                <a:spcPts val="0"/>
              </a:spcAft>
              <a:buNone/>
              <a:defRPr sz="1200">
                <a:solidFill>
                  <a:srgbClr val="035C75"/>
                </a:solidFill>
                <a:latin typeface="Arial"/>
                <a:ea typeface="Arial"/>
                <a:cs typeface="Arial"/>
                <a:sym typeface="Arial"/>
              </a:defRPr>
            </a:lvl8pPr>
            <a:lvl9pPr indent="0" lvl="8" marL="0" marR="0" algn="r">
              <a:spcBef>
                <a:spcPts val="0"/>
              </a:spcBef>
              <a:spcAft>
                <a:spcPts val="0"/>
              </a:spcAft>
              <a:buNone/>
              <a:defRPr sz="1200">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7" name="Shape 107"/>
        <p:cNvGrpSpPr/>
        <p:nvPr/>
      </p:nvGrpSpPr>
      <p:grpSpPr>
        <a:xfrm>
          <a:off x="0" y="0"/>
          <a:ext cx="0" cy="0"/>
          <a:chOff x="0" y="0"/>
          <a:chExt cx="0" cy="0"/>
        </a:xfrm>
      </p:grpSpPr>
      <p:sp>
        <p:nvSpPr>
          <p:cNvPr id="108" name="Google Shape;108;p79"/>
          <p:cNvSpPr txBox="1"/>
          <p:nvPr>
            <p:ph type="title"/>
          </p:nvPr>
        </p:nvSpPr>
        <p:spPr>
          <a:xfrm rot="5400000">
            <a:off x="5052219" y="2491582"/>
            <a:ext cx="5211763" cy="20574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79"/>
          <p:cNvSpPr txBox="1"/>
          <p:nvPr>
            <p:ph idx="1" type="body"/>
          </p:nvPr>
        </p:nvSpPr>
        <p:spPr>
          <a:xfrm rot="5400000">
            <a:off x="861219" y="510382"/>
            <a:ext cx="5211763" cy="60198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0" name="Google Shape;110;p7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7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7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sz="1200">
                <a:solidFill>
                  <a:srgbClr val="035C75"/>
                </a:solidFill>
                <a:latin typeface="Arial"/>
                <a:ea typeface="Arial"/>
                <a:cs typeface="Arial"/>
                <a:sym typeface="Arial"/>
              </a:defRPr>
            </a:lvl1pPr>
            <a:lvl2pPr indent="0" lvl="1" marL="0" marR="0" algn="r">
              <a:spcBef>
                <a:spcPts val="0"/>
              </a:spcBef>
              <a:spcAft>
                <a:spcPts val="0"/>
              </a:spcAft>
              <a:buNone/>
              <a:defRPr sz="1200">
                <a:solidFill>
                  <a:srgbClr val="035C75"/>
                </a:solidFill>
                <a:latin typeface="Arial"/>
                <a:ea typeface="Arial"/>
                <a:cs typeface="Arial"/>
                <a:sym typeface="Arial"/>
              </a:defRPr>
            </a:lvl2pPr>
            <a:lvl3pPr indent="0" lvl="2" marL="0" marR="0" algn="r">
              <a:spcBef>
                <a:spcPts val="0"/>
              </a:spcBef>
              <a:spcAft>
                <a:spcPts val="0"/>
              </a:spcAft>
              <a:buNone/>
              <a:defRPr sz="1200">
                <a:solidFill>
                  <a:srgbClr val="035C75"/>
                </a:solidFill>
                <a:latin typeface="Arial"/>
                <a:ea typeface="Arial"/>
                <a:cs typeface="Arial"/>
                <a:sym typeface="Arial"/>
              </a:defRPr>
            </a:lvl3pPr>
            <a:lvl4pPr indent="0" lvl="3" marL="0" marR="0" algn="r">
              <a:spcBef>
                <a:spcPts val="0"/>
              </a:spcBef>
              <a:spcAft>
                <a:spcPts val="0"/>
              </a:spcAft>
              <a:buNone/>
              <a:defRPr sz="1200">
                <a:solidFill>
                  <a:srgbClr val="035C75"/>
                </a:solidFill>
                <a:latin typeface="Arial"/>
                <a:ea typeface="Arial"/>
                <a:cs typeface="Arial"/>
                <a:sym typeface="Arial"/>
              </a:defRPr>
            </a:lvl4pPr>
            <a:lvl5pPr indent="0" lvl="4" marL="0" marR="0" algn="r">
              <a:spcBef>
                <a:spcPts val="0"/>
              </a:spcBef>
              <a:spcAft>
                <a:spcPts val="0"/>
              </a:spcAft>
              <a:buNone/>
              <a:defRPr sz="1200">
                <a:solidFill>
                  <a:srgbClr val="035C75"/>
                </a:solidFill>
                <a:latin typeface="Arial"/>
                <a:ea typeface="Arial"/>
                <a:cs typeface="Arial"/>
                <a:sym typeface="Arial"/>
              </a:defRPr>
            </a:lvl5pPr>
            <a:lvl6pPr indent="0" lvl="5" marL="0" marR="0" algn="r">
              <a:spcBef>
                <a:spcPts val="0"/>
              </a:spcBef>
              <a:spcAft>
                <a:spcPts val="0"/>
              </a:spcAft>
              <a:buNone/>
              <a:defRPr sz="1200">
                <a:solidFill>
                  <a:srgbClr val="035C75"/>
                </a:solidFill>
                <a:latin typeface="Arial"/>
                <a:ea typeface="Arial"/>
                <a:cs typeface="Arial"/>
                <a:sym typeface="Arial"/>
              </a:defRPr>
            </a:lvl6pPr>
            <a:lvl7pPr indent="0" lvl="6" marL="0" marR="0" algn="r">
              <a:spcBef>
                <a:spcPts val="0"/>
              </a:spcBef>
              <a:spcAft>
                <a:spcPts val="0"/>
              </a:spcAft>
              <a:buNone/>
              <a:defRPr sz="1200">
                <a:solidFill>
                  <a:srgbClr val="035C75"/>
                </a:solidFill>
                <a:latin typeface="Arial"/>
                <a:ea typeface="Arial"/>
                <a:cs typeface="Arial"/>
                <a:sym typeface="Arial"/>
              </a:defRPr>
            </a:lvl7pPr>
            <a:lvl8pPr indent="0" lvl="7" marL="0" marR="0" algn="r">
              <a:spcBef>
                <a:spcPts val="0"/>
              </a:spcBef>
              <a:spcAft>
                <a:spcPts val="0"/>
              </a:spcAft>
              <a:buNone/>
              <a:defRPr sz="1200">
                <a:solidFill>
                  <a:srgbClr val="035C75"/>
                </a:solidFill>
                <a:latin typeface="Arial"/>
                <a:ea typeface="Arial"/>
                <a:cs typeface="Arial"/>
                <a:sym typeface="Arial"/>
              </a:defRPr>
            </a:lvl8pPr>
            <a:lvl9pPr indent="0" lvl="8" marL="0" marR="0" algn="r">
              <a:spcBef>
                <a:spcPts val="0"/>
              </a:spcBef>
              <a:spcAft>
                <a:spcPts val="0"/>
              </a:spcAft>
              <a:buNone/>
              <a:defRPr sz="1200">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13" name="Shape 113"/>
        <p:cNvGrpSpPr/>
        <p:nvPr/>
      </p:nvGrpSpPr>
      <p:grpSpPr>
        <a:xfrm>
          <a:off x="0" y="0"/>
          <a:ext cx="0" cy="0"/>
          <a:chOff x="0" y="0"/>
          <a:chExt cx="0" cy="0"/>
        </a:xfrm>
      </p:grpSpPr>
      <p:sp>
        <p:nvSpPr>
          <p:cNvPr id="114" name="Google Shape;114;p80"/>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80"/>
          <p:cNvSpPr txBox="1"/>
          <p:nvPr>
            <p:ph idx="10" type="dt"/>
          </p:nvPr>
        </p:nvSpPr>
        <p:spPr>
          <a:xfrm>
            <a:off x="457200" y="6245225"/>
            <a:ext cx="2133600" cy="47625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80"/>
          <p:cNvSpPr txBox="1"/>
          <p:nvPr>
            <p:ph idx="11" type="ftr"/>
          </p:nvPr>
        </p:nvSpPr>
        <p:spPr>
          <a:xfrm>
            <a:off x="3124200" y="6245225"/>
            <a:ext cx="2895600" cy="47625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80"/>
          <p:cNvSpPr txBox="1"/>
          <p:nvPr>
            <p:ph idx="12" type="sldNum"/>
          </p:nvPr>
        </p:nvSpPr>
        <p:spPr>
          <a:xfrm>
            <a:off x="6553200" y="6245225"/>
            <a:ext cx="2133600" cy="476250"/>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sz="1200">
                <a:solidFill>
                  <a:srgbClr val="035C75"/>
                </a:solidFill>
                <a:latin typeface="Arial"/>
                <a:ea typeface="Arial"/>
                <a:cs typeface="Arial"/>
                <a:sym typeface="Arial"/>
              </a:defRPr>
            </a:lvl1pPr>
            <a:lvl2pPr indent="0" lvl="1" marL="0" marR="0" algn="r">
              <a:spcBef>
                <a:spcPts val="0"/>
              </a:spcBef>
              <a:spcAft>
                <a:spcPts val="0"/>
              </a:spcAft>
              <a:buNone/>
              <a:defRPr sz="1200">
                <a:solidFill>
                  <a:srgbClr val="035C75"/>
                </a:solidFill>
                <a:latin typeface="Arial"/>
                <a:ea typeface="Arial"/>
                <a:cs typeface="Arial"/>
                <a:sym typeface="Arial"/>
              </a:defRPr>
            </a:lvl2pPr>
            <a:lvl3pPr indent="0" lvl="2" marL="0" marR="0" algn="r">
              <a:spcBef>
                <a:spcPts val="0"/>
              </a:spcBef>
              <a:spcAft>
                <a:spcPts val="0"/>
              </a:spcAft>
              <a:buNone/>
              <a:defRPr sz="1200">
                <a:solidFill>
                  <a:srgbClr val="035C75"/>
                </a:solidFill>
                <a:latin typeface="Arial"/>
                <a:ea typeface="Arial"/>
                <a:cs typeface="Arial"/>
                <a:sym typeface="Arial"/>
              </a:defRPr>
            </a:lvl3pPr>
            <a:lvl4pPr indent="0" lvl="3" marL="0" marR="0" algn="r">
              <a:spcBef>
                <a:spcPts val="0"/>
              </a:spcBef>
              <a:spcAft>
                <a:spcPts val="0"/>
              </a:spcAft>
              <a:buNone/>
              <a:defRPr sz="1200">
                <a:solidFill>
                  <a:srgbClr val="035C75"/>
                </a:solidFill>
                <a:latin typeface="Arial"/>
                <a:ea typeface="Arial"/>
                <a:cs typeface="Arial"/>
                <a:sym typeface="Arial"/>
              </a:defRPr>
            </a:lvl4pPr>
            <a:lvl5pPr indent="0" lvl="4" marL="0" marR="0" algn="r">
              <a:spcBef>
                <a:spcPts val="0"/>
              </a:spcBef>
              <a:spcAft>
                <a:spcPts val="0"/>
              </a:spcAft>
              <a:buNone/>
              <a:defRPr sz="1200">
                <a:solidFill>
                  <a:srgbClr val="035C75"/>
                </a:solidFill>
                <a:latin typeface="Arial"/>
                <a:ea typeface="Arial"/>
                <a:cs typeface="Arial"/>
                <a:sym typeface="Arial"/>
              </a:defRPr>
            </a:lvl5pPr>
            <a:lvl6pPr indent="0" lvl="5" marL="0" marR="0" algn="r">
              <a:spcBef>
                <a:spcPts val="0"/>
              </a:spcBef>
              <a:spcAft>
                <a:spcPts val="0"/>
              </a:spcAft>
              <a:buNone/>
              <a:defRPr sz="1200">
                <a:solidFill>
                  <a:srgbClr val="035C75"/>
                </a:solidFill>
                <a:latin typeface="Arial"/>
                <a:ea typeface="Arial"/>
                <a:cs typeface="Arial"/>
                <a:sym typeface="Arial"/>
              </a:defRPr>
            </a:lvl6pPr>
            <a:lvl7pPr indent="0" lvl="6" marL="0" marR="0" algn="r">
              <a:spcBef>
                <a:spcPts val="0"/>
              </a:spcBef>
              <a:spcAft>
                <a:spcPts val="0"/>
              </a:spcAft>
              <a:buNone/>
              <a:defRPr sz="1200">
                <a:solidFill>
                  <a:srgbClr val="035C75"/>
                </a:solidFill>
                <a:latin typeface="Arial"/>
                <a:ea typeface="Arial"/>
                <a:cs typeface="Arial"/>
                <a:sym typeface="Arial"/>
              </a:defRPr>
            </a:lvl7pPr>
            <a:lvl8pPr indent="0" lvl="7" marL="0" marR="0" algn="r">
              <a:spcBef>
                <a:spcPts val="0"/>
              </a:spcBef>
              <a:spcAft>
                <a:spcPts val="0"/>
              </a:spcAft>
              <a:buNone/>
              <a:defRPr sz="1200">
                <a:solidFill>
                  <a:srgbClr val="035C75"/>
                </a:solidFill>
                <a:latin typeface="Arial"/>
                <a:ea typeface="Arial"/>
                <a:cs typeface="Arial"/>
                <a:sym typeface="Arial"/>
              </a:defRPr>
            </a:lvl8pPr>
            <a:lvl9pPr indent="0" lvl="8" marL="0" marR="0" algn="r">
              <a:spcBef>
                <a:spcPts val="0"/>
              </a:spcBef>
              <a:spcAft>
                <a:spcPts val="0"/>
              </a:spcAft>
              <a:buNone/>
              <a:defRPr sz="1200">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18" name="Shape 118"/>
        <p:cNvGrpSpPr/>
        <p:nvPr/>
      </p:nvGrpSpPr>
      <p:grpSpPr>
        <a:xfrm>
          <a:off x="0" y="0"/>
          <a:ext cx="0" cy="0"/>
          <a:chOff x="0" y="0"/>
          <a:chExt cx="0" cy="0"/>
        </a:xfrm>
      </p:grpSpPr>
      <p:sp>
        <p:nvSpPr>
          <p:cNvPr id="119" name="Google Shape;119;p81"/>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81"/>
          <p:cNvSpPr txBox="1"/>
          <p:nvPr>
            <p:ph idx="10" type="dt"/>
          </p:nvPr>
        </p:nvSpPr>
        <p:spPr>
          <a:xfrm>
            <a:off x="457200" y="6245225"/>
            <a:ext cx="2133600" cy="47625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81"/>
          <p:cNvSpPr txBox="1"/>
          <p:nvPr>
            <p:ph idx="11" type="ftr"/>
          </p:nvPr>
        </p:nvSpPr>
        <p:spPr>
          <a:xfrm>
            <a:off x="3124200" y="6245225"/>
            <a:ext cx="2895600" cy="47625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81"/>
          <p:cNvSpPr txBox="1"/>
          <p:nvPr>
            <p:ph idx="12" type="sldNum"/>
          </p:nvPr>
        </p:nvSpPr>
        <p:spPr>
          <a:xfrm>
            <a:off x="6553200" y="6245225"/>
            <a:ext cx="2133600" cy="476250"/>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None/>
              <a:defRPr sz="1200">
                <a:solidFill>
                  <a:srgbClr val="035C75"/>
                </a:solidFill>
                <a:latin typeface="Arial"/>
                <a:ea typeface="Arial"/>
                <a:cs typeface="Arial"/>
                <a:sym typeface="Arial"/>
              </a:defRPr>
            </a:lvl1pPr>
            <a:lvl2pPr indent="0" lvl="1" marL="0" marR="0" algn="r">
              <a:spcBef>
                <a:spcPts val="0"/>
              </a:spcBef>
              <a:spcAft>
                <a:spcPts val="0"/>
              </a:spcAft>
              <a:buNone/>
              <a:defRPr sz="1200">
                <a:solidFill>
                  <a:srgbClr val="035C75"/>
                </a:solidFill>
                <a:latin typeface="Arial"/>
                <a:ea typeface="Arial"/>
                <a:cs typeface="Arial"/>
                <a:sym typeface="Arial"/>
              </a:defRPr>
            </a:lvl2pPr>
            <a:lvl3pPr indent="0" lvl="2" marL="0" marR="0" algn="r">
              <a:spcBef>
                <a:spcPts val="0"/>
              </a:spcBef>
              <a:spcAft>
                <a:spcPts val="0"/>
              </a:spcAft>
              <a:buNone/>
              <a:defRPr sz="1200">
                <a:solidFill>
                  <a:srgbClr val="035C75"/>
                </a:solidFill>
                <a:latin typeface="Arial"/>
                <a:ea typeface="Arial"/>
                <a:cs typeface="Arial"/>
                <a:sym typeface="Arial"/>
              </a:defRPr>
            </a:lvl3pPr>
            <a:lvl4pPr indent="0" lvl="3" marL="0" marR="0" algn="r">
              <a:spcBef>
                <a:spcPts val="0"/>
              </a:spcBef>
              <a:spcAft>
                <a:spcPts val="0"/>
              </a:spcAft>
              <a:buNone/>
              <a:defRPr sz="1200">
                <a:solidFill>
                  <a:srgbClr val="035C75"/>
                </a:solidFill>
                <a:latin typeface="Arial"/>
                <a:ea typeface="Arial"/>
                <a:cs typeface="Arial"/>
                <a:sym typeface="Arial"/>
              </a:defRPr>
            </a:lvl4pPr>
            <a:lvl5pPr indent="0" lvl="4" marL="0" marR="0" algn="r">
              <a:spcBef>
                <a:spcPts val="0"/>
              </a:spcBef>
              <a:spcAft>
                <a:spcPts val="0"/>
              </a:spcAft>
              <a:buNone/>
              <a:defRPr sz="1200">
                <a:solidFill>
                  <a:srgbClr val="035C75"/>
                </a:solidFill>
                <a:latin typeface="Arial"/>
                <a:ea typeface="Arial"/>
                <a:cs typeface="Arial"/>
                <a:sym typeface="Arial"/>
              </a:defRPr>
            </a:lvl5pPr>
            <a:lvl6pPr indent="0" lvl="5" marL="0" marR="0" algn="r">
              <a:spcBef>
                <a:spcPts val="0"/>
              </a:spcBef>
              <a:spcAft>
                <a:spcPts val="0"/>
              </a:spcAft>
              <a:buNone/>
              <a:defRPr sz="1200">
                <a:solidFill>
                  <a:srgbClr val="035C75"/>
                </a:solidFill>
                <a:latin typeface="Arial"/>
                <a:ea typeface="Arial"/>
                <a:cs typeface="Arial"/>
                <a:sym typeface="Arial"/>
              </a:defRPr>
            </a:lvl6pPr>
            <a:lvl7pPr indent="0" lvl="6" marL="0" marR="0" algn="r">
              <a:spcBef>
                <a:spcPts val="0"/>
              </a:spcBef>
              <a:spcAft>
                <a:spcPts val="0"/>
              </a:spcAft>
              <a:buNone/>
              <a:defRPr sz="1200">
                <a:solidFill>
                  <a:srgbClr val="035C75"/>
                </a:solidFill>
                <a:latin typeface="Arial"/>
                <a:ea typeface="Arial"/>
                <a:cs typeface="Arial"/>
                <a:sym typeface="Arial"/>
              </a:defRPr>
            </a:lvl7pPr>
            <a:lvl8pPr indent="0" lvl="7" marL="0" marR="0" algn="r">
              <a:spcBef>
                <a:spcPts val="0"/>
              </a:spcBef>
              <a:spcAft>
                <a:spcPts val="0"/>
              </a:spcAft>
              <a:buNone/>
              <a:defRPr sz="1200">
                <a:solidFill>
                  <a:srgbClr val="035C75"/>
                </a:solidFill>
                <a:latin typeface="Arial"/>
                <a:ea typeface="Arial"/>
                <a:cs typeface="Arial"/>
                <a:sym typeface="Arial"/>
              </a:defRPr>
            </a:lvl8pPr>
            <a:lvl9pPr indent="0" lvl="8" marL="0" marR="0" algn="r">
              <a:spcBef>
                <a:spcPts val="0"/>
              </a:spcBef>
              <a:spcAft>
                <a:spcPts val="0"/>
              </a:spcAft>
              <a:buNone/>
              <a:defRPr sz="1200">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23" name="Shape 123"/>
        <p:cNvGrpSpPr/>
        <p:nvPr/>
      </p:nvGrpSpPr>
      <p:grpSpPr>
        <a:xfrm>
          <a:off x="0" y="0"/>
          <a:ext cx="0" cy="0"/>
          <a:chOff x="0" y="0"/>
          <a:chExt cx="0" cy="0"/>
        </a:xfrm>
      </p:grpSpPr>
      <p:sp>
        <p:nvSpPr>
          <p:cNvPr id="124" name="Google Shape;124;p82"/>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3.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66"/>
          <p:cNvSpPr/>
          <p:nvPr/>
        </p:nvSpPr>
        <p:spPr>
          <a:xfrm>
            <a:off x="-9525" y="-7938"/>
            <a:ext cx="9163050" cy="1041401"/>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66"/>
          <p:cNvSpPr/>
          <p:nvPr/>
        </p:nvSpPr>
        <p:spPr>
          <a:xfrm>
            <a:off x="4381500" y="-7938"/>
            <a:ext cx="4762500" cy="638176"/>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66"/>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9pPr>
          </a:lstStyle>
          <a:p/>
        </p:txBody>
      </p:sp>
      <p:sp>
        <p:nvSpPr>
          <p:cNvPr id="13" name="Google Shape;13;p66"/>
          <p:cNvSpPr txBox="1"/>
          <p:nvPr>
            <p:ph idx="1" type="body"/>
          </p:nvPr>
        </p:nvSpPr>
        <p:spPr>
          <a:xfrm>
            <a:off x="457200" y="1935163"/>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6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5" name="Google Shape;15;p6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6" name="Google Shape;16;p6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spcAft>
                <a:spcPts val="0"/>
              </a:spcAft>
              <a:buNone/>
              <a:defRPr b="0" i="0" sz="1200" u="none" cap="none" strike="noStrike">
                <a:solidFill>
                  <a:srgbClr val="D0E9ED"/>
                </a:solidFill>
                <a:latin typeface="Arial"/>
                <a:ea typeface="Arial"/>
                <a:cs typeface="Arial"/>
                <a:sym typeface="Arial"/>
              </a:defRPr>
            </a:lvl1pPr>
            <a:lvl2pPr indent="0" lvl="1" marL="0" marR="0" rtl="0" algn="r">
              <a:spcBef>
                <a:spcPts val="0"/>
              </a:spcBef>
              <a:spcAft>
                <a:spcPts val="0"/>
              </a:spcAft>
              <a:buNone/>
              <a:defRPr b="0" i="0" sz="1200" u="none" cap="none" strike="noStrike">
                <a:solidFill>
                  <a:srgbClr val="D0E9ED"/>
                </a:solidFill>
                <a:latin typeface="Arial"/>
                <a:ea typeface="Arial"/>
                <a:cs typeface="Arial"/>
                <a:sym typeface="Arial"/>
              </a:defRPr>
            </a:lvl2pPr>
            <a:lvl3pPr indent="0" lvl="2" marL="0" marR="0" rtl="0" algn="r">
              <a:spcBef>
                <a:spcPts val="0"/>
              </a:spcBef>
              <a:spcAft>
                <a:spcPts val="0"/>
              </a:spcAft>
              <a:buNone/>
              <a:defRPr b="0" i="0" sz="1200" u="none" cap="none" strike="noStrike">
                <a:solidFill>
                  <a:srgbClr val="D0E9ED"/>
                </a:solidFill>
                <a:latin typeface="Arial"/>
                <a:ea typeface="Arial"/>
                <a:cs typeface="Arial"/>
                <a:sym typeface="Arial"/>
              </a:defRPr>
            </a:lvl3pPr>
            <a:lvl4pPr indent="0" lvl="3" marL="0" marR="0" rtl="0" algn="r">
              <a:spcBef>
                <a:spcPts val="0"/>
              </a:spcBef>
              <a:spcAft>
                <a:spcPts val="0"/>
              </a:spcAft>
              <a:buNone/>
              <a:defRPr b="0" i="0" sz="1200" u="none" cap="none" strike="noStrike">
                <a:solidFill>
                  <a:srgbClr val="D0E9ED"/>
                </a:solidFill>
                <a:latin typeface="Arial"/>
                <a:ea typeface="Arial"/>
                <a:cs typeface="Arial"/>
                <a:sym typeface="Arial"/>
              </a:defRPr>
            </a:lvl4pPr>
            <a:lvl5pPr indent="0" lvl="4" marL="0" marR="0" rtl="0" algn="r">
              <a:spcBef>
                <a:spcPts val="0"/>
              </a:spcBef>
              <a:spcAft>
                <a:spcPts val="0"/>
              </a:spcAft>
              <a:buNone/>
              <a:defRPr b="0" i="0" sz="1200" u="none" cap="none" strike="noStrike">
                <a:solidFill>
                  <a:srgbClr val="D0E9ED"/>
                </a:solidFill>
                <a:latin typeface="Arial"/>
                <a:ea typeface="Arial"/>
                <a:cs typeface="Arial"/>
                <a:sym typeface="Arial"/>
              </a:defRPr>
            </a:lvl5pPr>
            <a:lvl6pPr indent="0" lvl="5" marL="0" marR="0" rtl="0" algn="r">
              <a:spcBef>
                <a:spcPts val="0"/>
              </a:spcBef>
              <a:spcAft>
                <a:spcPts val="0"/>
              </a:spcAft>
              <a:buNone/>
              <a:defRPr b="0" i="0" sz="1200" u="none" cap="none" strike="noStrike">
                <a:solidFill>
                  <a:srgbClr val="D0E9ED"/>
                </a:solidFill>
                <a:latin typeface="Arial"/>
                <a:ea typeface="Arial"/>
                <a:cs typeface="Arial"/>
                <a:sym typeface="Arial"/>
              </a:defRPr>
            </a:lvl6pPr>
            <a:lvl7pPr indent="0" lvl="6" marL="0" marR="0" rtl="0" algn="r">
              <a:spcBef>
                <a:spcPts val="0"/>
              </a:spcBef>
              <a:spcAft>
                <a:spcPts val="0"/>
              </a:spcAft>
              <a:buNone/>
              <a:defRPr b="0" i="0" sz="1200" u="none" cap="none" strike="noStrike">
                <a:solidFill>
                  <a:srgbClr val="D0E9ED"/>
                </a:solidFill>
                <a:latin typeface="Arial"/>
                <a:ea typeface="Arial"/>
                <a:cs typeface="Arial"/>
                <a:sym typeface="Arial"/>
              </a:defRPr>
            </a:lvl7pPr>
            <a:lvl8pPr indent="0" lvl="7" marL="0" marR="0" rtl="0" algn="r">
              <a:spcBef>
                <a:spcPts val="0"/>
              </a:spcBef>
              <a:spcAft>
                <a:spcPts val="0"/>
              </a:spcAft>
              <a:buNone/>
              <a:defRPr b="0" i="0" sz="1200" u="none" cap="none" strike="noStrike">
                <a:solidFill>
                  <a:srgbClr val="D0E9ED"/>
                </a:solidFill>
                <a:latin typeface="Arial"/>
                <a:ea typeface="Arial"/>
                <a:cs typeface="Arial"/>
                <a:sym typeface="Arial"/>
              </a:defRPr>
            </a:lvl8pPr>
            <a:lvl9pPr indent="0" lvl="8" marL="0" marR="0" rtl="0" algn="r">
              <a:spcBef>
                <a:spcPts val="0"/>
              </a:spcBef>
              <a:spcAft>
                <a:spcPts val="0"/>
              </a:spcAft>
              <a:buNone/>
              <a:defRPr b="0" i="0" sz="1200" u="none" cap="none" strike="noStrike">
                <a:solidFill>
                  <a:srgbClr val="D0E9ED"/>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grpSp>
        <p:nvGrpSpPr>
          <p:cNvPr id="17" name="Google Shape;17;p66"/>
          <p:cNvGrpSpPr/>
          <p:nvPr/>
        </p:nvGrpSpPr>
        <p:grpSpPr>
          <a:xfrm>
            <a:off x="-29327" y="-14808"/>
            <a:ext cx="9198220" cy="1083716"/>
            <a:chOff x="-29322" y="-1971"/>
            <a:chExt cx="9198255" cy="1086266"/>
          </a:xfrm>
        </p:grpSpPr>
        <p:sp>
          <p:nvSpPr>
            <p:cNvPr id="18" name="Google Shape;18;p66"/>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 name="Google Shape;19;p66"/>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65"/>
          <p:cNvSpPr/>
          <p:nvPr/>
        </p:nvSpPr>
        <p:spPr>
          <a:xfrm>
            <a:off x="-9525" y="-7938"/>
            <a:ext cx="9163050" cy="1041401"/>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65"/>
          <p:cNvSpPr/>
          <p:nvPr/>
        </p:nvSpPr>
        <p:spPr>
          <a:xfrm>
            <a:off x="4381500" y="-7938"/>
            <a:ext cx="4762500" cy="638176"/>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65"/>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30" name="Google Shape;30;p65"/>
          <p:cNvSpPr txBox="1"/>
          <p:nvPr>
            <p:ph idx="1" type="body"/>
          </p:nvPr>
        </p:nvSpPr>
        <p:spPr>
          <a:xfrm>
            <a:off x="457200" y="1935163"/>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6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2" name="Google Shape;32;p6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3" name="Google Shape;33;p6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spcAft>
                <a:spcPts val="0"/>
              </a:spcAft>
              <a:buNone/>
              <a:defRPr b="0" sz="1200" u="none">
                <a:solidFill>
                  <a:srgbClr val="035C75"/>
                </a:solidFill>
                <a:latin typeface="Arial"/>
                <a:ea typeface="Arial"/>
                <a:cs typeface="Arial"/>
                <a:sym typeface="Arial"/>
              </a:defRPr>
            </a:lvl1pPr>
            <a:lvl2pPr indent="0" lvl="1" marL="0" marR="0" rtl="0" algn="r">
              <a:spcBef>
                <a:spcPts val="0"/>
              </a:spcBef>
              <a:spcAft>
                <a:spcPts val="0"/>
              </a:spcAft>
              <a:buNone/>
              <a:defRPr b="0" sz="1200" u="none">
                <a:solidFill>
                  <a:srgbClr val="035C75"/>
                </a:solidFill>
                <a:latin typeface="Arial"/>
                <a:ea typeface="Arial"/>
                <a:cs typeface="Arial"/>
                <a:sym typeface="Arial"/>
              </a:defRPr>
            </a:lvl2pPr>
            <a:lvl3pPr indent="0" lvl="2" marL="0" marR="0" rtl="0" algn="r">
              <a:spcBef>
                <a:spcPts val="0"/>
              </a:spcBef>
              <a:spcAft>
                <a:spcPts val="0"/>
              </a:spcAft>
              <a:buNone/>
              <a:defRPr b="0" sz="1200" u="none">
                <a:solidFill>
                  <a:srgbClr val="035C75"/>
                </a:solidFill>
                <a:latin typeface="Arial"/>
                <a:ea typeface="Arial"/>
                <a:cs typeface="Arial"/>
                <a:sym typeface="Arial"/>
              </a:defRPr>
            </a:lvl3pPr>
            <a:lvl4pPr indent="0" lvl="3" marL="0" marR="0" rtl="0" algn="r">
              <a:spcBef>
                <a:spcPts val="0"/>
              </a:spcBef>
              <a:spcAft>
                <a:spcPts val="0"/>
              </a:spcAft>
              <a:buNone/>
              <a:defRPr b="0" sz="1200" u="none">
                <a:solidFill>
                  <a:srgbClr val="035C75"/>
                </a:solidFill>
                <a:latin typeface="Arial"/>
                <a:ea typeface="Arial"/>
                <a:cs typeface="Arial"/>
                <a:sym typeface="Arial"/>
              </a:defRPr>
            </a:lvl4pPr>
            <a:lvl5pPr indent="0" lvl="4" marL="0" marR="0" rtl="0" algn="r">
              <a:spcBef>
                <a:spcPts val="0"/>
              </a:spcBef>
              <a:spcAft>
                <a:spcPts val="0"/>
              </a:spcAft>
              <a:buNone/>
              <a:defRPr b="0" sz="1200" u="none">
                <a:solidFill>
                  <a:srgbClr val="035C75"/>
                </a:solidFill>
                <a:latin typeface="Arial"/>
                <a:ea typeface="Arial"/>
                <a:cs typeface="Arial"/>
                <a:sym typeface="Arial"/>
              </a:defRPr>
            </a:lvl5pPr>
            <a:lvl6pPr indent="0" lvl="5" marL="0" marR="0" rtl="0" algn="r">
              <a:spcBef>
                <a:spcPts val="0"/>
              </a:spcBef>
              <a:spcAft>
                <a:spcPts val="0"/>
              </a:spcAft>
              <a:buNone/>
              <a:defRPr b="0" sz="1200" u="none">
                <a:solidFill>
                  <a:srgbClr val="035C75"/>
                </a:solidFill>
                <a:latin typeface="Arial"/>
                <a:ea typeface="Arial"/>
                <a:cs typeface="Arial"/>
                <a:sym typeface="Arial"/>
              </a:defRPr>
            </a:lvl6pPr>
            <a:lvl7pPr indent="0" lvl="6" marL="0" marR="0" rtl="0" algn="r">
              <a:spcBef>
                <a:spcPts val="0"/>
              </a:spcBef>
              <a:spcAft>
                <a:spcPts val="0"/>
              </a:spcAft>
              <a:buNone/>
              <a:defRPr b="0" sz="1200" u="none">
                <a:solidFill>
                  <a:srgbClr val="035C75"/>
                </a:solidFill>
                <a:latin typeface="Arial"/>
                <a:ea typeface="Arial"/>
                <a:cs typeface="Arial"/>
                <a:sym typeface="Arial"/>
              </a:defRPr>
            </a:lvl7pPr>
            <a:lvl8pPr indent="0" lvl="7" marL="0" marR="0" rtl="0" algn="r">
              <a:spcBef>
                <a:spcPts val="0"/>
              </a:spcBef>
              <a:spcAft>
                <a:spcPts val="0"/>
              </a:spcAft>
              <a:buNone/>
              <a:defRPr b="0" sz="1200" u="none">
                <a:solidFill>
                  <a:srgbClr val="035C75"/>
                </a:solidFill>
                <a:latin typeface="Arial"/>
                <a:ea typeface="Arial"/>
                <a:cs typeface="Arial"/>
                <a:sym typeface="Arial"/>
              </a:defRPr>
            </a:lvl8pPr>
            <a:lvl9pPr indent="0" lvl="8" marL="0" marR="0" rtl="0" algn="r">
              <a:spcBef>
                <a:spcPts val="0"/>
              </a:spcBef>
              <a:spcAft>
                <a:spcPts val="0"/>
              </a:spcAft>
              <a:buNone/>
              <a:defRPr b="0" sz="1200" u="none">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grpSp>
        <p:nvGrpSpPr>
          <p:cNvPr id="34" name="Google Shape;34;p65"/>
          <p:cNvGrpSpPr/>
          <p:nvPr/>
        </p:nvGrpSpPr>
        <p:grpSpPr>
          <a:xfrm>
            <a:off x="-29327" y="-14808"/>
            <a:ext cx="9198220" cy="1083716"/>
            <a:chOff x="-29322" y="-1971"/>
            <a:chExt cx="9198255" cy="1086266"/>
          </a:xfrm>
        </p:grpSpPr>
        <p:sp>
          <p:nvSpPr>
            <p:cNvPr id="35" name="Google Shape;35;p65"/>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 name="Google Shape;36;p65"/>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4.png"/><Relationship Id="rId9" Type="http://schemas.openxmlformats.org/officeDocument/2006/relationships/image" Target="../media/image13.png"/><Relationship Id="rId5" Type="http://schemas.openxmlformats.org/officeDocument/2006/relationships/image" Target="../media/image16.png"/><Relationship Id="rId6" Type="http://schemas.openxmlformats.org/officeDocument/2006/relationships/image" Target="../media/image10.png"/><Relationship Id="rId7" Type="http://schemas.openxmlformats.org/officeDocument/2006/relationships/image" Target="../media/image8.png"/><Relationship Id="rId8"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vmlDrawing" Target="../drawings/vmlDrawing1.vml"/><Relationship Id="rId4" Type="http://schemas.openxmlformats.org/officeDocument/2006/relationships/package" Target="../embeddings/Microsoft_Excel_Sheet1.xlsx"/><Relationship Id="rId5" Type="http://schemas.openxmlformats.org/officeDocument/2006/relationships/package" Target="../embeddings/Microsoft_Excel_Sheet1.xlsx"/><Relationship Id="rId6"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1.png"/><Relationship Id="rId4" Type="http://schemas.openxmlformats.org/officeDocument/2006/relationships/image" Target="../media/image25.jpg"/><Relationship Id="rId5" Type="http://schemas.openxmlformats.org/officeDocument/2006/relationships/image" Target="../media/image23.jpg"/><Relationship Id="rId6"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
          <p:cNvSpPr txBox="1"/>
          <p:nvPr>
            <p:ph type="ctrTitle"/>
          </p:nvPr>
        </p:nvSpPr>
        <p:spPr>
          <a:xfrm>
            <a:off x="685800" y="2666999"/>
            <a:ext cx="7772400" cy="1470025"/>
          </a:xfrm>
          <a:prstGeom prst="rect">
            <a:avLst/>
          </a:prstGeom>
          <a:noFill/>
          <a:ln>
            <a:noFill/>
          </a:ln>
        </p:spPr>
        <p:txBody>
          <a:bodyPr anchorCtr="0" anchor="b" bIns="0" lIns="0" spcFirstLastPara="1" rIns="18275" wrap="square" tIns="0">
            <a:normAutofit fontScale="90000"/>
          </a:bodyPr>
          <a:lstStyle/>
          <a:p>
            <a:pPr indent="0" lvl="0" marL="0" marR="0" rtl="0" algn="ctr">
              <a:lnSpc>
                <a:spcPct val="100000"/>
              </a:lnSpc>
              <a:spcBef>
                <a:spcPts val="0"/>
              </a:spcBef>
              <a:spcAft>
                <a:spcPts val="0"/>
              </a:spcAft>
              <a:buClr>
                <a:srgbClr val="C4E2FC"/>
              </a:buClr>
              <a:buSzPct val="100000"/>
              <a:buFont typeface="Calibri"/>
              <a:buNone/>
            </a:pPr>
            <a:r>
              <a:rPr b="1" i="1" lang="en-GB" sz="5600" u="none" cap="none" strike="noStrike">
                <a:solidFill>
                  <a:srgbClr val="C4E2FC"/>
                </a:solidFill>
                <a:latin typeface="Calibri"/>
                <a:ea typeface="Calibri"/>
                <a:cs typeface="Calibri"/>
                <a:sym typeface="Calibri"/>
              </a:rPr>
              <a:t>COBIT 5 </a:t>
            </a:r>
            <a:br>
              <a:rPr b="1" i="0" lang="en-GB" sz="5600" u="none" cap="none" strike="noStrike">
                <a:solidFill>
                  <a:srgbClr val="4CE0EA"/>
                </a:solidFill>
                <a:latin typeface="Calibri"/>
                <a:ea typeface="Calibri"/>
                <a:cs typeface="Calibri"/>
                <a:sym typeface="Calibri"/>
              </a:rPr>
            </a:br>
            <a:endParaRPr b="1" i="0" sz="5600" u="none" cap="none" strike="noStrike">
              <a:solidFill>
                <a:srgbClr val="4CE0EA"/>
              </a:solidFill>
              <a:latin typeface="Calibri"/>
              <a:ea typeface="Calibri"/>
              <a:cs typeface="Calibri"/>
              <a:sym typeface="Calibri"/>
            </a:endParaRPr>
          </a:p>
        </p:txBody>
      </p:sp>
      <p:sp>
        <p:nvSpPr>
          <p:cNvPr id="131" name="Google Shape;131;p1"/>
          <p:cNvSpPr/>
          <p:nvPr/>
        </p:nvSpPr>
        <p:spPr>
          <a:xfrm>
            <a:off x="1905000" y="4114800"/>
            <a:ext cx="5105400" cy="10144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GB" sz="2000" u="none" cap="none" strike="noStrike">
                <a:solidFill>
                  <a:schemeClr val="lt2"/>
                </a:solidFill>
                <a:latin typeface="Times New Roman"/>
                <a:ea typeface="Times New Roman"/>
                <a:cs typeface="Times New Roman"/>
                <a:sym typeface="Times New Roman"/>
              </a:rPr>
              <a:t>     Presented by</a:t>
            </a:r>
            <a:endParaRPr b="1" i="0" sz="2000" u="none" cap="none" strike="noStrike">
              <a:solidFill>
                <a:schemeClr val="lt2"/>
              </a:solidFill>
              <a:latin typeface="Times New Roman"/>
              <a:ea typeface="Times New Roman"/>
              <a:cs typeface="Times New Roman"/>
              <a:sym typeface="Times New Roman"/>
            </a:endParaRPr>
          </a:p>
          <a:p>
            <a:pPr indent="0" lvl="0" marL="0" marR="0" rtl="0" algn="ctr">
              <a:spcBef>
                <a:spcPts val="0"/>
              </a:spcBef>
              <a:spcAft>
                <a:spcPts val="0"/>
              </a:spcAft>
              <a:buNone/>
            </a:pPr>
            <a:r>
              <a:rPr b="1" i="0" lang="en-GB" sz="2000" u="none" cap="none" strike="noStrike">
                <a:solidFill>
                  <a:schemeClr val="lt2"/>
                </a:solidFill>
                <a:latin typeface="Times New Roman"/>
                <a:ea typeface="Times New Roman"/>
                <a:cs typeface="Times New Roman"/>
                <a:sym typeface="Times New Roman"/>
              </a:rPr>
              <a:t>    ISACA</a:t>
            </a:r>
            <a:endParaRPr b="1" i="0" sz="2000" u="none" cap="none" strike="noStrike">
              <a:solidFill>
                <a:schemeClr val="lt2"/>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2000">
              <a:solidFill>
                <a:schemeClr val="lt2"/>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Introduction to COBIT</a:t>
            </a:r>
            <a:endParaRPr/>
          </a:p>
        </p:txBody>
      </p:sp>
      <p:sp>
        <p:nvSpPr>
          <p:cNvPr id="137" name="Google Shape;137;p2"/>
          <p:cNvSpPr txBox="1"/>
          <p:nvPr>
            <p:ph idx="1" type="body"/>
          </p:nvPr>
        </p:nvSpPr>
        <p:spPr>
          <a:xfrm>
            <a:off x="457200" y="1935163"/>
            <a:ext cx="8229600" cy="4389437"/>
          </a:xfrm>
          <a:prstGeom prst="rect">
            <a:avLst/>
          </a:prstGeom>
          <a:noFill/>
          <a:ln>
            <a:noFill/>
          </a:ln>
        </p:spPr>
        <p:txBody>
          <a:bodyPr anchorCtr="0" anchor="t" bIns="45700" lIns="91425" spcFirstLastPara="1" rIns="91425" wrap="square" tIns="45700">
            <a:noAutofit/>
          </a:bodyPr>
          <a:lstStyle/>
          <a:p>
            <a:pPr indent="-273050" lvl="0" marL="273050" rtl="0" algn="just">
              <a:spcBef>
                <a:spcPts val="0"/>
              </a:spcBef>
              <a:spcAft>
                <a:spcPts val="0"/>
              </a:spcAft>
              <a:buSzPts val="2470"/>
              <a:buChar char="⚫"/>
            </a:pPr>
            <a:r>
              <a:rPr lang="en-GB"/>
              <a:t>COBIT (Control Objectives for Information and Related Technologies) is a good-practice framework created by international professional association ISACA for information technology (IT) management and IT governance.</a:t>
            </a:r>
            <a:endParaRPr/>
          </a:p>
          <a:p>
            <a:pPr indent="-116204" lvl="0" marL="273050" rtl="0" algn="just">
              <a:spcBef>
                <a:spcPts val="520"/>
              </a:spcBef>
              <a:spcAft>
                <a:spcPts val="0"/>
              </a:spcAft>
              <a:buSzPts val="2470"/>
              <a:buNone/>
            </a:pPr>
            <a:r>
              <a:t/>
            </a:r>
            <a:endParaRPr/>
          </a:p>
          <a:p>
            <a:pPr indent="-273050" lvl="0" marL="273050" rtl="0" algn="just">
              <a:spcBef>
                <a:spcPts val="520"/>
              </a:spcBef>
              <a:spcAft>
                <a:spcPts val="0"/>
              </a:spcAft>
              <a:buSzPts val="2470"/>
              <a:buChar char="⚫"/>
            </a:pPr>
            <a:r>
              <a:rPr lang="en-GB"/>
              <a:t>COBIT provides an implementable "set of controls over information technology and organizes them around a logical framework of IT-related processes and enablers."</a:t>
            </a:r>
            <a:endParaRPr/>
          </a:p>
        </p:txBody>
      </p:sp>
      <p:sp>
        <p:nvSpPr>
          <p:cNvPr id="138" name="Google Shape;138;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45" name="Google Shape;145;p4"/>
          <p:cNvSpPr txBox="1"/>
          <p:nvPr/>
        </p:nvSpPr>
        <p:spPr>
          <a:xfrm>
            <a:off x="304800" y="885825"/>
            <a:ext cx="8153400" cy="4139595"/>
          </a:xfrm>
          <a:prstGeom prst="rect">
            <a:avLst/>
          </a:prstGeom>
          <a:noFill/>
          <a:ln>
            <a:noFill/>
          </a:ln>
        </p:spPr>
        <p:txBody>
          <a:bodyPr anchorCtr="0" anchor="t" bIns="45700" lIns="91425" spcFirstLastPara="1" rIns="91425" wrap="square" tIns="45700">
            <a:spAutoFit/>
          </a:bodyPr>
          <a:lstStyle/>
          <a:p>
            <a:pPr indent="-514350" lvl="0" marL="514350" marR="0" rtl="0" algn="l">
              <a:spcBef>
                <a:spcPts val="0"/>
              </a:spcBef>
              <a:spcAft>
                <a:spcPts val="0"/>
              </a:spcAft>
              <a:buClr>
                <a:schemeClr val="dk1"/>
              </a:buClr>
              <a:buSzPts val="3600"/>
              <a:buFont typeface="Calibri"/>
              <a:buAutoNum type="arabicPeriod"/>
            </a:pPr>
            <a:r>
              <a:rPr b="1" lang="en-GB" sz="3600">
                <a:solidFill>
                  <a:schemeClr val="dk1"/>
                </a:solidFill>
                <a:latin typeface="Arial"/>
                <a:ea typeface="Arial"/>
                <a:cs typeface="Arial"/>
                <a:sym typeface="Arial"/>
              </a:rPr>
              <a:t>COBIT 5 </a:t>
            </a:r>
            <a:endParaRPr b="1" sz="3600">
              <a:solidFill>
                <a:schemeClr val="dk1"/>
              </a:solidFill>
              <a:latin typeface="Arial"/>
              <a:ea typeface="Arial"/>
              <a:cs typeface="Arial"/>
              <a:sym typeface="Arial"/>
            </a:endParaRPr>
          </a:p>
          <a:p>
            <a:pPr indent="-514350" lvl="1" marL="971550" marR="0" rtl="0" algn="l">
              <a:spcBef>
                <a:spcPts val="600"/>
              </a:spcBef>
              <a:spcAft>
                <a:spcPts val="0"/>
              </a:spcAft>
              <a:buClr>
                <a:schemeClr val="dk1"/>
              </a:buClr>
              <a:buSzPts val="2400"/>
              <a:buFont typeface="Calibri"/>
              <a:buAutoNum type="alphaUcPeriod"/>
            </a:pPr>
            <a:r>
              <a:rPr b="0" i="0" lang="en-GB" sz="2400" u="none" cap="none" strike="noStrike">
                <a:solidFill>
                  <a:schemeClr val="dk1"/>
                </a:solidFill>
                <a:latin typeface="Arial"/>
                <a:ea typeface="Arial"/>
                <a:cs typeface="Arial"/>
                <a:sym typeface="Arial"/>
              </a:rPr>
              <a:t>THE FRAMEWORK (A BIT OF HISTORY)</a:t>
            </a:r>
            <a:endParaRPr b="0" i="0" sz="2400" u="none" cap="none" strike="noStrike">
              <a:solidFill>
                <a:schemeClr val="dk1"/>
              </a:solidFill>
              <a:latin typeface="Arial"/>
              <a:ea typeface="Arial"/>
              <a:cs typeface="Arial"/>
              <a:sym typeface="Arial"/>
            </a:endParaRPr>
          </a:p>
          <a:p>
            <a:pPr indent="-514350" lvl="1" marL="971550" marR="0" rtl="0" algn="l">
              <a:spcBef>
                <a:spcPts val="600"/>
              </a:spcBef>
              <a:spcAft>
                <a:spcPts val="0"/>
              </a:spcAft>
              <a:buClr>
                <a:schemeClr val="dk1"/>
              </a:buClr>
              <a:buSzPts val="2400"/>
              <a:buFont typeface="Calibri"/>
              <a:buAutoNum type="alphaUcPeriod"/>
            </a:pPr>
            <a:r>
              <a:rPr b="0" i="0" lang="en-GB" sz="2400" u="none" cap="none" strike="noStrike">
                <a:solidFill>
                  <a:schemeClr val="dk1"/>
                </a:solidFill>
                <a:latin typeface="Arial"/>
                <a:ea typeface="Arial"/>
                <a:cs typeface="Arial"/>
                <a:sym typeface="Arial"/>
              </a:rPr>
              <a:t>PRINCIPLES</a:t>
            </a:r>
            <a:endParaRPr b="0" i="0" sz="2400" u="none" cap="none" strike="noStrike">
              <a:solidFill>
                <a:schemeClr val="dk1"/>
              </a:solidFill>
              <a:latin typeface="Arial"/>
              <a:ea typeface="Arial"/>
              <a:cs typeface="Arial"/>
              <a:sym typeface="Arial"/>
            </a:endParaRPr>
          </a:p>
          <a:p>
            <a:pPr indent="-514350" lvl="1" marL="971550" marR="0" rtl="0" algn="l">
              <a:spcBef>
                <a:spcPts val="600"/>
              </a:spcBef>
              <a:spcAft>
                <a:spcPts val="0"/>
              </a:spcAft>
              <a:buClr>
                <a:schemeClr val="dk1"/>
              </a:buClr>
              <a:buSzPts val="2400"/>
              <a:buFont typeface="Calibri"/>
              <a:buAutoNum type="alphaUcPeriod"/>
            </a:pPr>
            <a:r>
              <a:rPr b="0" i="0" lang="en-GB" sz="2400" u="none" cap="none" strike="noStrike">
                <a:solidFill>
                  <a:schemeClr val="dk1"/>
                </a:solidFill>
                <a:latin typeface="Arial"/>
                <a:ea typeface="Arial"/>
                <a:cs typeface="Arial"/>
                <a:sym typeface="Arial"/>
              </a:rPr>
              <a:t>ENABLING PROCESSES</a:t>
            </a:r>
            <a:endParaRPr b="0" i="0" sz="2400" u="none" cap="none" strike="noStrike">
              <a:solidFill>
                <a:schemeClr val="dk1"/>
              </a:solidFill>
              <a:latin typeface="Arial"/>
              <a:ea typeface="Arial"/>
              <a:cs typeface="Arial"/>
              <a:sym typeface="Arial"/>
            </a:endParaRPr>
          </a:p>
          <a:p>
            <a:pPr indent="-514350" lvl="1" marL="971550" marR="0" rtl="0" algn="l">
              <a:spcBef>
                <a:spcPts val="600"/>
              </a:spcBef>
              <a:spcAft>
                <a:spcPts val="0"/>
              </a:spcAft>
              <a:buClr>
                <a:schemeClr val="dk1"/>
              </a:buClr>
              <a:buSzPts val="2400"/>
              <a:buFont typeface="Calibri"/>
              <a:buAutoNum type="alphaUcPeriod"/>
            </a:pPr>
            <a:r>
              <a:rPr b="0" i="0" lang="en-GB" sz="2400" u="none" cap="none" strike="noStrike">
                <a:solidFill>
                  <a:schemeClr val="dk1"/>
                </a:solidFill>
                <a:latin typeface="Arial"/>
                <a:ea typeface="Arial"/>
                <a:cs typeface="Arial"/>
                <a:sym typeface="Arial"/>
              </a:rPr>
              <a:t>COVERAGE</a:t>
            </a:r>
            <a:endParaRPr b="0" i="0" sz="2400" u="none" cap="none" strike="noStrike">
              <a:solidFill>
                <a:schemeClr val="dk1"/>
              </a:solidFill>
              <a:latin typeface="Arial"/>
              <a:ea typeface="Arial"/>
              <a:cs typeface="Arial"/>
              <a:sym typeface="Arial"/>
            </a:endParaRPr>
          </a:p>
          <a:p>
            <a:pPr indent="-514350" lvl="1" marL="971550" marR="0" rtl="0" algn="l">
              <a:spcBef>
                <a:spcPts val="600"/>
              </a:spcBef>
              <a:spcAft>
                <a:spcPts val="0"/>
              </a:spcAft>
              <a:buClr>
                <a:schemeClr val="dk1"/>
              </a:buClr>
              <a:buSzPts val="2400"/>
              <a:buFont typeface="Calibri"/>
              <a:buAutoNum type="alphaUcPeriod"/>
            </a:pPr>
            <a:r>
              <a:rPr b="0" i="0" lang="en-GB" sz="2400" u="none" cap="none" strike="noStrike">
                <a:solidFill>
                  <a:schemeClr val="dk1"/>
                </a:solidFill>
                <a:latin typeface="Arial"/>
                <a:ea typeface="Arial"/>
                <a:cs typeface="Arial"/>
                <a:sym typeface="Arial"/>
              </a:rPr>
              <a:t>IMPLEMENTATION APPROACH</a:t>
            </a:r>
            <a:endParaRPr b="0" i="0" sz="2400" u="none" cap="none" strike="noStrike">
              <a:solidFill>
                <a:schemeClr val="dk1"/>
              </a:solidFill>
              <a:latin typeface="Arial"/>
              <a:ea typeface="Arial"/>
              <a:cs typeface="Arial"/>
              <a:sym typeface="Arial"/>
            </a:endParaRPr>
          </a:p>
          <a:p>
            <a:pPr indent="0" lvl="0" marL="0" marR="0" rtl="0" algn="l">
              <a:spcBef>
                <a:spcPts val="600"/>
              </a:spcBef>
              <a:spcAft>
                <a:spcPts val="0"/>
              </a:spcAft>
              <a:buNone/>
            </a:pPr>
            <a:r>
              <a:t/>
            </a:r>
            <a:endParaRPr b="1" sz="3600">
              <a:solidFill>
                <a:schemeClr val="dk1"/>
              </a:solidFill>
              <a:latin typeface="Arial"/>
              <a:ea typeface="Arial"/>
              <a:cs typeface="Arial"/>
              <a:sym typeface="Arial"/>
            </a:endParaRPr>
          </a:p>
          <a:p>
            <a:pPr indent="0" lvl="0" marL="0" marR="0" rtl="0" algn="l">
              <a:spcBef>
                <a:spcPts val="600"/>
              </a:spcBef>
              <a:spcAft>
                <a:spcPts val="0"/>
              </a:spcAft>
              <a:buNone/>
            </a:pPr>
            <a:r>
              <a:rPr b="1" lang="en-GB" sz="3600">
                <a:solidFill>
                  <a:schemeClr val="dk1"/>
                </a:solidFill>
                <a:latin typeface="Arial"/>
                <a:ea typeface="Arial"/>
                <a:cs typeface="Arial"/>
                <a:sym typeface="Arial"/>
              </a:rPr>
              <a:t>2. WAY-AHEAD</a:t>
            </a:r>
            <a:r>
              <a:rPr lang="en-GB" sz="3600">
                <a:solidFill>
                  <a:schemeClr val="dk1"/>
                </a:solidFill>
                <a:latin typeface="Arial"/>
                <a:ea typeface="Arial"/>
                <a:cs typeface="Arial"/>
                <a:sym typeface="Arial"/>
              </a:rPr>
              <a:t> </a:t>
            </a:r>
            <a:endParaRPr sz="3600">
              <a:solidFill>
                <a:schemeClr val="dk1"/>
              </a:solidFill>
              <a:latin typeface="Arial"/>
              <a:ea typeface="Arial"/>
              <a:cs typeface="Arial"/>
              <a:sym typeface="Arial"/>
            </a:endParaRPr>
          </a:p>
        </p:txBody>
      </p:sp>
      <p:sp>
        <p:nvSpPr>
          <p:cNvPr id="146" name="Google Shape;146;p4"/>
          <p:cNvSpPr txBox="1"/>
          <p:nvPr/>
        </p:nvSpPr>
        <p:spPr>
          <a:xfrm>
            <a:off x="3389080" y="76200"/>
            <a:ext cx="2433680" cy="707886"/>
          </a:xfrm>
          <a:prstGeom prst="rect">
            <a:avLst/>
          </a:prstGeom>
          <a:solidFill>
            <a:schemeClr val="accent1"/>
          </a:solidFill>
          <a:ln cap="flat" cmpd="sng" w="38100">
            <a:solidFill>
              <a:schemeClr val="lt1"/>
            </a:solidFill>
            <a:prstDash val="solid"/>
            <a:round/>
            <a:headEnd len="sm" w="sm" type="none"/>
            <a:tailEnd len="sm" w="sm" type="none"/>
          </a:ln>
          <a:effectLst>
            <a:outerShdw blurRad="57150" rotWithShape="0" algn="ctr" dir="5400000" dist="38100">
              <a:srgbClr val="000000"/>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lang="en-GB" sz="4000">
                <a:solidFill>
                  <a:schemeClr val="lt1"/>
                </a:solidFill>
                <a:latin typeface="Arial"/>
                <a:ea typeface="Arial"/>
                <a:cs typeface="Arial"/>
                <a:sym typeface="Arial"/>
              </a:rPr>
              <a:t>OUTLINE</a:t>
            </a:r>
            <a:endParaRPr b="1" sz="40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animEffect filter="fade" transition="in">
                                      <p:cBhvr>
                                        <p:cTn dur="500"/>
                                        <p:tgtEl>
                                          <p:spTgt spid="1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animEffect filter="fade" transition="in">
                                      <p:cBhvr>
                                        <p:cTn dur="500"/>
                                        <p:tgtEl>
                                          <p:spTgt spid="1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animEffect filter="fade" transition="in">
                                      <p:cBhvr>
                                        <p:cTn dur="500"/>
                                        <p:tgtEl>
                                          <p:spTgt spid="1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animEffect filter="fade" transition="in">
                                      <p:cBhvr>
                                        <p:cTn dur="500"/>
                                        <p:tgtEl>
                                          <p:spTgt spid="1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animEffect filter="fade" transition="in">
                                      <p:cBhvr>
                                        <p:cTn dur="500"/>
                                        <p:tgtEl>
                                          <p:spTgt spid="1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5" st="5"/>
                                            </p:txEl>
                                          </p:spTgt>
                                        </p:tgtEl>
                                        <p:attrNameLst>
                                          <p:attrName>style.visibility</p:attrName>
                                        </p:attrNameLst>
                                      </p:cBhvr>
                                      <p:to>
                                        <p:strVal val="visible"/>
                                      </p:to>
                                    </p:set>
                                    <p:animEffect filter="fade" transition="in">
                                      <p:cBhvr>
                                        <p:cTn dur="500"/>
                                        <p:tgtEl>
                                          <p:spTgt spid="1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6" st="6"/>
                                            </p:txEl>
                                          </p:spTgt>
                                        </p:tgtEl>
                                        <p:attrNameLst>
                                          <p:attrName>style.visibility</p:attrName>
                                        </p:attrNameLst>
                                      </p:cBhvr>
                                      <p:to>
                                        <p:strVal val="visible"/>
                                      </p:to>
                                    </p:set>
                                    <p:animEffect filter="fade" transition="in">
                                      <p:cBhvr>
                                        <p:cTn dur="500"/>
                                        <p:tgtEl>
                                          <p:spTgt spid="14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7" st="7"/>
                                            </p:txEl>
                                          </p:spTgt>
                                        </p:tgtEl>
                                        <p:attrNameLst>
                                          <p:attrName>style.visibility</p:attrName>
                                        </p:attrNameLst>
                                      </p:cBhvr>
                                      <p:to>
                                        <p:strVal val="visible"/>
                                      </p:to>
                                    </p:set>
                                    <p:animEffect filter="fade" transition="in">
                                      <p:cBhvr>
                                        <p:cTn dur="500"/>
                                        <p:tgtEl>
                                          <p:spTgt spid="145">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grpSp>
        <p:nvGrpSpPr>
          <p:cNvPr id="152" name="Google Shape;152;p6"/>
          <p:cNvGrpSpPr/>
          <p:nvPr/>
        </p:nvGrpSpPr>
        <p:grpSpPr>
          <a:xfrm>
            <a:off x="2001837" y="1550987"/>
            <a:ext cx="5922491" cy="3505200"/>
            <a:chOff x="1257" y="1119"/>
            <a:chExt cx="3293" cy="1905"/>
          </a:xfrm>
        </p:grpSpPr>
        <p:sp>
          <p:nvSpPr>
            <p:cNvPr id="153" name="Google Shape;153;p6"/>
            <p:cNvSpPr/>
            <p:nvPr/>
          </p:nvSpPr>
          <p:spPr>
            <a:xfrm>
              <a:off x="1257" y="1119"/>
              <a:ext cx="3293" cy="1905"/>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4" name="Google Shape;154;p6"/>
            <p:cNvSpPr txBox="1"/>
            <p:nvPr/>
          </p:nvSpPr>
          <p:spPr>
            <a:xfrm>
              <a:off x="1342" y="1202"/>
              <a:ext cx="1631" cy="184"/>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600">
                  <a:solidFill>
                    <a:schemeClr val="lt1"/>
                  </a:solidFill>
                  <a:latin typeface="Arial"/>
                  <a:ea typeface="Arial"/>
                  <a:cs typeface="Arial"/>
                  <a:sym typeface="Arial"/>
                </a:rPr>
                <a:t>Governance of Enterprise IT</a:t>
              </a:r>
              <a:endParaRPr b="1" sz="1600">
                <a:solidFill>
                  <a:schemeClr val="lt1"/>
                </a:solidFill>
                <a:latin typeface="Arial"/>
                <a:ea typeface="Arial"/>
                <a:cs typeface="Arial"/>
                <a:sym typeface="Arial"/>
              </a:endParaRPr>
            </a:p>
          </p:txBody>
        </p:sp>
        <p:sp>
          <p:nvSpPr>
            <p:cNvPr id="155" name="Google Shape;155;p6"/>
            <p:cNvSpPr txBox="1"/>
            <p:nvPr/>
          </p:nvSpPr>
          <p:spPr>
            <a:xfrm>
              <a:off x="4042" y="2844"/>
              <a:ext cx="496" cy="167"/>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400">
                  <a:solidFill>
                    <a:schemeClr val="dk1"/>
                  </a:solidFill>
                  <a:latin typeface="Arial"/>
                  <a:ea typeface="Arial"/>
                  <a:cs typeface="Arial"/>
                  <a:sym typeface="Arial"/>
                </a:rPr>
                <a:t>COBIT 5</a:t>
              </a:r>
              <a:endParaRPr b="1" sz="1400">
                <a:solidFill>
                  <a:schemeClr val="dk1"/>
                </a:solidFill>
                <a:latin typeface="Arial"/>
                <a:ea typeface="Arial"/>
                <a:cs typeface="Arial"/>
                <a:sym typeface="Arial"/>
              </a:endParaRPr>
            </a:p>
          </p:txBody>
        </p:sp>
      </p:grpSp>
      <p:grpSp>
        <p:nvGrpSpPr>
          <p:cNvPr id="156" name="Google Shape;156;p6"/>
          <p:cNvGrpSpPr/>
          <p:nvPr/>
        </p:nvGrpSpPr>
        <p:grpSpPr>
          <a:xfrm>
            <a:off x="2016125" y="2160588"/>
            <a:ext cx="5018088" cy="2895600"/>
            <a:chOff x="1257" y="1119"/>
            <a:chExt cx="3272" cy="1905"/>
          </a:xfrm>
        </p:grpSpPr>
        <p:sp>
          <p:nvSpPr>
            <p:cNvPr id="157" name="Google Shape;157;p6"/>
            <p:cNvSpPr/>
            <p:nvPr/>
          </p:nvSpPr>
          <p:spPr>
            <a:xfrm>
              <a:off x="1257" y="1119"/>
              <a:ext cx="3220" cy="1905"/>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8" name="Google Shape;158;p6"/>
            <p:cNvSpPr txBox="1"/>
            <p:nvPr/>
          </p:nvSpPr>
          <p:spPr>
            <a:xfrm>
              <a:off x="1397" y="1269"/>
              <a:ext cx="1050" cy="22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600">
                  <a:solidFill>
                    <a:schemeClr val="lt1"/>
                  </a:solidFill>
                  <a:latin typeface="Arial"/>
                  <a:ea typeface="Arial"/>
                  <a:cs typeface="Arial"/>
                  <a:sym typeface="Arial"/>
                </a:rPr>
                <a:t>IT Governance</a:t>
              </a:r>
              <a:endParaRPr b="1" sz="1600">
                <a:solidFill>
                  <a:schemeClr val="lt1"/>
                </a:solidFill>
                <a:latin typeface="Arial"/>
                <a:ea typeface="Arial"/>
                <a:cs typeface="Arial"/>
                <a:sym typeface="Arial"/>
              </a:endParaRPr>
            </a:p>
          </p:txBody>
        </p:sp>
        <p:sp>
          <p:nvSpPr>
            <p:cNvPr id="159" name="Google Shape;159;p6"/>
            <p:cNvSpPr txBox="1"/>
            <p:nvPr/>
          </p:nvSpPr>
          <p:spPr>
            <a:xfrm>
              <a:off x="3718" y="2806"/>
              <a:ext cx="811" cy="20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400">
                  <a:solidFill>
                    <a:schemeClr val="dk1"/>
                  </a:solidFill>
                  <a:latin typeface="Arial"/>
                  <a:ea typeface="Arial"/>
                  <a:cs typeface="Arial"/>
                  <a:sym typeface="Arial"/>
                </a:rPr>
                <a:t>C</a:t>
              </a:r>
              <a:r>
                <a:rPr b="1" lang="en-GB" sz="1200">
                  <a:solidFill>
                    <a:schemeClr val="dk1"/>
                  </a:solidFill>
                  <a:latin typeface="Arial"/>
                  <a:ea typeface="Arial"/>
                  <a:cs typeface="Arial"/>
                  <a:sym typeface="Arial"/>
                </a:rPr>
                <a:t>OBI</a:t>
              </a:r>
              <a:r>
                <a:rPr b="1" lang="en-GB" sz="1400">
                  <a:solidFill>
                    <a:schemeClr val="dk1"/>
                  </a:solidFill>
                  <a:latin typeface="Arial"/>
                  <a:ea typeface="Arial"/>
                  <a:cs typeface="Arial"/>
                  <a:sym typeface="Arial"/>
                </a:rPr>
                <a:t>T4.0/4.1</a:t>
              </a:r>
              <a:endParaRPr b="1" sz="1400">
                <a:solidFill>
                  <a:schemeClr val="dk1"/>
                </a:solidFill>
                <a:latin typeface="Arial"/>
                <a:ea typeface="Arial"/>
                <a:cs typeface="Arial"/>
                <a:sym typeface="Arial"/>
              </a:endParaRPr>
            </a:p>
          </p:txBody>
        </p:sp>
      </p:grpSp>
      <p:grpSp>
        <p:nvGrpSpPr>
          <p:cNvPr id="160" name="Google Shape;160;p6"/>
          <p:cNvGrpSpPr/>
          <p:nvPr/>
        </p:nvGrpSpPr>
        <p:grpSpPr>
          <a:xfrm>
            <a:off x="2016125" y="2824163"/>
            <a:ext cx="3816350" cy="2232025"/>
            <a:chOff x="1257" y="1618"/>
            <a:chExt cx="2404" cy="1406"/>
          </a:xfrm>
        </p:grpSpPr>
        <p:sp>
          <p:nvSpPr>
            <p:cNvPr id="161" name="Google Shape;161;p6"/>
            <p:cNvSpPr/>
            <p:nvPr/>
          </p:nvSpPr>
          <p:spPr>
            <a:xfrm>
              <a:off x="1257" y="1618"/>
              <a:ext cx="2404" cy="1406"/>
            </a:xfrm>
            <a:prstGeom prst="rect">
              <a:avLst/>
            </a:prstGeom>
            <a:solidFill>
              <a:srgbClr val="5994D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 name="Google Shape;162;p6"/>
            <p:cNvSpPr txBox="1"/>
            <p:nvPr/>
          </p:nvSpPr>
          <p:spPr>
            <a:xfrm>
              <a:off x="1392" y="1728"/>
              <a:ext cx="898" cy="2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600">
                  <a:solidFill>
                    <a:schemeClr val="lt1"/>
                  </a:solidFill>
                  <a:latin typeface="Arial"/>
                  <a:ea typeface="Arial"/>
                  <a:cs typeface="Arial"/>
                  <a:sym typeface="Arial"/>
                </a:rPr>
                <a:t>Management</a:t>
              </a:r>
              <a:endParaRPr b="1" sz="1600">
                <a:solidFill>
                  <a:schemeClr val="lt1"/>
                </a:solidFill>
                <a:latin typeface="Arial"/>
                <a:ea typeface="Arial"/>
                <a:cs typeface="Arial"/>
                <a:sym typeface="Arial"/>
              </a:endParaRPr>
            </a:p>
          </p:txBody>
        </p:sp>
        <p:sp>
          <p:nvSpPr>
            <p:cNvPr id="163" name="Google Shape;163;p6"/>
            <p:cNvSpPr txBox="1"/>
            <p:nvPr/>
          </p:nvSpPr>
          <p:spPr>
            <a:xfrm>
              <a:off x="3041" y="2801"/>
              <a:ext cx="498" cy="1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400">
                  <a:solidFill>
                    <a:schemeClr val="dk1"/>
                  </a:solidFill>
                  <a:latin typeface="Arial"/>
                  <a:ea typeface="Arial"/>
                  <a:cs typeface="Arial"/>
                  <a:sym typeface="Arial"/>
                </a:rPr>
                <a:t>C</a:t>
              </a:r>
              <a:r>
                <a:rPr b="1" lang="en-GB" sz="1200">
                  <a:solidFill>
                    <a:schemeClr val="dk1"/>
                  </a:solidFill>
                  <a:latin typeface="Arial"/>
                  <a:ea typeface="Arial"/>
                  <a:cs typeface="Arial"/>
                  <a:sym typeface="Arial"/>
                </a:rPr>
                <a:t>OBI</a:t>
              </a:r>
              <a:r>
                <a:rPr b="1" lang="en-GB" sz="1400">
                  <a:solidFill>
                    <a:schemeClr val="dk1"/>
                  </a:solidFill>
                  <a:latin typeface="Arial"/>
                  <a:ea typeface="Arial"/>
                  <a:cs typeface="Arial"/>
                  <a:sym typeface="Arial"/>
                </a:rPr>
                <a:t>T3</a:t>
              </a:r>
              <a:endParaRPr b="1" sz="1400">
                <a:solidFill>
                  <a:schemeClr val="dk1"/>
                </a:solidFill>
                <a:latin typeface="Arial"/>
                <a:ea typeface="Arial"/>
                <a:cs typeface="Arial"/>
                <a:sym typeface="Arial"/>
              </a:endParaRPr>
            </a:p>
          </p:txBody>
        </p:sp>
      </p:grpSp>
      <p:grpSp>
        <p:nvGrpSpPr>
          <p:cNvPr id="164" name="Google Shape;164;p6"/>
          <p:cNvGrpSpPr/>
          <p:nvPr/>
        </p:nvGrpSpPr>
        <p:grpSpPr>
          <a:xfrm>
            <a:off x="2016125" y="3471863"/>
            <a:ext cx="2592388" cy="1584325"/>
            <a:chOff x="1257" y="2026"/>
            <a:chExt cx="1633" cy="998"/>
          </a:xfrm>
        </p:grpSpPr>
        <p:sp>
          <p:nvSpPr>
            <p:cNvPr id="165" name="Google Shape;165;p6"/>
            <p:cNvSpPr/>
            <p:nvPr/>
          </p:nvSpPr>
          <p:spPr>
            <a:xfrm>
              <a:off x="1257" y="2026"/>
              <a:ext cx="1633" cy="998"/>
            </a:xfrm>
            <a:prstGeom prst="rect">
              <a:avLst/>
            </a:prstGeom>
            <a:solidFill>
              <a:srgbClr val="FFCC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6" name="Google Shape;166;p6"/>
            <p:cNvSpPr txBox="1"/>
            <p:nvPr/>
          </p:nvSpPr>
          <p:spPr>
            <a:xfrm>
              <a:off x="1424" y="2099"/>
              <a:ext cx="571" cy="2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600">
                  <a:solidFill>
                    <a:schemeClr val="lt1"/>
                  </a:solidFill>
                  <a:latin typeface="Arial"/>
                  <a:ea typeface="Arial"/>
                  <a:cs typeface="Arial"/>
                  <a:sym typeface="Arial"/>
                </a:rPr>
                <a:t>Control</a:t>
              </a:r>
              <a:endParaRPr b="1" sz="1600">
                <a:solidFill>
                  <a:schemeClr val="lt1"/>
                </a:solidFill>
                <a:latin typeface="Arial"/>
                <a:ea typeface="Arial"/>
                <a:cs typeface="Arial"/>
                <a:sym typeface="Arial"/>
              </a:endParaRPr>
            </a:p>
          </p:txBody>
        </p:sp>
        <p:sp>
          <p:nvSpPr>
            <p:cNvPr id="167" name="Google Shape;167;p6"/>
            <p:cNvSpPr txBox="1"/>
            <p:nvPr/>
          </p:nvSpPr>
          <p:spPr>
            <a:xfrm>
              <a:off x="2270" y="2801"/>
              <a:ext cx="498" cy="1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400">
                  <a:solidFill>
                    <a:schemeClr val="dk1"/>
                  </a:solidFill>
                  <a:latin typeface="Arial"/>
                  <a:ea typeface="Arial"/>
                  <a:cs typeface="Arial"/>
                  <a:sym typeface="Arial"/>
                </a:rPr>
                <a:t>C</a:t>
              </a:r>
              <a:r>
                <a:rPr b="1" lang="en-GB" sz="1200">
                  <a:solidFill>
                    <a:schemeClr val="dk1"/>
                  </a:solidFill>
                  <a:latin typeface="Arial"/>
                  <a:ea typeface="Arial"/>
                  <a:cs typeface="Arial"/>
                  <a:sym typeface="Arial"/>
                </a:rPr>
                <a:t>OBI</a:t>
              </a:r>
              <a:r>
                <a:rPr b="1" lang="en-GB" sz="1400">
                  <a:solidFill>
                    <a:schemeClr val="dk1"/>
                  </a:solidFill>
                  <a:latin typeface="Arial"/>
                  <a:ea typeface="Arial"/>
                  <a:cs typeface="Arial"/>
                  <a:sym typeface="Arial"/>
                </a:rPr>
                <a:t>T2</a:t>
              </a:r>
              <a:endParaRPr b="1" sz="1400">
                <a:solidFill>
                  <a:schemeClr val="dk1"/>
                </a:solidFill>
                <a:latin typeface="Arial"/>
                <a:ea typeface="Arial"/>
                <a:cs typeface="Arial"/>
                <a:sym typeface="Arial"/>
              </a:endParaRPr>
            </a:p>
          </p:txBody>
        </p:sp>
      </p:grpSp>
      <p:sp>
        <p:nvSpPr>
          <p:cNvPr id="168" name="Google Shape;168;p6"/>
          <p:cNvSpPr/>
          <p:nvPr/>
        </p:nvSpPr>
        <p:spPr>
          <a:xfrm>
            <a:off x="2133600" y="5715000"/>
            <a:ext cx="5727700" cy="338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Arial"/>
                <a:ea typeface="Arial"/>
                <a:cs typeface="Arial"/>
                <a:sym typeface="Arial"/>
              </a:rPr>
              <a:t>An business framework from ISACA, at </a:t>
            </a:r>
            <a:r>
              <a:rPr lang="en-GB" sz="1600" u="sng">
                <a:solidFill>
                  <a:srgbClr val="000099"/>
                </a:solidFill>
                <a:latin typeface="Arial"/>
                <a:ea typeface="Arial"/>
                <a:cs typeface="Arial"/>
                <a:sym typeface="Arial"/>
              </a:rPr>
              <a:t>www.isaca.org/cobit</a:t>
            </a:r>
            <a:endParaRPr sz="1600" u="sng">
              <a:solidFill>
                <a:srgbClr val="000099"/>
              </a:solidFill>
              <a:latin typeface="Arial"/>
              <a:ea typeface="Arial"/>
              <a:cs typeface="Arial"/>
              <a:sym typeface="Arial"/>
            </a:endParaRPr>
          </a:p>
        </p:txBody>
      </p:sp>
      <p:grpSp>
        <p:nvGrpSpPr>
          <p:cNvPr id="169" name="Google Shape;169;p6"/>
          <p:cNvGrpSpPr/>
          <p:nvPr/>
        </p:nvGrpSpPr>
        <p:grpSpPr>
          <a:xfrm>
            <a:off x="2016125" y="4048125"/>
            <a:ext cx="1366838" cy="1008063"/>
            <a:chOff x="1257" y="2389"/>
            <a:chExt cx="861" cy="635"/>
          </a:xfrm>
        </p:grpSpPr>
        <p:sp>
          <p:nvSpPr>
            <p:cNvPr id="170" name="Google Shape;170;p6"/>
            <p:cNvSpPr/>
            <p:nvPr/>
          </p:nvSpPr>
          <p:spPr>
            <a:xfrm>
              <a:off x="1257" y="2389"/>
              <a:ext cx="861" cy="635"/>
            </a:xfrm>
            <a:prstGeom prst="rect">
              <a:avLst/>
            </a:prstGeom>
            <a:solidFill>
              <a:srgbClr val="FF99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71" name="Google Shape;171;p6"/>
            <p:cNvSpPr txBox="1"/>
            <p:nvPr/>
          </p:nvSpPr>
          <p:spPr>
            <a:xfrm>
              <a:off x="1420" y="2453"/>
              <a:ext cx="443" cy="2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600">
                  <a:solidFill>
                    <a:schemeClr val="lt1"/>
                  </a:solidFill>
                  <a:latin typeface="Arial"/>
                  <a:ea typeface="Arial"/>
                  <a:cs typeface="Arial"/>
                  <a:sym typeface="Arial"/>
                </a:rPr>
                <a:t>Audit</a:t>
              </a:r>
              <a:endParaRPr b="1" sz="1600">
                <a:solidFill>
                  <a:schemeClr val="lt1"/>
                </a:solidFill>
                <a:latin typeface="Arial"/>
                <a:ea typeface="Arial"/>
                <a:cs typeface="Arial"/>
                <a:sym typeface="Arial"/>
              </a:endParaRPr>
            </a:p>
          </p:txBody>
        </p:sp>
        <p:sp>
          <p:nvSpPr>
            <p:cNvPr id="172" name="Google Shape;172;p6"/>
            <p:cNvSpPr txBox="1"/>
            <p:nvPr/>
          </p:nvSpPr>
          <p:spPr>
            <a:xfrm>
              <a:off x="1424" y="2801"/>
              <a:ext cx="498" cy="1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400">
                  <a:solidFill>
                    <a:schemeClr val="dk1"/>
                  </a:solidFill>
                  <a:latin typeface="Arial"/>
                  <a:ea typeface="Arial"/>
                  <a:cs typeface="Arial"/>
                  <a:sym typeface="Arial"/>
                </a:rPr>
                <a:t>C</a:t>
              </a:r>
              <a:r>
                <a:rPr b="1" lang="en-GB" sz="1200">
                  <a:solidFill>
                    <a:schemeClr val="dk1"/>
                  </a:solidFill>
                  <a:latin typeface="Arial"/>
                  <a:ea typeface="Arial"/>
                  <a:cs typeface="Arial"/>
                  <a:sym typeface="Arial"/>
                </a:rPr>
                <a:t>OBI</a:t>
              </a:r>
              <a:r>
                <a:rPr b="1" lang="en-GB" sz="1400">
                  <a:solidFill>
                    <a:schemeClr val="dk1"/>
                  </a:solidFill>
                  <a:latin typeface="Arial"/>
                  <a:ea typeface="Arial"/>
                  <a:cs typeface="Arial"/>
                  <a:sym typeface="Arial"/>
                </a:rPr>
                <a:t>T1</a:t>
              </a:r>
              <a:endParaRPr b="1" sz="1400">
                <a:solidFill>
                  <a:schemeClr val="dk1"/>
                </a:solidFill>
                <a:latin typeface="Arial"/>
                <a:ea typeface="Arial"/>
                <a:cs typeface="Arial"/>
                <a:sym typeface="Arial"/>
              </a:endParaRPr>
            </a:p>
          </p:txBody>
        </p:sp>
      </p:grpSp>
      <p:sp>
        <p:nvSpPr>
          <p:cNvPr id="173" name="Google Shape;173;p6"/>
          <p:cNvSpPr/>
          <p:nvPr/>
        </p:nvSpPr>
        <p:spPr>
          <a:xfrm>
            <a:off x="533400" y="0"/>
            <a:ext cx="8610600" cy="1295400"/>
          </a:xfrm>
          <a:prstGeom prst="rect">
            <a:avLst/>
          </a:prstGeom>
          <a:noFill/>
          <a:ln>
            <a:noFill/>
          </a:ln>
        </p:spPr>
        <p:txBody>
          <a:bodyPr anchorCtr="0" anchor="t" bIns="45700" lIns="91425" spcFirstLastPara="1" rIns="91425" wrap="square" tIns="45700">
            <a:noAutofit/>
          </a:bodyPr>
          <a:lstStyle/>
          <a:p>
            <a:pPr indent="-2457450" lvl="0" marL="2457450" marR="0" rtl="0" algn="l">
              <a:spcBef>
                <a:spcPts val="0"/>
              </a:spcBef>
              <a:spcAft>
                <a:spcPts val="0"/>
              </a:spcAft>
              <a:buNone/>
            </a:pPr>
            <a:r>
              <a:rPr lang="en-GB" sz="5000">
                <a:solidFill>
                  <a:schemeClr val="dk2"/>
                </a:solidFill>
                <a:latin typeface="Calibri"/>
                <a:ea typeface="Calibri"/>
                <a:cs typeface="Calibri"/>
                <a:sym typeface="Calibri"/>
              </a:rPr>
              <a:t>COBIT 5:  Now One Complete Business Framework </a:t>
            </a:r>
            <a:r>
              <a:rPr b="1" lang="en-GB" sz="2000">
                <a:solidFill>
                  <a:schemeClr val="lt1"/>
                </a:solidFill>
                <a:latin typeface="Arial"/>
                <a:ea typeface="Arial"/>
                <a:cs typeface="Arial"/>
                <a:sym typeface="Arial"/>
              </a:rPr>
              <a:t>for</a:t>
            </a:r>
            <a:endParaRPr b="1" sz="2000">
              <a:solidFill>
                <a:schemeClr val="lt1"/>
              </a:solidFill>
              <a:latin typeface="Arial"/>
              <a:ea typeface="Arial"/>
              <a:cs typeface="Arial"/>
              <a:sym typeface="Arial"/>
            </a:endParaRPr>
          </a:p>
        </p:txBody>
      </p:sp>
      <p:grpSp>
        <p:nvGrpSpPr>
          <p:cNvPr id="174" name="Google Shape;174;p6"/>
          <p:cNvGrpSpPr/>
          <p:nvPr/>
        </p:nvGrpSpPr>
        <p:grpSpPr>
          <a:xfrm>
            <a:off x="1371600" y="1600200"/>
            <a:ext cx="6548438" cy="3951288"/>
            <a:chOff x="1371600" y="1600200"/>
            <a:chExt cx="6548438" cy="3951288"/>
          </a:xfrm>
        </p:grpSpPr>
        <p:grpSp>
          <p:nvGrpSpPr>
            <p:cNvPr id="175" name="Google Shape;175;p6"/>
            <p:cNvGrpSpPr/>
            <p:nvPr/>
          </p:nvGrpSpPr>
          <p:grpSpPr>
            <a:xfrm>
              <a:off x="1371600" y="1600200"/>
              <a:ext cx="6548438" cy="3951288"/>
              <a:chOff x="851" y="847"/>
              <a:chExt cx="4125" cy="2489"/>
            </a:xfrm>
          </p:grpSpPr>
          <p:sp>
            <p:nvSpPr>
              <p:cNvPr id="176" name="Google Shape;176;p6"/>
              <p:cNvSpPr txBox="1"/>
              <p:nvPr/>
            </p:nvSpPr>
            <p:spPr>
              <a:xfrm>
                <a:off x="3635" y="3103"/>
                <a:ext cx="561" cy="23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chemeClr val="dk1"/>
                    </a:solidFill>
                    <a:latin typeface="Arial"/>
                    <a:ea typeface="Arial"/>
                    <a:cs typeface="Arial"/>
                    <a:sym typeface="Arial"/>
                  </a:rPr>
                  <a:t>2005/7</a:t>
                </a:r>
                <a:endParaRPr sz="1800">
                  <a:solidFill>
                    <a:schemeClr val="dk1"/>
                  </a:solidFill>
                  <a:latin typeface="Arial"/>
                  <a:ea typeface="Arial"/>
                  <a:cs typeface="Arial"/>
                  <a:sym typeface="Arial"/>
                </a:endParaRPr>
              </a:p>
            </p:txBody>
          </p:sp>
          <p:sp>
            <p:nvSpPr>
              <p:cNvPr id="177" name="Google Shape;177;p6"/>
              <p:cNvSpPr txBox="1"/>
              <p:nvPr/>
            </p:nvSpPr>
            <p:spPr>
              <a:xfrm>
                <a:off x="2867" y="3103"/>
                <a:ext cx="43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chemeClr val="dk1"/>
                    </a:solidFill>
                    <a:latin typeface="Arial"/>
                    <a:ea typeface="Arial"/>
                    <a:cs typeface="Arial"/>
                    <a:sym typeface="Arial"/>
                  </a:rPr>
                  <a:t>2000</a:t>
                </a:r>
                <a:endParaRPr sz="1800">
                  <a:solidFill>
                    <a:schemeClr val="dk1"/>
                  </a:solidFill>
                  <a:latin typeface="Arial"/>
                  <a:ea typeface="Arial"/>
                  <a:cs typeface="Arial"/>
                  <a:sym typeface="Arial"/>
                </a:endParaRPr>
              </a:p>
            </p:txBody>
          </p:sp>
          <p:sp>
            <p:nvSpPr>
              <p:cNvPr id="178" name="Google Shape;178;p6"/>
              <p:cNvSpPr txBox="1"/>
              <p:nvPr/>
            </p:nvSpPr>
            <p:spPr>
              <a:xfrm>
                <a:off x="2051" y="3103"/>
                <a:ext cx="43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chemeClr val="dk1"/>
                    </a:solidFill>
                    <a:latin typeface="Arial"/>
                    <a:ea typeface="Arial"/>
                    <a:cs typeface="Arial"/>
                    <a:sym typeface="Arial"/>
                  </a:rPr>
                  <a:t>1998</a:t>
                </a:r>
                <a:endParaRPr sz="1800">
                  <a:solidFill>
                    <a:schemeClr val="dk1"/>
                  </a:solidFill>
                  <a:latin typeface="Arial"/>
                  <a:ea typeface="Arial"/>
                  <a:cs typeface="Arial"/>
                  <a:sym typeface="Arial"/>
                </a:endParaRPr>
              </a:p>
            </p:txBody>
          </p:sp>
          <p:sp>
            <p:nvSpPr>
              <p:cNvPr id="179" name="Google Shape;179;p6"/>
              <p:cNvSpPr txBox="1"/>
              <p:nvPr/>
            </p:nvSpPr>
            <p:spPr>
              <a:xfrm flipH="1" rot="5400000">
                <a:off x="272" y="1809"/>
                <a:ext cx="1467" cy="3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Arial"/>
                    <a:ea typeface="Arial"/>
                    <a:cs typeface="Arial"/>
                    <a:sym typeface="Arial"/>
                  </a:rPr>
                  <a:t> Evolution of scope </a:t>
                </a:r>
                <a:endParaRPr sz="2000">
                  <a:solidFill>
                    <a:schemeClr val="dk1"/>
                  </a:solidFill>
                  <a:latin typeface="Arial"/>
                  <a:ea typeface="Arial"/>
                  <a:cs typeface="Arial"/>
                  <a:sym typeface="Arial"/>
                </a:endParaRPr>
              </a:p>
            </p:txBody>
          </p:sp>
          <p:cxnSp>
            <p:nvCxnSpPr>
              <p:cNvPr id="180" name="Google Shape;180;p6"/>
              <p:cNvCxnSpPr/>
              <p:nvPr/>
            </p:nvCxnSpPr>
            <p:spPr>
              <a:xfrm rot="10800000">
                <a:off x="1257" y="847"/>
                <a:ext cx="0" cy="2177"/>
              </a:xfrm>
              <a:prstGeom prst="straightConnector1">
                <a:avLst/>
              </a:prstGeom>
              <a:noFill/>
              <a:ln cap="flat" cmpd="sng" w="9525">
                <a:solidFill>
                  <a:schemeClr val="dk1"/>
                </a:solidFill>
                <a:prstDash val="solid"/>
                <a:miter lim="800000"/>
                <a:headEnd len="sm" w="sm" type="none"/>
                <a:tailEnd len="med" w="med" type="triangle"/>
              </a:ln>
            </p:spPr>
          </p:cxnSp>
          <p:cxnSp>
            <p:nvCxnSpPr>
              <p:cNvPr id="181" name="Google Shape;181;p6"/>
              <p:cNvCxnSpPr/>
              <p:nvPr/>
            </p:nvCxnSpPr>
            <p:spPr>
              <a:xfrm>
                <a:off x="1257" y="3024"/>
                <a:ext cx="3719" cy="0"/>
              </a:xfrm>
              <a:prstGeom prst="straightConnector1">
                <a:avLst/>
              </a:prstGeom>
              <a:noFill/>
              <a:ln cap="flat" cmpd="sng" w="9525">
                <a:solidFill>
                  <a:schemeClr val="dk1"/>
                </a:solidFill>
                <a:prstDash val="solid"/>
                <a:miter lim="800000"/>
                <a:headEnd len="sm" w="sm" type="none"/>
                <a:tailEnd len="med" w="med" type="triangle"/>
              </a:ln>
            </p:spPr>
          </p:cxnSp>
          <p:sp>
            <p:nvSpPr>
              <p:cNvPr id="182" name="Google Shape;182;p6"/>
              <p:cNvSpPr txBox="1"/>
              <p:nvPr/>
            </p:nvSpPr>
            <p:spPr>
              <a:xfrm>
                <a:off x="1235" y="3103"/>
                <a:ext cx="43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chemeClr val="dk1"/>
                    </a:solidFill>
                    <a:latin typeface="Arial"/>
                    <a:ea typeface="Arial"/>
                    <a:cs typeface="Arial"/>
                    <a:sym typeface="Arial"/>
                  </a:rPr>
                  <a:t>1996</a:t>
                </a:r>
                <a:endParaRPr sz="1800">
                  <a:solidFill>
                    <a:schemeClr val="dk1"/>
                  </a:solidFill>
                  <a:latin typeface="Arial"/>
                  <a:ea typeface="Arial"/>
                  <a:cs typeface="Arial"/>
                  <a:sym typeface="Arial"/>
                </a:endParaRPr>
              </a:p>
            </p:txBody>
          </p:sp>
        </p:grpSp>
        <p:sp>
          <p:nvSpPr>
            <p:cNvPr id="183" name="Google Shape;183;p6"/>
            <p:cNvSpPr txBox="1"/>
            <p:nvPr/>
          </p:nvSpPr>
          <p:spPr>
            <a:xfrm>
              <a:off x="6934200" y="5181600"/>
              <a:ext cx="696913"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chemeClr val="dk1"/>
                  </a:solidFill>
                  <a:latin typeface="Arial"/>
                  <a:ea typeface="Arial"/>
                  <a:cs typeface="Arial"/>
                  <a:sym typeface="Arial"/>
                </a:rPr>
                <a:t>2012</a:t>
              </a:r>
              <a:endParaRPr sz="1800">
                <a:solidFill>
                  <a:schemeClr val="dk1"/>
                </a:solidFill>
                <a:latin typeface="Arial"/>
                <a:ea typeface="Arial"/>
                <a:cs typeface="Arial"/>
                <a:sym typeface="Arial"/>
              </a:endParaRPr>
            </a:p>
          </p:txBody>
        </p:sp>
      </p:grpSp>
      <p:grpSp>
        <p:nvGrpSpPr>
          <p:cNvPr id="184" name="Google Shape;184;p6"/>
          <p:cNvGrpSpPr/>
          <p:nvPr/>
        </p:nvGrpSpPr>
        <p:grpSpPr>
          <a:xfrm>
            <a:off x="5867400" y="2667000"/>
            <a:ext cx="1066800" cy="1676400"/>
            <a:chOff x="5867400" y="2667000"/>
            <a:chExt cx="1066800" cy="1676400"/>
          </a:xfrm>
        </p:grpSpPr>
        <p:sp>
          <p:nvSpPr>
            <p:cNvPr id="185" name="Google Shape;185;p6"/>
            <p:cNvSpPr/>
            <p:nvPr/>
          </p:nvSpPr>
          <p:spPr>
            <a:xfrm>
              <a:off x="5867400" y="2667000"/>
              <a:ext cx="1066800" cy="685800"/>
            </a:xfrm>
            <a:prstGeom prst="ellipse">
              <a:avLst/>
            </a:prstGeom>
            <a:solidFill>
              <a:srgbClr val="54A838"/>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6" name="Google Shape;186;p6"/>
            <p:cNvSpPr txBox="1"/>
            <p:nvPr/>
          </p:nvSpPr>
          <p:spPr>
            <a:xfrm>
              <a:off x="5867400" y="2819400"/>
              <a:ext cx="1066800" cy="4921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Arial"/>
                  <a:ea typeface="Arial"/>
                  <a:cs typeface="Arial"/>
                  <a:sym typeface="Arial"/>
                </a:rPr>
                <a:t>Val IT 2.0</a:t>
              </a:r>
              <a:endParaRPr sz="1600">
                <a:solidFill>
                  <a:schemeClr val="dk1"/>
                </a:solidFill>
                <a:latin typeface="Arial"/>
                <a:ea typeface="Arial"/>
                <a:cs typeface="Arial"/>
                <a:sym typeface="Arial"/>
              </a:endParaRPr>
            </a:p>
            <a:p>
              <a:pPr indent="0" lvl="0" marL="0" marR="0" rtl="0" algn="ctr">
                <a:spcBef>
                  <a:spcPts val="0"/>
                </a:spcBef>
                <a:spcAft>
                  <a:spcPts val="0"/>
                </a:spcAft>
                <a:buNone/>
              </a:pPr>
              <a:r>
                <a:rPr lang="en-GB" sz="1000">
                  <a:solidFill>
                    <a:schemeClr val="dk1"/>
                  </a:solidFill>
                  <a:latin typeface="Arial"/>
                  <a:ea typeface="Arial"/>
                  <a:cs typeface="Arial"/>
                  <a:sym typeface="Arial"/>
                </a:rPr>
                <a:t>(2008)</a:t>
              </a:r>
              <a:endParaRPr sz="1000">
                <a:solidFill>
                  <a:schemeClr val="dk1"/>
                </a:solidFill>
                <a:latin typeface="Arial"/>
                <a:ea typeface="Arial"/>
                <a:cs typeface="Arial"/>
                <a:sym typeface="Arial"/>
              </a:endParaRPr>
            </a:p>
          </p:txBody>
        </p:sp>
        <p:sp>
          <p:nvSpPr>
            <p:cNvPr id="187" name="Google Shape;187;p6"/>
            <p:cNvSpPr/>
            <p:nvPr/>
          </p:nvSpPr>
          <p:spPr>
            <a:xfrm>
              <a:off x="5943600" y="3657600"/>
              <a:ext cx="914400" cy="685800"/>
            </a:xfrm>
            <a:prstGeom prst="ellipse">
              <a:avLst/>
            </a:prstGeom>
            <a:solidFill>
              <a:srgbClr val="54A838"/>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 name="Google Shape;188;p6"/>
            <p:cNvSpPr txBox="1"/>
            <p:nvPr/>
          </p:nvSpPr>
          <p:spPr>
            <a:xfrm>
              <a:off x="5943600" y="3810000"/>
              <a:ext cx="914400" cy="4921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600">
                  <a:solidFill>
                    <a:schemeClr val="dk1"/>
                  </a:solidFill>
                  <a:latin typeface="Arial"/>
                  <a:ea typeface="Arial"/>
                  <a:cs typeface="Arial"/>
                  <a:sym typeface="Arial"/>
                </a:rPr>
                <a:t>Risk IT</a:t>
              </a:r>
              <a:endParaRPr sz="1600">
                <a:solidFill>
                  <a:schemeClr val="dk1"/>
                </a:solidFill>
                <a:latin typeface="Arial"/>
                <a:ea typeface="Arial"/>
                <a:cs typeface="Arial"/>
                <a:sym typeface="Arial"/>
              </a:endParaRPr>
            </a:p>
            <a:p>
              <a:pPr indent="0" lvl="0" marL="0" marR="0" rtl="0" algn="ctr">
                <a:spcBef>
                  <a:spcPts val="0"/>
                </a:spcBef>
                <a:spcAft>
                  <a:spcPts val="0"/>
                </a:spcAft>
                <a:buNone/>
              </a:pPr>
              <a:r>
                <a:rPr lang="en-GB" sz="1000">
                  <a:solidFill>
                    <a:schemeClr val="dk1"/>
                  </a:solidFill>
                  <a:latin typeface="Arial"/>
                  <a:ea typeface="Arial"/>
                  <a:cs typeface="Arial"/>
                  <a:sym typeface="Arial"/>
                </a:rPr>
                <a:t>(2009)</a:t>
              </a:r>
              <a:endParaRPr sz="1000">
                <a:solidFill>
                  <a:schemeClr val="dk1"/>
                </a:solidFill>
                <a:latin typeface="Arial"/>
                <a:ea typeface="Arial"/>
                <a:cs typeface="Arial"/>
                <a:sym typeface="Arial"/>
              </a:endParaRPr>
            </a:p>
          </p:txBody>
        </p:sp>
      </p:grpSp>
      <p:sp>
        <p:nvSpPr>
          <p:cNvPr id="189" name="Google Shape;189;p6"/>
          <p:cNvSpPr/>
          <p:nvPr/>
        </p:nvSpPr>
        <p:spPr>
          <a:xfrm>
            <a:off x="6858000" y="4648200"/>
            <a:ext cx="1143000" cy="457200"/>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0" name="Google Shape;190;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91" name="Google Shape;191;p6"/>
          <p:cNvSpPr/>
          <p:nvPr/>
        </p:nvSpPr>
        <p:spPr>
          <a:xfrm>
            <a:off x="3581400" y="6172200"/>
            <a:ext cx="2209800" cy="24606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All rights reserved.</a:t>
            </a:r>
            <a:endParaRPr sz="10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2000"/>
                                        <p:tgtEl>
                                          <p:spTgt spid="16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2000"/>
                                        <p:tgtEl>
                                          <p:spTgt spid="164"/>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2000"/>
                                        <p:tgtEl>
                                          <p:spTgt spid="160"/>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2000"/>
                                        <p:tgtEl>
                                          <p:spTgt spid="156"/>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2000"/>
                                        <p:tgtEl>
                                          <p:spTgt spid="152"/>
                                        </p:tgtEl>
                                      </p:cBhvr>
                                    </p:animEffect>
                                  </p:childTnLst>
                                </p:cTn>
                              </p:par>
                            </p:childTnLst>
                          </p:cTn>
                        </p:par>
                        <p:par>
                          <p:cTn fill="hold">
                            <p:stCondLst>
                              <p:cond delay="10500"/>
                            </p:stCondLst>
                            <p:childTnLst>
                              <p:par>
                                <p:cTn fill="hold" nodeType="after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98" name="Google Shape;198;p7"/>
          <p:cNvSpPr/>
          <p:nvPr/>
        </p:nvSpPr>
        <p:spPr>
          <a:xfrm>
            <a:off x="0" y="148314"/>
            <a:ext cx="9144000" cy="1611586"/>
          </a:xfrm>
          <a:prstGeom prst="rect">
            <a:avLst/>
          </a:prstGeom>
          <a:noFill/>
          <a:ln>
            <a:noFill/>
          </a:ln>
        </p:spPr>
        <p:txBody>
          <a:bodyPr anchorCtr="0" anchor="ctr" bIns="36000" lIns="91425" spcFirstLastPara="1" rIns="91425" wrap="square" tIns="36000">
            <a:spAutoFit/>
          </a:bodyPr>
          <a:lstStyle/>
          <a:p>
            <a:pPr indent="0" lvl="0" marL="0" marR="0" rtl="0" algn="ctr">
              <a:spcBef>
                <a:spcPts val="0"/>
              </a:spcBef>
              <a:spcAft>
                <a:spcPts val="0"/>
              </a:spcAft>
              <a:buNone/>
            </a:pPr>
            <a:r>
              <a:rPr lang="en-GB" sz="5000">
                <a:solidFill>
                  <a:schemeClr val="dk2"/>
                </a:solidFill>
                <a:latin typeface="Calibri"/>
                <a:ea typeface="Calibri"/>
                <a:cs typeface="Calibri"/>
                <a:sym typeface="Calibri"/>
              </a:rPr>
              <a:t>COBIT 5 Product Family and</a:t>
            </a:r>
            <a:endParaRPr sz="5000">
              <a:solidFill>
                <a:schemeClr val="dk2"/>
              </a:solidFill>
              <a:latin typeface="Calibri"/>
              <a:ea typeface="Calibri"/>
              <a:cs typeface="Calibri"/>
              <a:sym typeface="Calibri"/>
            </a:endParaRPr>
          </a:p>
          <a:p>
            <a:pPr indent="0" lvl="0" marL="0" marR="0" rtl="0" algn="ctr">
              <a:spcBef>
                <a:spcPts val="0"/>
              </a:spcBef>
              <a:spcAft>
                <a:spcPts val="0"/>
              </a:spcAft>
              <a:buNone/>
            </a:pPr>
            <a:r>
              <a:rPr lang="en-GB" sz="5000">
                <a:solidFill>
                  <a:schemeClr val="dk2"/>
                </a:solidFill>
                <a:latin typeface="Calibri"/>
                <a:ea typeface="Calibri"/>
                <a:cs typeface="Calibri"/>
                <a:sym typeface="Calibri"/>
              </a:rPr>
              <a:t>framework </a:t>
            </a:r>
            <a:endParaRPr sz="5000">
              <a:solidFill>
                <a:schemeClr val="dk2"/>
              </a:solidFill>
              <a:latin typeface="Calibri"/>
              <a:ea typeface="Calibri"/>
              <a:cs typeface="Calibri"/>
              <a:sym typeface="Calibri"/>
            </a:endParaRPr>
          </a:p>
        </p:txBody>
      </p:sp>
      <p:pic>
        <p:nvPicPr>
          <p:cNvPr id="199" name="Google Shape;199;p7"/>
          <p:cNvPicPr preferRelativeResize="0"/>
          <p:nvPr>
            <p:ph idx="1" type="body"/>
          </p:nvPr>
        </p:nvPicPr>
        <p:blipFill rotWithShape="1">
          <a:blip r:embed="rId3">
            <a:alphaModFix/>
          </a:blip>
          <a:srcRect b="0" l="0" r="0" t="0"/>
          <a:stretch/>
        </p:blipFill>
        <p:spPr>
          <a:xfrm>
            <a:off x="152400" y="1788475"/>
            <a:ext cx="8839200" cy="3892727"/>
          </a:xfrm>
          <a:prstGeom prst="rect">
            <a:avLst/>
          </a:prstGeom>
          <a:noFill/>
          <a:ln cap="flat" cmpd="sng" w="9525">
            <a:solidFill>
              <a:schemeClr val="accent1"/>
            </a:solidFill>
            <a:prstDash val="solid"/>
            <a:miter lim="800000"/>
            <a:headEnd len="sm" w="sm" type="none"/>
            <a:tailEnd len="sm" w="sm" type="none"/>
          </a:ln>
        </p:spPr>
      </p:pic>
      <p:sp>
        <p:nvSpPr>
          <p:cNvPr id="200" name="Google Shape;200;p7"/>
          <p:cNvSpPr/>
          <p:nvPr/>
        </p:nvSpPr>
        <p:spPr>
          <a:xfrm>
            <a:off x="2133600" y="6248400"/>
            <a:ext cx="4876800" cy="24606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000">
                <a:solidFill>
                  <a:schemeClr val="dk1"/>
                </a:solidFill>
                <a:latin typeface="Arial"/>
                <a:ea typeface="Arial"/>
                <a:cs typeface="Arial"/>
                <a:sym typeface="Arial"/>
              </a:rPr>
              <a:t>Source:  COBIT</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5, figure 11. © 2012 ISACA</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All rights reserved.</a:t>
            </a:r>
            <a:endParaRPr sz="1000">
              <a:solidFill>
                <a:schemeClr val="dk1"/>
              </a:solidFill>
              <a:latin typeface="Arial"/>
              <a:ea typeface="Arial"/>
              <a:cs typeface="Arial"/>
              <a:sym typeface="Arial"/>
            </a:endParaRPr>
          </a:p>
        </p:txBody>
      </p:sp>
      <p:sp>
        <p:nvSpPr>
          <p:cNvPr id="201" name="Google Shape;201;p7"/>
          <p:cNvSpPr/>
          <p:nvPr/>
        </p:nvSpPr>
        <p:spPr>
          <a:xfrm>
            <a:off x="3886200" y="1905000"/>
            <a:ext cx="1371600" cy="762000"/>
          </a:xfrm>
          <a:prstGeom prst="ellipse">
            <a:avLst/>
          </a:prstGeom>
          <a:noFill/>
          <a:ln cap="flat" cmpd="sng" w="508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2" name="Google Shape;202;p7"/>
          <p:cNvSpPr/>
          <p:nvPr/>
        </p:nvSpPr>
        <p:spPr>
          <a:xfrm>
            <a:off x="1295400" y="2895600"/>
            <a:ext cx="1371600" cy="762000"/>
          </a:xfrm>
          <a:prstGeom prst="ellipse">
            <a:avLst/>
          </a:prstGeom>
          <a:noFill/>
          <a:ln cap="flat" cmpd="sng" w="508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3" name="Google Shape;203;p7"/>
          <p:cNvSpPr/>
          <p:nvPr/>
        </p:nvSpPr>
        <p:spPr>
          <a:xfrm>
            <a:off x="1143000" y="4114800"/>
            <a:ext cx="1676400" cy="762000"/>
          </a:xfrm>
          <a:prstGeom prst="ellipse">
            <a:avLst/>
          </a:prstGeom>
          <a:noFill/>
          <a:ln cap="flat" cmpd="sng" w="508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2000"/>
                                        <p:tgtEl>
                                          <p:spTgt spid="201"/>
                                        </p:tgtEl>
                                      </p:cBhvr>
                                    </p:animEffect>
                                  </p:childTnLst>
                                </p:cTn>
                              </p:par>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2000"/>
                                        <p:tgtEl>
                                          <p:spTgt spid="202"/>
                                        </p:tgtEl>
                                      </p:cBhvr>
                                    </p:animEffect>
                                  </p:childTnLst>
                                </p:cTn>
                              </p:par>
                              <p:par>
                                <p:cTn fill="hold" nodeType="with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20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9"/>
          <p:cNvSpPr txBox="1"/>
          <p:nvPr>
            <p:ph type="title"/>
          </p:nvPr>
        </p:nvSpPr>
        <p:spPr>
          <a:xfrm>
            <a:off x="685800" y="0"/>
            <a:ext cx="84582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The Five COBIT 5 Principles</a:t>
            </a:r>
            <a:endParaRPr/>
          </a:p>
        </p:txBody>
      </p:sp>
      <p:sp>
        <p:nvSpPr>
          <p:cNvPr id="210" name="Google Shape;210;p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 name="Google Shape;211;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pic>
        <p:nvPicPr>
          <p:cNvPr id="212" name="Google Shape;212;p9"/>
          <p:cNvPicPr preferRelativeResize="0"/>
          <p:nvPr/>
        </p:nvPicPr>
        <p:blipFill rotWithShape="1">
          <a:blip r:embed="rId3">
            <a:alphaModFix/>
          </a:blip>
          <a:srcRect b="0" l="0" r="0" t="0"/>
          <a:stretch/>
        </p:blipFill>
        <p:spPr>
          <a:xfrm>
            <a:off x="2895600" y="1133474"/>
            <a:ext cx="5822950" cy="5091113"/>
          </a:xfrm>
          <a:prstGeom prst="rect">
            <a:avLst/>
          </a:prstGeom>
          <a:noFill/>
          <a:ln>
            <a:noFill/>
          </a:ln>
        </p:spPr>
      </p:pic>
      <p:sp>
        <p:nvSpPr>
          <p:cNvPr id="213" name="Google Shape;213;p9"/>
          <p:cNvSpPr/>
          <p:nvPr/>
        </p:nvSpPr>
        <p:spPr>
          <a:xfrm>
            <a:off x="228600" y="1600200"/>
            <a:ext cx="3129383" cy="4069063"/>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lang="en-GB" sz="2400">
                <a:solidFill>
                  <a:schemeClr val="dk1"/>
                </a:solidFill>
                <a:latin typeface="Arial"/>
                <a:ea typeface="Arial"/>
                <a:cs typeface="Arial"/>
                <a:sym typeface="Arial"/>
              </a:rPr>
              <a:t>ISO 38500 principles:</a:t>
            </a:r>
            <a:endParaRPr sz="2400">
              <a:solidFill>
                <a:schemeClr val="dk1"/>
              </a:solidFill>
              <a:latin typeface="Arial"/>
              <a:ea typeface="Arial"/>
              <a:cs typeface="Arial"/>
              <a:sym typeface="Arial"/>
            </a:endParaRPr>
          </a:p>
          <a:p>
            <a:pPr indent="-342900" lvl="0" marL="342900" marR="0" rtl="0" algn="l">
              <a:lnSpc>
                <a:spcPct val="200000"/>
              </a:lnSpc>
              <a:spcBef>
                <a:spcPts val="0"/>
              </a:spcBef>
              <a:spcAft>
                <a:spcPts val="0"/>
              </a:spcAft>
              <a:buClr>
                <a:schemeClr val="dk1"/>
              </a:buClr>
              <a:buSzPts val="1800"/>
              <a:buFont typeface="Calibri"/>
              <a:buAutoNum type="arabicPeriod"/>
            </a:pPr>
            <a:r>
              <a:rPr lang="en-GB" sz="1800">
                <a:solidFill>
                  <a:schemeClr val="dk1"/>
                </a:solidFill>
                <a:latin typeface="Arial"/>
                <a:ea typeface="Arial"/>
                <a:cs typeface="Arial"/>
                <a:sym typeface="Arial"/>
              </a:rPr>
              <a:t>RESPONSABILITY</a:t>
            </a:r>
            <a:endParaRPr sz="1800">
              <a:solidFill>
                <a:schemeClr val="dk1"/>
              </a:solidFill>
              <a:latin typeface="Arial"/>
              <a:ea typeface="Arial"/>
              <a:cs typeface="Arial"/>
              <a:sym typeface="Arial"/>
            </a:endParaRPr>
          </a:p>
          <a:p>
            <a:pPr indent="-342900" lvl="0" marL="342900" marR="0" rtl="0" algn="l">
              <a:lnSpc>
                <a:spcPct val="200000"/>
              </a:lnSpc>
              <a:spcBef>
                <a:spcPts val="0"/>
              </a:spcBef>
              <a:spcAft>
                <a:spcPts val="0"/>
              </a:spcAft>
              <a:buClr>
                <a:schemeClr val="dk1"/>
              </a:buClr>
              <a:buSzPts val="1800"/>
              <a:buFont typeface="Calibri"/>
              <a:buAutoNum type="arabicPeriod"/>
            </a:pPr>
            <a:r>
              <a:rPr lang="en-GB" sz="1800">
                <a:solidFill>
                  <a:schemeClr val="dk1"/>
                </a:solidFill>
                <a:latin typeface="Arial"/>
                <a:ea typeface="Arial"/>
                <a:cs typeface="Arial"/>
                <a:sym typeface="Arial"/>
              </a:rPr>
              <a:t>STRATEGY</a:t>
            </a:r>
            <a:endParaRPr sz="1800">
              <a:solidFill>
                <a:schemeClr val="dk1"/>
              </a:solidFill>
              <a:latin typeface="Arial"/>
              <a:ea typeface="Arial"/>
              <a:cs typeface="Arial"/>
              <a:sym typeface="Arial"/>
            </a:endParaRPr>
          </a:p>
          <a:p>
            <a:pPr indent="-342900" lvl="0" marL="342900" marR="0" rtl="0" algn="l">
              <a:lnSpc>
                <a:spcPct val="200000"/>
              </a:lnSpc>
              <a:spcBef>
                <a:spcPts val="0"/>
              </a:spcBef>
              <a:spcAft>
                <a:spcPts val="0"/>
              </a:spcAft>
              <a:buClr>
                <a:schemeClr val="dk1"/>
              </a:buClr>
              <a:buSzPts val="1800"/>
              <a:buFont typeface="Calibri"/>
              <a:buAutoNum type="arabicPeriod"/>
            </a:pPr>
            <a:r>
              <a:rPr lang="en-GB" sz="1800">
                <a:solidFill>
                  <a:schemeClr val="dk1"/>
                </a:solidFill>
                <a:latin typeface="Arial"/>
                <a:ea typeface="Arial"/>
                <a:cs typeface="Arial"/>
                <a:sym typeface="Arial"/>
              </a:rPr>
              <a:t>ACQUISITION</a:t>
            </a:r>
            <a:endParaRPr sz="1800">
              <a:solidFill>
                <a:schemeClr val="dk1"/>
              </a:solidFill>
              <a:latin typeface="Arial"/>
              <a:ea typeface="Arial"/>
              <a:cs typeface="Arial"/>
              <a:sym typeface="Arial"/>
            </a:endParaRPr>
          </a:p>
          <a:p>
            <a:pPr indent="-342900" lvl="0" marL="342900" marR="0" rtl="0" algn="l">
              <a:lnSpc>
                <a:spcPct val="200000"/>
              </a:lnSpc>
              <a:spcBef>
                <a:spcPts val="0"/>
              </a:spcBef>
              <a:spcAft>
                <a:spcPts val="0"/>
              </a:spcAft>
              <a:buClr>
                <a:schemeClr val="dk1"/>
              </a:buClr>
              <a:buSzPts val="1800"/>
              <a:buFont typeface="Calibri"/>
              <a:buAutoNum type="arabicPeriod"/>
            </a:pPr>
            <a:r>
              <a:rPr lang="en-GB" sz="1800">
                <a:solidFill>
                  <a:schemeClr val="dk1"/>
                </a:solidFill>
                <a:latin typeface="Arial"/>
                <a:ea typeface="Arial"/>
                <a:cs typeface="Arial"/>
                <a:sym typeface="Arial"/>
              </a:rPr>
              <a:t>PERFORMANCE</a:t>
            </a:r>
            <a:endParaRPr sz="1800">
              <a:solidFill>
                <a:schemeClr val="dk1"/>
              </a:solidFill>
              <a:latin typeface="Arial"/>
              <a:ea typeface="Arial"/>
              <a:cs typeface="Arial"/>
              <a:sym typeface="Arial"/>
            </a:endParaRPr>
          </a:p>
          <a:p>
            <a:pPr indent="-342900" lvl="0" marL="342900" marR="0" rtl="0" algn="l">
              <a:lnSpc>
                <a:spcPct val="200000"/>
              </a:lnSpc>
              <a:spcBef>
                <a:spcPts val="0"/>
              </a:spcBef>
              <a:spcAft>
                <a:spcPts val="0"/>
              </a:spcAft>
              <a:buClr>
                <a:schemeClr val="dk1"/>
              </a:buClr>
              <a:buSzPts val="1800"/>
              <a:buFont typeface="Calibri"/>
              <a:buAutoNum type="arabicPeriod"/>
            </a:pPr>
            <a:r>
              <a:rPr lang="en-GB" sz="1800">
                <a:solidFill>
                  <a:schemeClr val="dk1"/>
                </a:solidFill>
                <a:latin typeface="Arial"/>
                <a:ea typeface="Arial"/>
                <a:cs typeface="Arial"/>
                <a:sym typeface="Arial"/>
              </a:rPr>
              <a:t>CONFORMANCE</a:t>
            </a:r>
            <a:endParaRPr sz="1800">
              <a:solidFill>
                <a:schemeClr val="dk1"/>
              </a:solidFill>
              <a:latin typeface="Arial"/>
              <a:ea typeface="Arial"/>
              <a:cs typeface="Arial"/>
              <a:sym typeface="Arial"/>
            </a:endParaRPr>
          </a:p>
          <a:p>
            <a:pPr indent="-342900" lvl="0" marL="342900" marR="0" rtl="0" algn="l">
              <a:lnSpc>
                <a:spcPct val="200000"/>
              </a:lnSpc>
              <a:spcBef>
                <a:spcPts val="0"/>
              </a:spcBef>
              <a:spcAft>
                <a:spcPts val="0"/>
              </a:spcAft>
              <a:buClr>
                <a:schemeClr val="dk1"/>
              </a:buClr>
              <a:buSzPts val="1800"/>
              <a:buFont typeface="Calibri"/>
              <a:buAutoNum type="arabicPeriod"/>
            </a:pPr>
            <a:r>
              <a:rPr lang="en-GB" sz="1800">
                <a:solidFill>
                  <a:schemeClr val="dk1"/>
                </a:solidFill>
                <a:latin typeface="Arial"/>
                <a:ea typeface="Arial"/>
                <a:cs typeface="Arial"/>
                <a:sym typeface="Arial"/>
              </a:rPr>
              <a:t>HUMAN BEHAVIOUR</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20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animEffect filter="fade" transition="in">
                                      <p:cBhvr>
                                        <p:cTn dur="500"/>
                                        <p:tgtEl>
                                          <p:spTgt spid="2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animEffect filter="fade" transition="in">
                                      <p:cBhvr>
                                        <p:cTn dur="500"/>
                                        <p:tgtEl>
                                          <p:spTgt spid="2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animEffect filter="fade" transition="in">
                                      <p:cBhvr>
                                        <p:cTn dur="500"/>
                                        <p:tgtEl>
                                          <p:spTgt spid="2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animEffect filter="fade" transition="in">
                                      <p:cBhvr>
                                        <p:cTn dur="500"/>
                                        <p:tgtEl>
                                          <p:spTgt spid="2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4" st="4"/>
                                            </p:txEl>
                                          </p:spTgt>
                                        </p:tgtEl>
                                        <p:attrNameLst>
                                          <p:attrName>style.visibility</p:attrName>
                                        </p:attrNameLst>
                                      </p:cBhvr>
                                      <p:to>
                                        <p:strVal val="visible"/>
                                      </p:to>
                                    </p:set>
                                    <p:animEffect filter="fade" transition="in">
                                      <p:cBhvr>
                                        <p:cTn dur="500"/>
                                        <p:tgtEl>
                                          <p:spTgt spid="2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5" st="5"/>
                                            </p:txEl>
                                          </p:spTgt>
                                        </p:tgtEl>
                                        <p:attrNameLst>
                                          <p:attrName>style.visibility</p:attrName>
                                        </p:attrNameLst>
                                      </p:cBhvr>
                                      <p:to>
                                        <p:strVal val="visible"/>
                                      </p:to>
                                    </p:set>
                                    <p:animEffect filter="fade" transition="in">
                                      <p:cBhvr>
                                        <p:cTn dur="500"/>
                                        <p:tgtEl>
                                          <p:spTgt spid="2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6" st="6"/>
                                            </p:txEl>
                                          </p:spTgt>
                                        </p:tgtEl>
                                        <p:attrNameLst>
                                          <p:attrName>style.visibility</p:attrName>
                                        </p:attrNameLst>
                                      </p:cBhvr>
                                      <p:to>
                                        <p:strVal val="visible"/>
                                      </p:to>
                                    </p:set>
                                    <p:animEffect filter="fade" transition="in">
                                      <p:cBhvr>
                                        <p:cTn dur="500"/>
                                        <p:tgtEl>
                                          <p:spTgt spid="21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0"/>
          <p:cNvSpPr txBox="1"/>
          <p:nvPr>
            <p:ph type="title"/>
          </p:nvPr>
        </p:nvSpPr>
        <p:spPr>
          <a:xfrm>
            <a:off x="685800" y="0"/>
            <a:ext cx="84582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sz="4800"/>
              <a:t>1. Meeting Stakeholder Needs</a:t>
            </a:r>
            <a:endParaRPr sz="4800"/>
          </a:p>
        </p:txBody>
      </p:sp>
      <p:sp>
        <p:nvSpPr>
          <p:cNvPr id="220" name="Google Shape;220;p10"/>
          <p:cNvSpPr txBox="1"/>
          <p:nvPr>
            <p:ph idx="1" type="body"/>
          </p:nvPr>
        </p:nvSpPr>
        <p:spPr>
          <a:xfrm>
            <a:off x="609600" y="1143000"/>
            <a:ext cx="8229600" cy="137160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Clr>
                <a:schemeClr val="accent3"/>
              </a:buClr>
              <a:buSzPts val="2280"/>
              <a:buFont typeface="Constantia"/>
              <a:buNone/>
            </a:pPr>
            <a:r>
              <a:t/>
            </a:r>
            <a:endParaRPr b="1" sz="2400"/>
          </a:p>
          <a:p>
            <a:pPr indent="-274320" lvl="0" marL="274320" rtl="0" algn="l">
              <a:spcBef>
                <a:spcPts val="520"/>
              </a:spcBef>
              <a:spcAft>
                <a:spcPts val="0"/>
              </a:spcAft>
              <a:buClr>
                <a:schemeClr val="accent3"/>
              </a:buClr>
              <a:buSzPts val="2470"/>
              <a:buFont typeface="Times New Roman"/>
              <a:buNone/>
            </a:pPr>
            <a:r>
              <a:rPr b="1" lang="en-GB">
                <a:latin typeface="Times New Roman"/>
                <a:ea typeface="Times New Roman"/>
                <a:cs typeface="Times New Roman"/>
                <a:sym typeface="Times New Roman"/>
              </a:rPr>
              <a:t>Principle 1. Meeting Stakeholder Needs</a:t>
            </a:r>
            <a:endParaRPr b="1">
              <a:latin typeface="Times New Roman"/>
              <a:ea typeface="Times New Roman"/>
              <a:cs typeface="Times New Roman"/>
              <a:sym typeface="Times New Roman"/>
            </a:endParaRPr>
          </a:p>
          <a:p>
            <a:pPr indent="-274320" lvl="0" marL="274320" rtl="0" algn="l">
              <a:spcBef>
                <a:spcPts val="520"/>
              </a:spcBef>
              <a:spcAft>
                <a:spcPts val="0"/>
              </a:spcAft>
              <a:buClr>
                <a:schemeClr val="accent3"/>
              </a:buClr>
              <a:buSzPts val="2470"/>
              <a:buFont typeface="Noto Sans Symbols"/>
              <a:buChar char="⚫"/>
            </a:pPr>
            <a:r>
              <a:rPr lang="en-GB">
                <a:latin typeface="Times New Roman"/>
                <a:ea typeface="Times New Roman"/>
                <a:cs typeface="Times New Roman"/>
                <a:sym typeface="Times New Roman"/>
              </a:rPr>
              <a:t>Enterprises exist to </a:t>
            </a:r>
            <a:r>
              <a:rPr b="1" lang="en-GB" u="sng">
                <a:latin typeface="Times New Roman"/>
                <a:ea typeface="Times New Roman"/>
                <a:cs typeface="Times New Roman"/>
                <a:sym typeface="Times New Roman"/>
              </a:rPr>
              <a:t>create value</a:t>
            </a:r>
            <a:r>
              <a:rPr lang="en-GB">
                <a:latin typeface="Times New Roman"/>
                <a:ea typeface="Times New Roman"/>
                <a:cs typeface="Times New Roman"/>
                <a:sym typeface="Times New Roman"/>
              </a:rPr>
              <a:t> for their stakeholders</a:t>
            </a:r>
            <a:r>
              <a:rPr lang="en-GB" sz="2400"/>
              <a:t>.</a:t>
            </a:r>
            <a:endParaRPr sz="2400"/>
          </a:p>
        </p:txBody>
      </p:sp>
      <p:sp>
        <p:nvSpPr>
          <p:cNvPr id="221" name="Google Shape;221;p1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22" name="Google Shape;222;p10"/>
          <p:cNvPicPr preferRelativeResize="0"/>
          <p:nvPr/>
        </p:nvPicPr>
        <p:blipFill rotWithShape="1">
          <a:blip r:embed="rId3">
            <a:alphaModFix/>
          </a:blip>
          <a:srcRect b="0" l="0" r="0" t="0"/>
          <a:stretch/>
        </p:blipFill>
        <p:spPr>
          <a:xfrm>
            <a:off x="1981200" y="2743200"/>
            <a:ext cx="5505450" cy="3657600"/>
          </a:xfrm>
          <a:prstGeom prst="rect">
            <a:avLst/>
          </a:prstGeom>
          <a:noFill/>
          <a:ln cap="flat" cmpd="sng" w="38100">
            <a:solidFill>
              <a:srgbClr val="000000"/>
            </a:solidFill>
            <a:prstDash val="solid"/>
            <a:miter lim="800000"/>
            <a:headEnd len="sm" w="sm" type="none"/>
            <a:tailEnd len="sm" w="sm" type="none"/>
          </a:ln>
        </p:spPr>
      </p:pic>
      <p:sp>
        <p:nvSpPr>
          <p:cNvPr id="223" name="Google Shape;223;p10"/>
          <p:cNvSpPr/>
          <p:nvPr/>
        </p:nvSpPr>
        <p:spPr>
          <a:xfrm>
            <a:off x="5105400" y="4800600"/>
            <a:ext cx="1752600" cy="609600"/>
          </a:xfrm>
          <a:prstGeom prst="ellipse">
            <a:avLst/>
          </a:prstGeom>
          <a:noFill/>
          <a:ln cap="flat" cmpd="sng" w="444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4" name="Google Shape;224;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25" name="Google Shape;225;p10"/>
          <p:cNvSpPr/>
          <p:nvPr/>
        </p:nvSpPr>
        <p:spPr>
          <a:xfrm>
            <a:off x="2438400" y="6324600"/>
            <a:ext cx="4876800" cy="24606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000">
                <a:solidFill>
                  <a:schemeClr val="dk1"/>
                </a:solidFill>
                <a:latin typeface="Arial"/>
                <a:ea typeface="Arial"/>
                <a:cs typeface="Arial"/>
                <a:sym typeface="Arial"/>
              </a:rPr>
              <a:t>Source:  COBIT</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5, figure 3. © 2012 ISACA</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All rights reserved.</a:t>
            </a:r>
            <a:endParaRPr sz="10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1"/>
          <p:cNvSpPr txBox="1"/>
          <p:nvPr>
            <p:ph type="title"/>
          </p:nvPr>
        </p:nvSpPr>
        <p:spPr>
          <a:xfrm>
            <a:off x="0" y="0"/>
            <a:ext cx="84582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sz="4000"/>
              <a:t>1. Meeting Stakeholder</a:t>
            </a:r>
            <a:br>
              <a:rPr lang="en-GB" sz="4000"/>
            </a:br>
            <a:r>
              <a:rPr lang="en-GB" sz="4000"/>
              <a:t> Needs </a:t>
            </a:r>
            <a:r>
              <a:rPr lang="en-GB" sz="1400"/>
              <a:t>(cont.)</a:t>
            </a:r>
            <a:endParaRPr sz="1400"/>
          </a:p>
        </p:txBody>
      </p:sp>
      <p:sp>
        <p:nvSpPr>
          <p:cNvPr id="232" name="Google Shape;232;p11"/>
          <p:cNvSpPr txBox="1"/>
          <p:nvPr>
            <p:ph idx="1" type="body"/>
          </p:nvPr>
        </p:nvSpPr>
        <p:spPr>
          <a:xfrm>
            <a:off x="15240" y="1484313"/>
            <a:ext cx="4800600" cy="51625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3"/>
              </a:buClr>
              <a:buSzPts val="2470"/>
              <a:buFont typeface="Times New Roman"/>
              <a:buNone/>
            </a:pPr>
            <a:r>
              <a:rPr b="1" lang="en-GB">
                <a:latin typeface="Times New Roman"/>
                <a:ea typeface="Times New Roman"/>
                <a:cs typeface="Times New Roman"/>
                <a:sym typeface="Times New Roman"/>
              </a:rPr>
              <a:t>Principle 1. Meeting Stakeholder Needs:</a:t>
            </a:r>
            <a:endParaRPr b="1">
              <a:latin typeface="Times New Roman"/>
              <a:ea typeface="Times New Roman"/>
              <a:cs typeface="Times New Roman"/>
              <a:sym typeface="Times New Roman"/>
            </a:endParaRPr>
          </a:p>
          <a:p>
            <a:pPr indent="-274320" lvl="0" marL="274320" rtl="0" algn="l">
              <a:spcBef>
                <a:spcPts val="520"/>
              </a:spcBef>
              <a:spcAft>
                <a:spcPts val="0"/>
              </a:spcAft>
              <a:buClr>
                <a:schemeClr val="accent3"/>
              </a:buClr>
              <a:buSzPts val="2470"/>
              <a:buFont typeface="Noto Sans Symbols"/>
              <a:buChar char="⚫"/>
            </a:pPr>
            <a:r>
              <a:rPr lang="en-GB">
                <a:latin typeface="Times New Roman"/>
                <a:ea typeface="Times New Roman"/>
                <a:cs typeface="Times New Roman"/>
                <a:sym typeface="Times New Roman"/>
              </a:rPr>
              <a:t>Stakeholder needs have to be transformed into an enterprise’s actionable strategy.</a:t>
            </a:r>
            <a:endParaRPr>
              <a:latin typeface="Times New Roman"/>
              <a:ea typeface="Times New Roman"/>
              <a:cs typeface="Times New Roman"/>
              <a:sym typeface="Times New Roman"/>
            </a:endParaRPr>
          </a:p>
          <a:p>
            <a:pPr indent="-274320" lvl="0" marL="274320" rtl="0" algn="l">
              <a:spcBef>
                <a:spcPts val="520"/>
              </a:spcBef>
              <a:spcAft>
                <a:spcPts val="0"/>
              </a:spcAft>
              <a:buClr>
                <a:schemeClr val="accent3"/>
              </a:buClr>
              <a:buSzPts val="2470"/>
              <a:buFont typeface="Noto Sans Symbols"/>
              <a:buChar char="⚫"/>
            </a:pPr>
            <a:r>
              <a:rPr lang="en-GB">
                <a:latin typeface="Times New Roman"/>
                <a:ea typeface="Times New Roman"/>
                <a:cs typeface="Times New Roman"/>
                <a:sym typeface="Times New Roman"/>
              </a:rPr>
              <a:t>The COBIT 5 goals cascade translates stakeholder needs into specific, actionable and customised goals within the context of the enterprise,                 IT-related goals and enabler goals.</a:t>
            </a:r>
            <a:endParaRPr>
              <a:latin typeface="Times New Roman"/>
              <a:ea typeface="Times New Roman"/>
              <a:cs typeface="Times New Roman"/>
              <a:sym typeface="Times New Roman"/>
            </a:endParaRPr>
          </a:p>
        </p:txBody>
      </p:sp>
      <p:sp>
        <p:nvSpPr>
          <p:cNvPr id="233" name="Google Shape;233;p1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34" name="Google Shape;234;p11"/>
          <p:cNvPicPr preferRelativeResize="0"/>
          <p:nvPr/>
        </p:nvPicPr>
        <p:blipFill rotWithShape="1">
          <a:blip r:embed="rId3">
            <a:alphaModFix/>
          </a:blip>
          <a:srcRect b="60470" l="0" r="0" t="0"/>
          <a:stretch/>
        </p:blipFill>
        <p:spPr>
          <a:xfrm>
            <a:off x="4966648" y="60961"/>
            <a:ext cx="4162500" cy="2664000"/>
          </a:xfrm>
          <a:prstGeom prst="rect">
            <a:avLst/>
          </a:prstGeom>
          <a:noFill/>
          <a:ln>
            <a:noFill/>
          </a:ln>
        </p:spPr>
      </p:pic>
      <p:sp>
        <p:nvSpPr>
          <p:cNvPr id="235" name="Google Shape;235;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36" name="Google Shape;236;p11"/>
          <p:cNvSpPr/>
          <p:nvPr/>
        </p:nvSpPr>
        <p:spPr>
          <a:xfrm>
            <a:off x="1524000" y="6611937"/>
            <a:ext cx="3810000" cy="24606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000">
                <a:solidFill>
                  <a:schemeClr val="dk1"/>
                </a:solidFill>
                <a:latin typeface="Arial"/>
                <a:ea typeface="Arial"/>
                <a:cs typeface="Arial"/>
                <a:sym typeface="Arial"/>
              </a:rPr>
              <a:t>Source:  COBIT</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5, figure 4. © 2012 ISACA</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All rights reserved.</a:t>
            </a:r>
            <a:endParaRPr sz="1000">
              <a:solidFill>
                <a:schemeClr val="dk1"/>
              </a:solidFill>
              <a:latin typeface="Arial"/>
              <a:ea typeface="Arial"/>
              <a:cs typeface="Arial"/>
              <a:sym typeface="Arial"/>
            </a:endParaRPr>
          </a:p>
        </p:txBody>
      </p:sp>
      <p:sp>
        <p:nvSpPr>
          <p:cNvPr id="237" name="Google Shape;237;p11"/>
          <p:cNvSpPr/>
          <p:nvPr/>
        </p:nvSpPr>
        <p:spPr>
          <a:xfrm>
            <a:off x="7543800" y="2743200"/>
            <a:ext cx="1447800" cy="381000"/>
          </a:xfrm>
          <a:prstGeom prst="roundRect">
            <a:avLst>
              <a:gd fmla="val 322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200">
                <a:solidFill>
                  <a:schemeClr val="lt1"/>
                </a:solidFill>
                <a:latin typeface="Arial"/>
                <a:ea typeface="Arial"/>
                <a:cs typeface="Arial"/>
                <a:sym typeface="Arial"/>
              </a:rPr>
              <a:t>Cascades to</a:t>
            </a:r>
            <a:endParaRPr b="1" sz="1200">
              <a:solidFill>
                <a:schemeClr val="lt1"/>
              </a:solidFill>
              <a:latin typeface="Arial"/>
              <a:ea typeface="Arial"/>
              <a:cs typeface="Arial"/>
              <a:sym typeface="Arial"/>
            </a:endParaRPr>
          </a:p>
        </p:txBody>
      </p:sp>
      <p:sp>
        <p:nvSpPr>
          <p:cNvPr id="238" name="Google Shape;238;p11"/>
          <p:cNvSpPr/>
          <p:nvPr/>
        </p:nvSpPr>
        <p:spPr>
          <a:xfrm>
            <a:off x="7551420" y="4114800"/>
            <a:ext cx="1440180" cy="381000"/>
          </a:xfrm>
          <a:prstGeom prst="roundRect">
            <a:avLst>
              <a:gd fmla="val 322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200">
                <a:solidFill>
                  <a:schemeClr val="lt1"/>
                </a:solidFill>
                <a:latin typeface="Arial"/>
                <a:ea typeface="Arial"/>
                <a:cs typeface="Arial"/>
                <a:sym typeface="Arial"/>
              </a:rPr>
              <a:t>Cascades to</a:t>
            </a:r>
            <a:endParaRPr b="1" sz="1200">
              <a:solidFill>
                <a:schemeClr val="lt1"/>
              </a:solidFill>
              <a:latin typeface="Arial"/>
              <a:ea typeface="Arial"/>
              <a:cs typeface="Arial"/>
              <a:sym typeface="Arial"/>
            </a:endParaRPr>
          </a:p>
        </p:txBody>
      </p:sp>
      <p:sp>
        <p:nvSpPr>
          <p:cNvPr id="239" name="Google Shape;239;p11"/>
          <p:cNvSpPr/>
          <p:nvPr/>
        </p:nvSpPr>
        <p:spPr>
          <a:xfrm>
            <a:off x="7551420" y="5486400"/>
            <a:ext cx="1440180" cy="381000"/>
          </a:xfrm>
          <a:prstGeom prst="roundRect">
            <a:avLst>
              <a:gd fmla="val 322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200">
                <a:solidFill>
                  <a:schemeClr val="lt1"/>
                </a:solidFill>
                <a:latin typeface="Arial"/>
                <a:ea typeface="Arial"/>
                <a:cs typeface="Arial"/>
                <a:sym typeface="Arial"/>
              </a:rPr>
              <a:t>Cascades to</a:t>
            </a:r>
            <a:endParaRPr b="1" sz="1200">
              <a:solidFill>
                <a:schemeClr val="lt1"/>
              </a:solidFill>
              <a:latin typeface="Arial"/>
              <a:ea typeface="Arial"/>
              <a:cs typeface="Arial"/>
              <a:sym typeface="Arial"/>
            </a:endParaRPr>
          </a:p>
        </p:txBody>
      </p:sp>
      <p:sp>
        <p:nvSpPr>
          <p:cNvPr id="240" name="Google Shape;240;p11"/>
          <p:cNvSpPr/>
          <p:nvPr/>
        </p:nvSpPr>
        <p:spPr>
          <a:xfrm>
            <a:off x="5315712" y="3209544"/>
            <a:ext cx="3672000" cy="792000"/>
          </a:xfrm>
          <a:prstGeom prst="roundRect">
            <a:avLst>
              <a:gd fmla="val 322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2400">
                <a:solidFill>
                  <a:schemeClr val="lt1"/>
                </a:solidFill>
                <a:latin typeface="Arial"/>
                <a:ea typeface="Arial"/>
                <a:cs typeface="Arial"/>
                <a:sym typeface="Arial"/>
              </a:rPr>
              <a:t>Enterprise Goals</a:t>
            </a:r>
            <a:endParaRPr b="1" sz="2400">
              <a:solidFill>
                <a:schemeClr val="lt1"/>
              </a:solidFill>
              <a:latin typeface="Arial"/>
              <a:ea typeface="Arial"/>
              <a:cs typeface="Arial"/>
              <a:sym typeface="Arial"/>
            </a:endParaRPr>
          </a:p>
        </p:txBody>
      </p:sp>
      <p:sp>
        <p:nvSpPr>
          <p:cNvPr id="241" name="Google Shape;241;p11"/>
          <p:cNvSpPr/>
          <p:nvPr/>
        </p:nvSpPr>
        <p:spPr>
          <a:xfrm>
            <a:off x="5319600" y="4648200"/>
            <a:ext cx="3672000" cy="792000"/>
          </a:xfrm>
          <a:prstGeom prst="roundRect">
            <a:avLst>
              <a:gd fmla="val 322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2400">
                <a:solidFill>
                  <a:schemeClr val="lt1"/>
                </a:solidFill>
                <a:latin typeface="Arial"/>
                <a:ea typeface="Arial"/>
                <a:cs typeface="Arial"/>
                <a:sym typeface="Arial"/>
              </a:rPr>
              <a:t>IT-related Goals</a:t>
            </a:r>
            <a:endParaRPr b="1" sz="2400">
              <a:solidFill>
                <a:schemeClr val="lt1"/>
              </a:solidFill>
              <a:latin typeface="Arial"/>
              <a:ea typeface="Arial"/>
              <a:cs typeface="Arial"/>
              <a:sym typeface="Arial"/>
            </a:endParaRPr>
          </a:p>
        </p:txBody>
      </p:sp>
      <p:sp>
        <p:nvSpPr>
          <p:cNvPr id="242" name="Google Shape;242;p11"/>
          <p:cNvSpPr/>
          <p:nvPr/>
        </p:nvSpPr>
        <p:spPr>
          <a:xfrm>
            <a:off x="5315712" y="5950588"/>
            <a:ext cx="3672000" cy="792000"/>
          </a:xfrm>
          <a:prstGeom prst="roundRect">
            <a:avLst>
              <a:gd fmla="val 322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2400">
                <a:solidFill>
                  <a:schemeClr val="lt1"/>
                </a:solidFill>
                <a:latin typeface="Arial"/>
                <a:ea typeface="Arial"/>
                <a:cs typeface="Arial"/>
                <a:sym typeface="Arial"/>
              </a:rPr>
              <a:t>Enabler Goals</a:t>
            </a:r>
            <a:endParaRPr b="1" sz="2400">
              <a:solidFill>
                <a:schemeClr val="lt1"/>
              </a:solidFill>
              <a:latin typeface="Arial"/>
              <a:ea typeface="Arial"/>
              <a:cs typeface="Arial"/>
              <a:sym typeface="Arial"/>
            </a:endParaRPr>
          </a:p>
        </p:txBody>
      </p:sp>
      <p:sp>
        <p:nvSpPr>
          <p:cNvPr id="243" name="Google Shape;243;p11"/>
          <p:cNvSpPr/>
          <p:nvPr/>
        </p:nvSpPr>
        <p:spPr>
          <a:xfrm>
            <a:off x="7022250" y="2516678"/>
            <a:ext cx="216750" cy="692866"/>
          </a:xfrm>
          <a:prstGeom prst="downArrow">
            <a:avLst>
              <a:gd fmla="val 50000" name="adj1"/>
              <a:gd fmla="val 50000" name="adj2"/>
            </a:avLst>
          </a:prstGeom>
          <a:solidFill>
            <a:srgbClr val="C00000"/>
          </a:solid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4" name="Google Shape;244;p11"/>
          <p:cNvSpPr/>
          <p:nvPr/>
        </p:nvSpPr>
        <p:spPr>
          <a:xfrm>
            <a:off x="7022250" y="3979377"/>
            <a:ext cx="216750" cy="692866"/>
          </a:xfrm>
          <a:prstGeom prst="downArrow">
            <a:avLst>
              <a:gd fmla="val 50000" name="adj1"/>
              <a:gd fmla="val 78125" name="adj2"/>
            </a:avLst>
          </a:prstGeom>
          <a:solidFill>
            <a:srgbClr val="C00000"/>
          </a:solid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5" name="Google Shape;245;p11"/>
          <p:cNvSpPr/>
          <p:nvPr/>
        </p:nvSpPr>
        <p:spPr>
          <a:xfrm>
            <a:off x="7022250" y="5330467"/>
            <a:ext cx="216750" cy="692866"/>
          </a:xfrm>
          <a:prstGeom prst="downArrow">
            <a:avLst>
              <a:gd fmla="val 50000" name="adj1"/>
              <a:gd fmla="val 78125" name="adj2"/>
            </a:avLst>
          </a:prstGeom>
          <a:solidFill>
            <a:srgbClr val="C00000"/>
          </a:solid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2"/>
          <p:cNvSpPr txBox="1"/>
          <p:nvPr>
            <p:ph type="title"/>
          </p:nvPr>
        </p:nvSpPr>
        <p:spPr>
          <a:xfrm>
            <a:off x="0" y="0"/>
            <a:ext cx="9040069" cy="914400"/>
          </a:xfrm>
          <a:prstGeom prst="rect">
            <a:avLst/>
          </a:prstGeom>
          <a:solidFill>
            <a:schemeClr val="accent4"/>
          </a:solidFill>
          <a:ln cap="flat" cmpd="sng" w="38100">
            <a:solidFill>
              <a:schemeClr val="lt1"/>
            </a:solidFill>
            <a:prstDash val="solid"/>
            <a:round/>
            <a:headEnd len="sm" w="sm" type="none"/>
            <a:tailEnd len="sm" w="sm" type="none"/>
          </a:ln>
          <a:effectLst>
            <a:outerShdw blurRad="57150" rotWithShape="0" algn="ctr" dir="5400000" dist="38100">
              <a:srgbClr val="000000"/>
            </a:outerShdw>
          </a:effectLst>
        </p:spPr>
        <p:txBody>
          <a:bodyPr anchorCtr="0" anchor="ctr" bIns="0" lIns="0" spcFirstLastPara="1" rIns="0" wrap="square" tIns="45700">
            <a:noAutofit/>
          </a:bodyPr>
          <a:lstStyle/>
          <a:p>
            <a:pPr indent="0" lvl="0" marL="0" rtl="0" algn="ctr">
              <a:spcBef>
                <a:spcPts val="0"/>
              </a:spcBef>
              <a:spcAft>
                <a:spcPts val="0"/>
              </a:spcAft>
              <a:buNone/>
            </a:pPr>
            <a:r>
              <a:rPr b="1" lang="en-GB" sz="4000">
                <a:solidFill>
                  <a:schemeClr val="lt1"/>
                </a:solidFill>
                <a:latin typeface="Calibri"/>
                <a:ea typeface="Calibri"/>
                <a:cs typeface="Calibri"/>
                <a:sym typeface="Calibri"/>
              </a:rPr>
              <a:t>2. Covering the Enterprise End-to-end</a:t>
            </a:r>
            <a:endParaRPr b="1" sz="1800">
              <a:latin typeface="Calibri"/>
              <a:ea typeface="Calibri"/>
              <a:cs typeface="Calibri"/>
              <a:sym typeface="Calibri"/>
            </a:endParaRPr>
          </a:p>
        </p:txBody>
      </p:sp>
      <p:sp>
        <p:nvSpPr>
          <p:cNvPr id="252" name="Google Shape;252;p1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3" name="Google Shape;253;p12"/>
          <p:cNvSpPr/>
          <p:nvPr/>
        </p:nvSpPr>
        <p:spPr>
          <a:xfrm>
            <a:off x="152400" y="2701957"/>
            <a:ext cx="2265363" cy="9239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chemeClr val="dk1"/>
                </a:solidFill>
                <a:latin typeface="Arial"/>
                <a:ea typeface="Arial"/>
                <a:cs typeface="Arial"/>
                <a:sym typeface="Arial"/>
              </a:rPr>
              <a:t>Key components of a governance system</a:t>
            </a:r>
            <a:endParaRPr b="1" sz="1800">
              <a:solidFill>
                <a:schemeClr val="dk1"/>
              </a:solidFill>
              <a:latin typeface="Arial"/>
              <a:ea typeface="Arial"/>
              <a:cs typeface="Arial"/>
              <a:sym typeface="Arial"/>
            </a:endParaRPr>
          </a:p>
        </p:txBody>
      </p:sp>
      <p:pic>
        <p:nvPicPr>
          <p:cNvPr id="254" name="Google Shape;254;p12"/>
          <p:cNvPicPr preferRelativeResize="0"/>
          <p:nvPr/>
        </p:nvPicPr>
        <p:blipFill rotWithShape="1">
          <a:blip r:embed="rId3">
            <a:alphaModFix/>
          </a:blip>
          <a:srcRect b="0" l="0" r="0" t="0"/>
          <a:stretch/>
        </p:blipFill>
        <p:spPr>
          <a:xfrm>
            <a:off x="2314295" y="1066800"/>
            <a:ext cx="4884314" cy="3962400"/>
          </a:xfrm>
          <a:prstGeom prst="rect">
            <a:avLst/>
          </a:prstGeom>
          <a:noFill/>
          <a:ln>
            <a:noFill/>
          </a:ln>
        </p:spPr>
      </p:pic>
      <p:pic>
        <p:nvPicPr>
          <p:cNvPr id="255" name="Google Shape;255;p12"/>
          <p:cNvPicPr preferRelativeResize="0"/>
          <p:nvPr/>
        </p:nvPicPr>
        <p:blipFill rotWithShape="1">
          <a:blip r:embed="rId4">
            <a:alphaModFix/>
          </a:blip>
          <a:srcRect b="0" l="0" r="0" t="0"/>
          <a:stretch/>
        </p:blipFill>
        <p:spPr>
          <a:xfrm>
            <a:off x="563020" y="4114800"/>
            <a:ext cx="8386864" cy="1600200"/>
          </a:xfrm>
          <a:prstGeom prst="rect">
            <a:avLst/>
          </a:prstGeom>
          <a:noFill/>
          <a:ln>
            <a:noFill/>
          </a:ln>
        </p:spPr>
      </p:pic>
      <p:sp>
        <p:nvSpPr>
          <p:cNvPr id="256" name="Google Shape;256;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par>
                                <p:cTn fill="hold" nodeType="with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3"/>
          <p:cNvSpPr txBox="1"/>
          <p:nvPr>
            <p:ph idx="1" type="body"/>
          </p:nvPr>
        </p:nvSpPr>
        <p:spPr>
          <a:xfrm>
            <a:off x="533400" y="914400"/>
            <a:ext cx="8229600" cy="5715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Clr>
                <a:schemeClr val="accent3"/>
              </a:buClr>
              <a:buSzPts val="2280"/>
              <a:buFont typeface="Constantia"/>
              <a:buNone/>
            </a:pPr>
            <a:r>
              <a:t/>
            </a:r>
            <a:endParaRPr b="1" sz="2400"/>
          </a:p>
          <a:p>
            <a:pPr indent="-274320" lvl="0" marL="274320" rtl="0" algn="l">
              <a:spcBef>
                <a:spcPts val="520"/>
              </a:spcBef>
              <a:spcAft>
                <a:spcPts val="0"/>
              </a:spcAft>
              <a:buClr>
                <a:schemeClr val="accent3"/>
              </a:buClr>
              <a:buSzPts val="2470"/>
              <a:buFont typeface="Times New Roman"/>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263" name="Google Shape;263;p1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4" name="Google Shape;264;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pic>
        <p:nvPicPr>
          <p:cNvPr id="265" name="Google Shape;265;p13"/>
          <p:cNvPicPr preferRelativeResize="0"/>
          <p:nvPr/>
        </p:nvPicPr>
        <p:blipFill rotWithShape="1">
          <a:blip r:embed="rId3">
            <a:alphaModFix/>
          </a:blip>
          <a:srcRect b="39386" l="0" r="0" t="0"/>
          <a:stretch/>
        </p:blipFill>
        <p:spPr>
          <a:xfrm>
            <a:off x="84328" y="1295401"/>
            <a:ext cx="4229100" cy="1489522"/>
          </a:xfrm>
          <a:prstGeom prst="rect">
            <a:avLst/>
          </a:prstGeom>
          <a:noFill/>
          <a:ln>
            <a:noFill/>
          </a:ln>
        </p:spPr>
      </p:pic>
      <p:pic>
        <p:nvPicPr>
          <p:cNvPr id="266" name="Google Shape;266;p13"/>
          <p:cNvPicPr preferRelativeResize="0"/>
          <p:nvPr/>
        </p:nvPicPr>
        <p:blipFill rotWithShape="1">
          <a:blip r:embed="rId4">
            <a:alphaModFix/>
          </a:blip>
          <a:srcRect b="0" l="0" r="0" t="0"/>
          <a:stretch/>
        </p:blipFill>
        <p:spPr>
          <a:xfrm>
            <a:off x="4976187" y="5373951"/>
            <a:ext cx="3009900" cy="838200"/>
          </a:xfrm>
          <a:prstGeom prst="rect">
            <a:avLst/>
          </a:prstGeom>
          <a:noFill/>
          <a:ln>
            <a:noFill/>
          </a:ln>
        </p:spPr>
      </p:pic>
      <p:pic>
        <p:nvPicPr>
          <p:cNvPr id="267" name="Google Shape;267;p13"/>
          <p:cNvPicPr preferRelativeResize="0"/>
          <p:nvPr/>
        </p:nvPicPr>
        <p:blipFill rotWithShape="1">
          <a:blip r:embed="rId5">
            <a:alphaModFix/>
          </a:blip>
          <a:srcRect b="0" l="0" r="0" t="0"/>
          <a:stretch/>
        </p:blipFill>
        <p:spPr>
          <a:xfrm>
            <a:off x="838200" y="4109031"/>
            <a:ext cx="2352675" cy="2705100"/>
          </a:xfrm>
          <a:prstGeom prst="rect">
            <a:avLst/>
          </a:prstGeom>
          <a:noFill/>
          <a:ln>
            <a:noFill/>
          </a:ln>
        </p:spPr>
      </p:pic>
      <p:pic>
        <p:nvPicPr>
          <p:cNvPr id="268" name="Google Shape;268;p13"/>
          <p:cNvPicPr preferRelativeResize="0"/>
          <p:nvPr/>
        </p:nvPicPr>
        <p:blipFill rotWithShape="1">
          <a:blip r:embed="rId6">
            <a:alphaModFix/>
          </a:blip>
          <a:srcRect b="0" l="0" r="0" t="0"/>
          <a:stretch/>
        </p:blipFill>
        <p:spPr>
          <a:xfrm>
            <a:off x="5142874" y="2621226"/>
            <a:ext cx="2676525" cy="1400175"/>
          </a:xfrm>
          <a:prstGeom prst="rect">
            <a:avLst/>
          </a:prstGeom>
          <a:noFill/>
          <a:ln>
            <a:noFill/>
          </a:ln>
        </p:spPr>
      </p:pic>
      <p:pic>
        <p:nvPicPr>
          <p:cNvPr id="269" name="Google Shape;269;p13"/>
          <p:cNvPicPr preferRelativeResize="0"/>
          <p:nvPr/>
        </p:nvPicPr>
        <p:blipFill rotWithShape="1">
          <a:blip r:embed="rId7">
            <a:alphaModFix/>
          </a:blip>
          <a:srcRect b="0" l="0" r="0" t="0"/>
          <a:stretch/>
        </p:blipFill>
        <p:spPr>
          <a:xfrm rot="-9471230">
            <a:off x="3931919" y="2867616"/>
            <a:ext cx="1219200" cy="542925"/>
          </a:xfrm>
          <a:prstGeom prst="rect">
            <a:avLst/>
          </a:prstGeom>
          <a:noFill/>
          <a:ln>
            <a:noFill/>
          </a:ln>
        </p:spPr>
      </p:pic>
      <p:pic>
        <p:nvPicPr>
          <p:cNvPr id="270" name="Google Shape;270;p13"/>
          <p:cNvPicPr preferRelativeResize="0"/>
          <p:nvPr/>
        </p:nvPicPr>
        <p:blipFill rotWithShape="1">
          <a:blip r:embed="rId7">
            <a:alphaModFix/>
          </a:blip>
          <a:srcRect b="0" l="0" r="0" t="0"/>
          <a:stretch/>
        </p:blipFill>
        <p:spPr>
          <a:xfrm rot="-5400000">
            <a:off x="6122166" y="1813493"/>
            <a:ext cx="899472" cy="542925"/>
          </a:xfrm>
          <a:prstGeom prst="rect">
            <a:avLst/>
          </a:prstGeom>
          <a:noFill/>
          <a:ln>
            <a:noFill/>
          </a:ln>
        </p:spPr>
      </p:pic>
      <p:pic>
        <p:nvPicPr>
          <p:cNvPr id="271" name="Google Shape;271;p13"/>
          <p:cNvPicPr preferRelativeResize="0"/>
          <p:nvPr/>
        </p:nvPicPr>
        <p:blipFill rotWithShape="1">
          <a:blip r:embed="rId8">
            <a:alphaModFix/>
          </a:blip>
          <a:srcRect b="6089" l="6568" r="6207" t="0"/>
          <a:stretch/>
        </p:blipFill>
        <p:spPr>
          <a:xfrm>
            <a:off x="5969558" y="1193260"/>
            <a:ext cx="1204687" cy="957112"/>
          </a:xfrm>
          <a:prstGeom prst="rect">
            <a:avLst/>
          </a:prstGeom>
          <a:noFill/>
          <a:ln>
            <a:noFill/>
          </a:ln>
        </p:spPr>
      </p:pic>
      <p:sp>
        <p:nvSpPr>
          <p:cNvPr id="272" name="Google Shape;272;p13"/>
          <p:cNvSpPr txBox="1"/>
          <p:nvPr>
            <p:ph type="title"/>
          </p:nvPr>
        </p:nvSpPr>
        <p:spPr>
          <a:xfrm>
            <a:off x="0" y="0"/>
            <a:ext cx="9144000" cy="1143000"/>
          </a:xfrm>
          <a:prstGeom prst="rect">
            <a:avLst/>
          </a:prstGeom>
          <a:solidFill>
            <a:schemeClr val="accent4"/>
          </a:solidFill>
          <a:ln cap="flat" cmpd="sng" w="38100">
            <a:solidFill>
              <a:schemeClr val="lt1"/>
            </a:solidFill>
            <a:prstDash val="solid"/>
            <a:round/>
            <a:headEnd len="sm" w="sm" type="none"/>
            <a:tailEnd len="sm" w="sm" type="none"/>
          </a:ln>
          <a:effectLst>
            <a:outerShdw blurRad="57150" rotWithShape="0" algn="ctr" dir="5400000" dist="38100">
              <a:srgbClr val="000000"/>
            </a:outerShdw>
          </a:effectLst>
        </p:spPr>
        <p:txBody>
          <a:bodyPr anchorCtr="0" anchor="ctr" bIns="0" lIns="0" spcFirstLastPara="1" rIns="0" wrap="square" tIns="45700">
            <a:noAutofit/>
          </a:bodyPr>
          <a:lstStyle/>
          <a:p>
            <a:pPr indent="0" lvl="0" marL="0" rtl="0" algn="l">
              <a:spcBef>
                <a:spcPts val="0"/>
              </a:spcBef>
              <a:spcAft>
                <a:spcPts val="0"/>
              </a:spcAft>
              <a:buNone/>
            </a:pPr>
            <a:r>
              <a:rPr lang="en-GB" sz="3600">
                <a:solidFill>
                  <a:schemeClr val="lt1"/>
                </a:solidFill>
                <a:latin typeface="Arial"/>
                <a:ea typeface="Arial"/>
                <a:cs typeface="Arial"/>
                <a:sym typeface="Arial"/>
              </a:rPr>
              <a:t>3. Applying a Single Integrated Framework</a:t>
            </a:r>
            <a:endParaRPr sz="3600">
              <a:latin typeface="Arial"/>
              <a:ea typeface="Arial"/>
              <a:cs typeface="Arial"/>
              <a:sym typeface="Arial"/>
            </a:endParaRPr>
          </a:p>
        </p:txBody>
      </p:sp>
      <p:pic>
        <p:nvPicPr>
          <p:cNvPr id="273" name="Google Shape;273;p13"/>
          <p:cNvPicPr preferRelativeResize="0"/>
          <p:nvPr/>
        </p:nvPicPr>
        <p:blipFill rotWithShape="1">
          <a:blip r:embed="rId9">
            <a:alphaModFix/>
          </a:blip>
          <a:srcRect b="0" l="0" r="0" t="0"/>
          <a:stretch/>
        </p:blipFill>
        <p:spPr>
          <a:xfrm>
            <a:off x="6323974" y="4267200"/>
            <a:ext cx="314325" cy="914400"/>
          </a:xfrm>
          <a:prstGeom prst="rect">
            <a:avLst/>
          </a:prstGeom>
          <a:noFill/>
          <a:ln>
            <a:noFill/>
          </a:ln>
        </p:spPr>
      </p:pic>
      <p:pic>
        <p:nvPicPr>
          <p:cNvPr id="274" name="Google Shape;274;p13"/>
          <p:cNvPicPr preferRelativeResize="0"/>
          <p:nvPr/>
        </p:nvPicPr>
        <p:blipFill rotWithShape="1">
          <a:blip r:embed="rId7">
            <a:alphaModFix/>
          </a:blip>
          <a:srcRect b="0" l="0" r="0" t="0"/>
          <a:stretch/>
        </p:blipFill>
        <p:spPr>
          <a:xfrm>
            <a:off x="3703828" y="5521588"/>
            <a:ext cx="1219200" cy="542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2000"/>
                                        <p:tgtEl>
                                          <p:spTgt spid="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4"/>
          <p:cNvSpPr txBox="1"/>
          <p:nvPr>
            <p:ph type="title"/>
          </p:nvPr>
        </p:nvSpPr>
        <p:spPr>
          <a:xfrm>
            <a:off x="762000" y="0"/>
            <a:ext cx="7924800" cy="9906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sz="4000"/>
              <a:t>4. Enabling a Holistic Approach </a:t>
            </a:r>
            <a:r>
              <a:rPr lang="en-GB" sz="1800"/>
              <a:t>(cont.)</a:t>
            </a:r>
            <a:endParaRPr sz="1800"/>
          </a:p>
        </p:txBody>
      </p:sp>
      <p:sp>
        <p:nvSpPr>
          <p:cNvPr id="281" name="Google Shape;281;p14"/>
          <p:cNvSpPr txBox="1"/>
          <p:nvPr>
            <p:ph idx="1" type="body"/>
          </p:nvPr>
        </p:nvSpPr>
        <p:spPr>
          <a:xfrm>
            <a:off x="762000" y="762000"/>
            <a:ext cx="8229600" cy="83820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Clr>
                <a:schemeClr val="accent3"/>
              </a:buClr>
              <a:buSzPct val="95000"/>
              <a:buFont typeface="Constantia"/>
              <a:buNone/>
            </a:pPr>
            <a:r>
              <a:t/>
            </a:r>
            <a:endParaRPr b="1" sz="2400"/>
          </a:p>
          <a:p>
            <a:pPr indent="-274320" lvl="0" marL="274320" rtl="0" algn="l">
              <a:spcBef>
                <a:spcPts val="481"/>
              </a:spcBef>
              <a:spcAft>
                <a:spcPts val="0"/>
              </a:spcAft>
              <a:buClr>
                <a:schemeClr val="accent3"/>
              </a:buClr>
              <a:buSzPct val="95000"/>
              <a:buFont typeface="Times New Roman"/>
              <a:buNone/>
            </a:pPr>
            <a:r>
              <a:rPr b="1" lang="en-GB">
                <a:latin typeface="Times New Roman"/>
                <a:ea typeface="Times New Roman"/>
                <a:cs typeface="Times New Roman"/>
                <a:sym typeface="Times New Roman"/>
              </a:rPr>
              <a:t>Principle 4. Enabling a Holistic Approach</a:t>
            </a:r>
            <a:endParaRPr b="1">
              <a:latin typeface="Times New Roman"/>
              <a:ea typeface="Times New Roman"/>
              <a:cs typeface="Times New Roman"/>
              <a:sym typeface="Times New Roman"/>
            </a:endParaRPr>
          </a:p>
        </p:txBody>
      </p:sp>
      <p:sp>
        <p:nvSpPr>
          <p:cNvPr id="282" name="Google Shape;282;p1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3" name="Google Shape;283;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pic>
        <p:nvPicPr>
          <p:cNvPr id="284" name="Google Shape;284;p14"/>
          <p:cNvPicPr preferRelativeResize="0"/>
          <p:nvPr/>
        </p:nvPicPr>
        <p:blipFill rotWithShape="1">
          <a:blip r:embed="rId3">
            <a:alphaModFix/>
          </a:blip>
          <a:srcRect b="0" l="0" r="0" t="0"/>
          <a:stretch/>
        </p:blipFill>
        <p:spPr>
          <a:xfrm>
            <a:off x="929185" y="1634486"/>
            <a:ext cx="7391400" cy="4814888"/>
          </a:xfrm>
          <a:prstGeom prst="rect">
            <a:avLst/>
          </a:prstGeom>
          <a:noFill/>
          <a:ln>
            <a:noFill/>
          </a:ln>
        </p:spPr>
      </p:pic>
      <p:sp>
        <p:nvSpPr>
          <p:cNvPr id="285" name="Google Shape;285;p14"/>
          <p:cNvSpPr/>
          <p:nvPr/>
        </p:nvSpPr>
        <p:spPr>
          <a:xfrm>
            <a:off x="2362200" y="6449374"/>
            <a:ext cx="4876800" cy="24606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000">
                <a:solidFill>
                  <a:schemeClr val="dk1"/>
                </a:solidFill>
                <a:latin typeface="Arial"/>
                <a:ea typeface="Arial"/>
                <a:cs typeface="Arial"/>
                <a:sym typeface="Arial"/>
              </a:rPr>
              <a:t>Source:  COBIT</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5, figure 12. © 2012 ISACA</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All rights reserved.</a:t>
            </a:r>
            <a:endParaRPr sz="10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20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5"/>
          <p:cNvSpPr txBox="1"/>
          <p:nvPr>
            <p:ph type="title"/>
          </p:nvPr>
        </p:nvSpPr>
        <p:spPr>
          <a:xfrm>
            <a:off x="609600" y="0"/>
            <a:ext cx="8458200" cy="9906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sz="4000"/>
              <a:t>4. Enabling a Holistic Approach </a:t>
            </a:r>
            <a:r>
              <a:rPr lang="en-GB" sz="1800"/>
              <a:t>(cont).</a:t>
            </a:r>
            <a:endParaRPr sz="1800"/>
          </a:p>
        </p:txBody>
      </p:sp>
      <p:sp>
        <p:nvSpPr>
          <p:cNvPr id="292" name="Google Shape;292;p15"/>
          <p:cNvSpPr txBox="1"/>
          <p:nvPr>
            <p:ph idx="1" type="body"/>
          </p:nvPr>
        </p:nvSpPr>
        <p:spPr>
          <a:xfrm>
            <a:off x="342900" y="1219200"/>
            <a:ext cx="8763000" cy="726103"/>
          </a:xfrm>
          <a:prstGeom prst="rect">
            <a:avLst/>
          </a:prstGeom>
          <a:noFill/>
          <a:ln>
            <a:noFill/>
          </a:ln>
        </p:spPr>
        <p:txBody>
          <a:bodyPr anchorCtr="0" anchor="t" bIns="45700" lIns="91425" spcFirstLastPara="1" rIns="91425" wrap="square" tIns="45700">
            <a:noAutofit/>
          </a:bodyPr>
          <a:lstStyle/>
          <a:p>
            <a:pPr indent="-273050" lvl="0" marL="273050" rtl="0" algn="l">
              <a:spcBef>
                <a:spcPts val="0"/>
              </a:spcBef>
              <a:spcAft>
                <a:spcPts val="0"/>
              </a:spcAft>
              <a:buSzPts val="3420"/>
              <a:buFont typeface="Times New Roman"/>
              <a:buNone/>
            </a:pPr>
            <a:r>
              <a:rPr lang="en-GB" sz="3600">
                <a:latin typeface="Times New Roman"/>
                <a:ea typeface="Times New Roman"/>
                <a:cs typeface="Times New Roman"/>
                <a:sym typeface="Times New Roman"/>
              </a:rPr>
              <a:t>COBIT 5 Enabler Dimensions:</a:t>
            </a:r>
            <a:endParaRPr sz="3600">
              <a:latin typeface="Times New Roman"/>
              <a:ea typeface="Times New Roman"/>
              <a:cs typeface="Times New Roman"/>
              <a:sym typeface="Times New Roman"/>
            </a:endParaRPr>
          </a:p>
        </p:txBody>
      </p:sp>
      <p:sp>
        <p:nvSpPr>
          <p:cNvPr id="293" name="Google Shape;293;p1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4" name="Google Shape;294;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95" name="Google Shape;295;p15"/>
          <p:cNvSpPr/>
          <p:nvPr/>
        </p:nvSpPr>
        <p:spPr>
          <a:xfrm>
            <a:off x="2286000" y="6248400"/>
            <a:ext cx="4876800" cy="24606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000">
                <a:solidFill>
                  <a:schemeClr val="dk1"/>
                </a:solidFill>
                <a:latin typeface="Arial"/>
                <a:ea typeface="Arial"/>
                <a:cs typeface="Arial"/>
                <a:sym typeface="Arial"/>
              </a:rPr>
              <a:t>Source:  COBIT</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5, figure 13. © 2012 ISACA</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All rights reserved.</a:t>
            </a:r>
            <a:endParaRPr sz="1000">
              <a:solidFill>
                <a:schemeClr val="dk1"/>
              </a:solidFill>
              <a:latin typeface="Arial"/>
              <a:ea typeface="Arial"/>
              <a:cs typeface="Arial"/>
              <a:sym typeface="Arial"/>
            </a:endParaRPr>
          </a:p>
        </p:txBody>
      </p:sp>
      <p:pic>
        <p:nvPicPr>
          <p:cNvPr id="296" name="Google Shape;296;p15"/>
          <p:cNvPicPr preferRelativeResize="0"/>
          <p:nvPr/>
        </p:nvPicPr>
        <p:blipFill rotWithShape="1">
          <a:blip r:embed="rId3">
            <a:alphaModFix/>
          </a:blip>
          <a:srcRect b="0" l="0" r="0" t="0"/>
          <a:stretch/>
        </p:blipFill>
        <p:spPr>
          <a:xfrm>
            <a:off x="0" y="1981201"/>
            <a:ext cx="9161117" cy="4869180"/>
          </a:xfrm>
          <a:prstGeom prst="rect">
            <a:avLst/>
          </a:prstGeom>
          <a:noFill/>
          <a:ln>
            <a:noFill/>
          </a:ln>
        </p:spPr>
      </p:pic>
      <p:sp>
        <p:nvSpPr>
          <p:cNvPr id="297" name="Google Shape;297;p15"/>
          <p:cNvSpPr/>
          <p:nvPr/>
        </p:nvSpPr>
        <p:spPr>
          <a:xfrm>
            <a:off x="5029200" y="2590800"/>
            <a:ext cx="1676400" cy="838200"/>
          </a:xfrm>
          <a:prstGeom prst="rect">
            <a:avLst/>
          </a:prstGeom>
          <a:solidFill>
            <a:schemeClr val="accent1">
              <a:alpha val="16862"/>
            </a:schemeClr>
          </a:solidFill>
          <a:ln cap="flat" cmpd="sng" w="9525">
            <a:solidFill>
              <a:srgbClr val="0073A0"/>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8" name="Google Shape;298;p15"/>
          <p:cNvSpPr/>
          <p:nvPr/>
        </p:nvSpPr>
        <p:spPr>
          <a:xfrm>
            <a:off x="5029200" y="3429000"/>
            <a:ext cx="1676400" cy="609600"/>
          </a:xfrm>
          <a:prstGeom prst="rect">
            <a:avLst/>
          </a:prstGeom>
          <a:solidFill>
            <a:srgbClr val="FF0000">
              <a:alpha val="16862"/>
            </a:srgbClr>
          </a:solidFill>
          <a:ln cap="flat" cmpd="sng" w="9525">
            <a:solidFill>
              <a:srgbClr val="0073A0"/>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6"/>
          <p:cNvSpPr txBox="1"/>
          <p:nvPr>
            <p:ph type="title"/>
          </p:nvPr>
        </p:nvSpPr>
        <p:spPr>
          <a:xfrm>
            <a:off x="685800" y="0"/>
            <a:ext cx="8458200" cy="762000"/>
          </a:xfrm>
          <a:prstGeom prst="rect">
            <a:avLst/>
          </a:prstGeom>
          <a:noFill/>
          <a:ln>
            <a:noFill/>
          </a:ln>
        </p:spPr>
        <p:txBody>
          <a:bodyPr anchorCtr="0" anchor="b" bIns="0" lIns="0" spcFirstLastPara="1" rIns="0" wrap="square" tIns="45700">
            <a:noAutofit/>
          </a:bodyPr>
          <a:lstStyle/>
          <a:p>
            <a:pPr indent="-465455" lvl="0" marL="465455" rtl="0" algn="l">
              <a:spcBef>
                <a:spcPts val="0"/>
              </a:spcBef>
              <a:spcAft>
                <a:spcPts val="0"/>
              </a:spcAft>
              <a:buNone/>
            </a:pPr>
            <a:r>
              <a:rPr lang="en-GB" sz="3200"/>
              <a:t>5. Separating Governance From Management </a:t>
            </a:r>
            <a:r>
              <a:rPr lang="en-GB" sz="1800"/>
              <a:t>(cont.)</a:t>
            </a:r>
            <a:endParaRPr sz="1800"/>
          </a:p>
        </p:txBody>
      </p:sp>
      <p:sp>
        <p:nvSpPr>
          <p:cNvPr id="305" name="Google Shape;305;p16"/>
          <p:cNvSpPr txBox="1"/>
          <p:nvPr>
            <p:ph idx="1" type="body"/>
          </p:nvPr>
        </p:nvSpPr>
        <p:spPr>
          <a:xfrm>
            <a:off x="931863" y="797256"/>
            <a:ext cx="7924800" cy="1524000"/>
          </a:xfrm>
          <a:prstGeom prst="rect">
            <a:avLst/>
          </a:prstGeom>
          <a:noFill/>
          <a:ln>
            <a:noFill/>
          </a:ln>
        </p:spPr>
        <p:txBody>
          <a:bodyPr anchorCtr="0" anchor="t" bIns="45700" lIns="91425" spcFirstLastPara="1" rIns="91425" wrap="square" tIns="45700">
            <a:normAutofit fontScale="55000" lnSpcReduction="20000"/>
          </a:bodyPr>
          <a:lstStyle/>
          <a:p>
            <a:pPr indent="-274320" lvl="0" marL="274320" rtl="0" algn="l">
              <a:spcBef>
                <a:spcPts val="0"/>
              </a:spcBef>
              <a:spcAft>
                <a:spcPts val="0"/>
              </a:spcAft>
              <a:buClr>
                <a:schemeClr val="accent3"/>
              </a:buClr>
              <a:buSzPct val="95000"/>
              <a:buFont typeface="Constantia"/>
              <a:buNone/>
            </a:pPr>
            <a:r>
              <a:t/>
            </a:r>
            <a:endParaRPr b="1" sz="2400"/>
          </a:p>
          <a:p>
            <a:pPr indent="-274320" lvl="0" marL="274320" rtl="0" algn="l">
              <a:spcBef>
                <a:spcPts val="462"/>
              </a:spcBef>
              <a:spcAft>
                <a:spcPts val="0"/>
              </a:spcAft>
              <a:buClr>
                <a:schemeClr val="accent3"/>
              </a:buClr>
              <a:buSzPct val="95000"/>
              <a:buFont typeface="Times New Roman"/>
              <a:buNone/>
            </a:pPr>
            <a:r>
              <a:rPr b="1" lang="en-GB" sz="4200">
                <a:latin typeface="Times New Roman"/>
                <a:ea typeface="Times New Roman"/>
                <a:cs typeface="Times New Roman"/>
                <a:sym typeface="Times New Roman"/>
              </a:rPr>
              <a:t>Principle 5. Separating Governance From Management:</a:t>
            </a:r>
            <a:endParaRPr b="1" sz="4200">
              <a:latin typeface="Times New Roman"/>
              <a:ea typeface="Times New Roman"/>
              <a:cs typeface="Times New Roman"/>
              <a:sym typeface="Times New Roman"/>
            </a:endParaRPr>
          </a:p>
          <a:p>
            <a:pPr indent="0" lvl="0" marL="0" rtl="0" algn="l">
              <a:spcBef>
                <a:spcPts val="462"/>
              </a:spcBef>
              <a:spcAft>
                <a:spcPts val="0"/>
              </a:spcAft>
              <a:buClr>
                <a:schemeClr val="accent3"/>
              </a:buClr>
              <a:buSzPct val="95000"/>
              <a:buFont typeface="Times New Roman"/>
              <a:buNone/>
            </a:pPr>
            <a:r>
              <a:rPr lang="en-GB" sz="4200">
                <a:latin typeface="Times New Roman"/>
                <a:ea typeface="Times New Roman"/>
                <a:cs typeface="Times New Roman"/>
                <a:sym typeface="Times New Roman"/>
              </a:rPr>
              <a:t>COBIT 5 is not prescriptive, but it advocates that organisations implement governance and management processes such that the key areas are covered, as shown</a:t>
            </a:r>
            <a:r>
              <a:rPr lang="en-GB" sz="3400"/>
              <a:t>.</a:t>
            </a:r>
            <a:endParaRPr b="1" sz="3400"/>
          </a:p>
          <a:p>
            <a:pPr indent="-247015" lvl="1" marL="640080" rtl="0" algn="l">
              <a:spcBef>
                <a:spcPts val="220"/>
              </a:spcBef>
              <a:spcAft>
                <a:spcPts val="0"/>
              </a:spcAft>
              <a:buSzPct val="85000"/>
              <a:buFont typeface="Constantia"/>
              <a:buNone/>
            </a:pPr>
            <a:r>
              <a:t/>
            </a:r>
            <a:endParaRPr sz="2000"/>
          </a:p>
        </p:txBody>
      </p:sp>
      <p:sp>
        <p:nvSpPr>
          <p:cNvPr id="306" name="Google Shape;306;p1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07" name="Google Shape;307;p16"/>
          <p:cNvPicPr preferRelativeResize="0"/>
          <p:nvPr/>
        </p:nvPicPr>
        <p:blipFill rotWithShape="1">
          <a:blip r:embed="rId3">
            <a:alphaModFix/>
          </a:blip>
          <a:srcRect b="0" l="0" r="0" t="0"/>
          <a:stretch/>
        </p:blipFill>
        <p:spPr>
          <a:xfrm>
            <a:off x="381000" y="2285999"/>
            <a:ext cx="8475663" cy="4611081"/>
          </a:xfrm>
          <a:prstGeom prst="rect">
            <a:avLst/>
          </a:prstGeom>
          <a:noFill/>
          <a:ln>
            <a:noFill/>
          </a:ln>
        </p:spPr>
      </p:pic>
      <p:sp>
        <p:nvSpPr>
          <p:cNvPr id="308" name="Google Shape;308;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309" name="Google Shape;309;p16"/>
          <p:cNvSpPr/>
          <p:nvPr/>
        </p:nvSpPr>
        <p:spPr>
          <a:xfrm>
            <a:off x="2370931" y="6611937"/>
            <a:ext cx="4876800" cy="24606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000">
                <a:solidFill>
                  <a:schemeClr val="dk1"/>
                </a:solidFill>
                <a:latin typeface="Arial"/>
                <a:ea typeface="Arial"/>
                <a:cs typeface="Arial"/>
                <a:sym typeface="Arial"/>
              </a:rPr>
              <a:t>Source:  COBIT</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5, figure 15. © 2012 ISACA</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All rights reserved.</a:t>
            </a:r>
            <a:endParaRPr sz="10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7"/>
          <p:cNvSpPr txBox="1"/>
          <p:nvPr>
            <p:ph type="ctrTitle"/>
          </p:nvPr>
        </p:nvSpPr>
        <p:spPr>
          <a:xfrm>
            <a:off x="533400" y="2895600"/>
            <a:ext cx="8382000" cy="1470025"/>
          </a:xfrm>
          <a:prstGeom prst="rect">
            <a:avLst/>
          </a:prstGeom>
          <a:noFill/>
          <a:ln>
            <a:noFill/>
          </a:ln>
        </p:spPr>
        <p:txBody>
          <a:bodyPr anchorCtr="0" anchor="b" bIns="0" lIns="0" spcFirstLastPara="1" rIns="18275" wrap="square" tIns="0">
            <a:normAutofit fontScale="90000"/>
          </a:bodyPr>
          <a:lstStyle/>
          <a:p>
            <a:pPr indent="0" lvl="0" marL="0" rtl="0" algn="ctr">
              <a:spcBef>
                <a:spcPts val="0"/>
              </a:spcBef>
              <a:spcAft>
                <a:spcPts val="0"/>
              </a:spcAft>
              <a:buClr>
                <a:srgbClr val="C4E2FC"/>
              </a:buClr>
              <a:buSzPct val="100000"/>
              <a:buFont typeface="Calibri"/>
              <a:buNone/>
            </a:pPr>
            <a:r>
              <a:rPr i="1" lang="en-GB">
                <a:solidFill>
                  <a:srgbClr val="C4E2FC"/>
                </a:solidFill>
              </a:rPr>
              <a:t>COBIT 5: ENABLING  PROCESSES</a:t>
            </a:r>
            <a:br>
              <a:rPr lang="en-GB"/>
            </a:b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8"/>
          <p:cNvSpPr txBox="1"/>
          <p:nvPr>
            <p:ph type="title"/>
          </p:nvPr>
        </p:nvSpPr>
        <p:spPr>
          <a:xfrm>
            <a:off x="685800" y="0"/>
            <a:ext cx="84582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i="1" lang="en-GB"/>
              <a:t>COBIT 5: Enabling  Processes</a:t>
            </a:r>
            <a:endParaRPr sz="1800"/>
          </a:p>
        </p:txBody>
      </p:sp>
      <p:sp>
        <p:nvSpPr>
          <p:cNvPr id="322" name="Google Shape;322;p1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23" name="Google Shape;323;p18"/>
          <p:cNvPicPr preferRelativeResize="0"/>
          <p:nvPr/>
        </p:nvPicPr>
        <p:blipFill rotWithShape="1">
          <a:blip r:embed="rId3">
            <a:alphaModFix/>
          </a:blip>
          <a:srcRect b="0" l="0" r="0" t="0"/>
          <a:stretch/>
        </p:blipFill>
        <p:spPr>
          <a:xfrm>
            <a:off x="554038" y="1371600"/>
            <a:ext cx="8589962" cy="4959350"/>
          </a:xfrm>
          <a:prstGeom prst="rect">
            <a:avLst/>
          </a:prstGeom>
          <a:noFill/>
          <a:ln>
            <a:noFill/>
          </a:ln>
        </p:spPr>
      </p:pic>
      <p:sp>
        <p:nvSpPr>
          <p:cNvPr id="324" name="Google Shape;324;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325" name="Google Shape;325;p18"/>
          <p:cNvSpPr/>
          <p:nvPr/>
        </p:nvSpPr>
        <p:spPr>
          <a:xfrm>
            <a:off x="2362200" y="6248400"/>
            <a:ext cx="4876800" cy="24606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000">
                <a:solidFill>
                  <a:schemeClr val="dk1"/>
                </a:solidFill>
                <a:latin typeface="Arial"/>
                <a:ea typeface="Arial"/>
                <a:cs typeface="Arial"/>
                <a:sym typeface="Arial"/>
              </a:rPr>
              <a:t>Source:  COBIT</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5, figure 29. © 2012 ISACA</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All rights reserved.</a:t>
            </a:r>
            <a:endParaRPr sz="10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9"/>
          <p:cNvSpPr txBox="1"/>
          <p:nvPr>
            <p:ph type="title"/>
          </p:nvPr>
        </p:nvSpPr>
        <p:spPr>
          <a:xfrm>
            <a:off x="685800" y="0"/>
            <a:ext cx="8458200" cy="762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i="1" lang="en-GB"/>
              <a:t>COBIT 5: Enabling  Processes </a:t>
            </a:r>
            <a:r>
              <a:rPr lang="en-GB" sz="1800"/>
              <a:t>(cont.)</a:t>
            </a:r>
            <a:endParaRPr sz="1800"/>
          </a:p>
        </p:txBody>
      </p:sp>
      <p:sp>
        <p:nvSpPr>
          <p:cNvPr id="332" name="Google Shape;332;p1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3" name="Google Shape;333;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pic>
        <p:nvPicPr>
          <p:cNvPr id="334" name="Google Shape;334;p19"/>
          <p:cNvPicPr preferRelativeResize="0"/>
          <p:nvPr/>
        </p:nvPicPr>
        <p:blipFill rotWithShape="1">
          <a:blip r:embed="rId3">
            <a:alphaModFix/>
          </a:blip>
          <a:srcRect b="2583" l="2238" r="3431" t="0"/>
          <a:stretch/>
        </p:blipFill>
        <p:spPr>
          <a:xfrm>
            <a:off x="0" y="-13603"/>
            <a:ext cx="9144000" cy="68659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2000"/>
                                        <p:tgtEl>
                                          <p:spTgt spid="3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0"/>
          <p:cNvSpPr txBox="1"/>
          <p:nvPr>
            <p:ph type="ctrTitle"/>
          </p:nvPr>
        </p:nvSpPr>
        <p:spPr>
          <a:xfrm>
            <a:off x="533400" y="2895600"/>
            <a:ext cx="8382000" cy="1470025"/>
          </a:xfrm>
          <a:prstGeom prst="rect">
            <a:avLst/>
          </a:prstGeom>
          <a:noFill/>
          <a:ln>
            <a:noFill/>
          </a:ln>
        </p:spPr>
        <p:txBody>
          <a:bodyPr anchorCtr="0" anchor="b" bIns="0" lIns="0" spcFirstLastPara="1" rIns="18275" wrap="square" tIns="0">
            <a:normAutofit fontScale="90000"/>
          </a:bodyPr>
          <a:lstStyle/>
          <a:p>
            <a:pPr indent="0" lvl="0" marL="0" rtl="0" algn="ctr">
              <a:spcBef>
                <a:spcPts val="0"/>
              </a:spcBef>
              <a:spcAft>
                <a:spcPts val="0"/>
              </a:spcAft>
              <a:buClr>
                <a:srgbClr val="C4E2FC"/>
              </a:buClr>
              <a:buSzPct val="100000"/>
              <a:buFont typeface="Calibri"/>
              <a:buNone/>
            </a:pPr>
            <a:r>
              <a:rPr i="1" lang="en-GB">
                <a:solidFill>
                  <a:srgbClr val="C4E2FC"/>
                </a:solidFill>
              </a:rPr>
              <a:t>COBIT 5: COVERAGE</a:t>
            </a:r>
            <a:br>
              <a:rPr lang="en-GB"/>
            </a:b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1"/>
          <p:cNvSpPr txBox="1"/>
          <p:nvPr>
            <p:ph type="title"/>
          </p:nvPr>
        </p:nvSpPr>
        <p:spPr>
          <a:xfrm>
            <a:off x="457200" y="228600"/>
            <a:ext cx="8229600" cy="609600"/>
          </a:xfrm>
          <a:prstGeom prst="rect">
            <a:avLst/>
          </a:prstGeom>
          <a:noFill/>
          <a:ln>
            <a:noFill/>
          </a:ln>
        </p:spPr>
        <p:txBody>
          <a:bodyPr anchorCtr="0" anchor="ctr" bIns="0" lIns="0" spcFirstLastPara="1" rIns="0" wrap="square" tIns="45700">
            <a:noAutofit/>
          </a:bodyPr>
          <a:lstStyle/>
          <a:p>
            <a:pPr indent="0" lvl="0" marL="0" rtl="0" algn="ctr">
              <a:spcBef>
                <a:spcPts val="0"/>
              </a:spcBef>
              <a:spcAft>
                <a:spcPts val="0"/>
              </a:spcAft>
              <a:buNone/>
            </a:pPr>
            <a:r>
              <a:rPr i="1" lang="en-GB"/>
              <a:t>COBIT 5: COVERAGE</a:t>
            </a:r>
            <a:endParaRPr/>
          </a:p>
        </p:txBody>
      </p:sp>
      <p:sp>
        <p:nvSpPr>
          <p:cNvPr id="347" name="Google Shape;347;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pic>
        <p:nvPicPr>
          <p:cNvPr id="348" name="Google Shape;348;p21"/>
          <p:cNvPicPr preferRelativeResize="0"/>
          <p:nvPr/>
        </p:nvPicPr>
        <p:blipFill rotWithShape="1">
          <a:blip r:embed="rId3">
            <a:alphaModFix/>
          </a:blip>
          <a:srcRect b="0" l="0" r="0" t="0"/>
          <a:stretch/>
        </p:blipFill>
        <p:spPr>
          <a:xfrm>
            <a:off x="685800" y="915799"/>
            <a:ext cx="7848600" cy="5721350"/>
          </a:xfrm>
          <a:prstGeom prst="rect">
            <a:avLst/>
          </a:prstGeom>
          <a:noFill/>
          <a:ln>
            <a:noFill/>
          </a:ln>
        </p:spPr>
      </p:pic>
      <p:sp>
        <p:nvSpPr>
          <p:cNvPr id="349" name="Google Shape;349;p21"/>
          <p:cNvSpPr/>
          <p:nvPr/>
        </p:nvSpPr>
        <p:spPr>
          <a:xfrm>
            <a:off x="914400" y="1325962"/>
            <a:ext cx="7315200" cy="914400"/>
          </a:xfrm>
          <a:prstGeom prst="rect">
            <a:avLst/>
          </a:prstGeom>
          <a:solidFill>
            <a:schemeClr val="accent1"/>
          </a:solidFill>
          <a:ln cap="flat" cmpd="sng" w="254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800">
                <a:solidFill>
                  <a:schemeClr val="lt1"/>
                </a:solidFill>
                <a:latin typeface="Arial"/>
                <a:ea typeface="Arial"/>
                <a:cs typeface="Arial"/>
                <a:sym typeface="Arial"/>
              </a:rPr>
              <a:t>Evaluate, Direct and Monitor</a:t>
            </a:r>
            <a:endParaRPr b="1" sz="1800">
              <a:solidFill>
                <a:schemeClr val="lt1"/>
              </a:solidFill>
              <a:latin typeface="Arial"/>
              <a:ea typeface="Arial"/>
              <a:cs typeface="Arial"/>
              <a:sym typeface="Arial"/>
            </a:endParaRPr>
          </a:p>
        </p:txBody>
      </p:sp>
      <p:sp>
        <p:nvSpPr>
          <p:cNvPr id="350" name="Google Shape;350;p21"/>
          <p:cNvSpPr/>
          <p:nvPr/>
        </p:nvSpPr>
        <p:spPr>
          <a:xfrm>
            <a:off x="1083923" y="2289113"/>
            <a:ext cx="5940000" cy="1404000"/>
          </a:xfrm>
          <a:prstGeom prst="rect">
            <a:avLst/>
          </a:prstGeom>
          <a:solidFill>
            <a:schemeClr val="accent1"/>
          </a:solidFill>
          <a:ln cap="flat" cmpd="sng" w="254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800">
                <a:solidFill>
                  <a:schemeClr val="lt1"/>
                </a:solidFill>
                <a:latin typeface="Arial"/>
                <a:ea typeface="Arial"/>
                <a:cs typeface="Arial"/>
                <a:sym typeface="Arial"/>
              </a:rPr>
              <a:t>Align, Plan and Organise</a:t>
            </a:r>
            <a:endParaRPr b="1" sz="1800">
              <a:solidFill>
                <a:schemeClr val="lt1"/>
              </a:solidFill>
              <a:latin typeface="Arial"/>
              <a:ea typeface="Arial"/>
              <a:cs typeface="Arial"/>
              <a:sym typeface="Arial"/>
            </a:endParaRPr>
          </a:p>
        </p:txBody>
      </p:sp>
      <p:sp>
        <p:nvSpPr>
          <p:cNvPr id="351" name="Google Shape;351;p21"/>
          <p:cNvSpPr/>
          <p:nvPr/>
        </p:nvSpPr>
        <p:spPr>
          <a:xfrm>
            <a:off x="1083923" y="3782291"/>
            <a:ext cx="5940000" cy="1404000"/>
          </a:xfrm>
          <a:prstGeom prst="rect">
            <a:avLst/>
          </a:prstGeom>
          <a:solidFill>
            <a:schemeClr val="accent1"/>
          </a:solidFill>
          <a:ln cap="flat" cmpd="sng" w="254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800">
                <a:solidFill>
                  <a:schemeClr val="lt1"/>
                </a:solidFill>
                <a:latin typeface="Arial"/>
                <a:ea typeface="Arial"/>
                <a:cs typeface="Arial"/>
                <a:sym typeface="Arial"/>
              </a:rPr>
              <a:t>Build Acquire and Implement</a:t>
            </a:r>
            <a:endParaRPr b="1" sz="1800">
              <a:solidFill>
                <a:schemeClr val="lt1"/>
              </a:solidFill>
              <a:latin typeface="Arial"/>
              <a:ea typeface="Arial"/>
              <a:cs typeface="Arial"/>
              <a:sym typeface="Arial"/>
            </a:endParaRPr>
          </a:p>
        </p:txBody>
      </p:sp>
      <p:sp>
        <p:nvSpPr>
          <p:cNvPr id="352" name="Google Shape;352;p21"/>
          <p:cNvSpPr/>
          <p:nvPr/>
        </p:nvSpPr>
        <p:spPr>
          <a:xfrm>
            <a:off x="1072792" y="5230091"/>
            <a:ext cx="5940000" cy="870600"/>
          </a:xfrm>
          <a:prstGeom prst="rect">
            <a:avLst/>
          </a:prstGeom>
          <a:solidFill>
            <a:schemeClr val="accent1"/>
          </a:solidFill>
          <a:ln cap="flat" cmpd="sng" w="254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800">
                <a:solidFill>
                  <a:schemeClr val="lt1"/>
                </a:solidFill>
                <a:latin typeface="Arial"/>
                <a:ea typeface="Arial"/>
                <a:cs typeface="Arial"/>
                <a:sym typeface="Arial"/>
              </a:rPr>
              <a:t>Delivery Service and Support</a:t>
            </a:r>
            <a:endParaRPr b="1" sz="1800">
              <a:solidFill>
                <a:schemeClr val="lt1"/>
              </a:solidFill>
              <a:latin typeface="Arial"/>
              <a:ea typeface="Arial"/>
              <a:cs typeface="Arial"/>
              <a:sym typeface="Arial"/>
            </a:endParaRPr>
          </a:p>
        </p:txBody>
      </p:sp>
      <p:sp>
        <p:nvSpPr>
          <p:cNvPr id="353" name="Google Shape;353;p21"/>
          <p:cNvSpPr/>
          <p:nvPr/>
        </p:nvSpPr>
        <p:spPr>
          <a:xfrm>
            <a:off x="7086600" y="2316822"/>
            <a:ext cx="990600" cy="3811578"/>
          </a:xfrm>
          <a:prstGeom prst="rect">
            <a:avLst/>
          </a:prstGeom>
          <a:solidFill>
            <a:schemeClr val="accent1"/>
          </a:solidFill>
          <a:ln cap="flat" cmpd="sng" w="25400">
            <a:solidFill>
              <a:srgbClr val="FF0000"/>
            </a:solidFill>
            <a:prstDash val="solid"/>
            <a:round/>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b="1" lang="en-GB" sz="1400">
                <a:solidFill>
                  <a:schemeClr val="lt1"/>
                </a:solidFill>
                <a:latin typeface="Arial"/>
                <a:ea typeface="Arial"/>
                <a:cs typeface="Arial"/>
                <a:sym typeface="Arial"/>
              </a:rPr>
              <a:t>Monitor, Evaluate and Asses</a:t>
            </a:r>
            <a:endParaRPr b="1" sz="1400">
              <a:solidFill>
                <a:schemeClr val="lt1"/>
              </a:solidFill>
              <a:latin typeface="Arial"/>
              <a:ea typeface="Arial"/>
              <a:cs typeface="Arial"/>
              <a:sym typeface="Arial"/>
            </a:endParaRPr>
          </a:p>
        </p:txBody>
      </p:sp>
      <p:sp>
        <p:nvSpPr>
          <p:cNvPr id="354" name="Google Shape;354;p21"/>
          <p:cNvSpPr/>
          <p:nvPr/>
        </p:nvSpPr>
        <p:spPr>
          <a:xfrm>
            <a:off x="1219200" y="1759501"/>
            <a:ext cx="6096000" cy="398929"/>
          </a:xfrm>
          <a:prstGeom prst="rect">
            <a:avLst/>
          </a:prstGeom>
          <a:solidFill>
            <a:srgbClr val="7F7F7F">
              <a:alpha val="42745"/>
            </a:srgbClr>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800">
                <a:solidFill>
                  <a:schemeClr val="lt1"/>
                </a:solidFill>
                <a:latin typeface="Arial Narrow"/>
                <a:ea typeface="Arial Narrow"/>
                <a:cs typeface="Arial Narrow"/>
                <a:sym typeface="Arial Narrow"/>
              </a:rPr>
              <a:t>ISO/IEC 38500</a:t>
            </a:r>
            <a:endParaRPr b="1" sz="1800">
              <a:solidFill>
                <a:schemeClr val="lt1"/>
              </a:solidFill>
              <a:latin typeface="Arial Narrow"/>
              <a:ea typeface="Arial Narrow"/>
              <a:cs typeface="Arial Narrow"/>
              <a:sym typeface="Arial Narrow"/>
            </a:endParaRPr>
          </a:p>
        </p:txBody>
      </p:sp>
      <p:sp>
        <p:nvSpPr>
          <p:cNvPr id="355" name="Google Shape;355;p21"/>
          <p:cNvSpPr/>
          <p:nvPr/>
        </p:nvSpPr>
        <p:spPr>
          <a:xfrm>
            <a:off x="5334000" y="1524000"/>
            <a:ext cx="1066800" cy="1932752"/>
          </a:xfrm>
          <a:prstGeom prst="rect">
            <a:avLst/>
          </a:prstGeom>
          <a:solidFill>
            <a:srgbClr val="7F7F7F">
              <a:alpha val="42745"/>
            </a:srgbClr>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800">
                <a:solidFill>
                  <a:schemeClr val="lt1"/>
                </a:solidFill>
                <a:latin typeface="Arial Narrow"/>
                <a:ea typeface="Arial Narrow"/>
                <a:cs typeface="Arial Narrow"/>
                <a:sym typeface="Arial Narrow"/>
              </a:rPr>
              <a:t>ISO/IEC 31000</a:t>
            </a:r>
            <a:endParaRPr b="1" sz="1800">
              <a:solidFill>
                <a:schemeClr val="lt1"/>
              </a:solidFill>
              <a:latin typeface="Arial Narrow"/>
              <a:ea typeface="Arial Narrow"/>
              <a:cs typeface="Arial Narrow"/>
              <a:sym typeface="Arial Narrow"/>
            </a:endParaRPr>
          </a:p>
        </p:txBody>
      </p:sp>
      <p:sp>
        <p:nvSpPr>
          <p:cNvPr id="356" name="Google Shape;356;p21"/>
          <p:cNvSpPr/>
          <p:nvPr/>
        </p:nvSpPr>
        <p:spPr>
          <a:xfrm>
            <a:off x="4076700" y="2726737"/>
            <a:ext cx="1066800" cy="1932752"/>
          </a:xfrm>
          <a:prstGeom prst="rect">
            <a:avLst/>
          </a:prstGeom>
          <a:solidFill>
            <a:srgbClr val="7F7F7F">
              <a:alpha val="42745"/>
            </a:srgbClr>
          </a:solidFill>
          <a:ln cap="flat" cmpd="sng" w="25400">
            <a:solidFill>
              <a:srgbClr val="0A51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rial Narrow"/>
              <a:ea typeface="Arial Narrow"/>
              <a:cs typeface="Arial Narrow"/>
              <a:sym typeface="Arial Narrow"/>
            </a:endParaRPr>
          </a:p>
          <a:p>
            <a:pPr indent="0" lvl="0" marL="0" marR="0" rtl="0" algn="ctr">
              <a:spcBef>
                <a:spcPts val="0"/>
              </a:spcBef>
              <a:spcAft>
                <a:spcPts val="0"/>
              </a:spcAft>
              <a:buNone/>
            </a:pPr>
            <a:r>
              <a:rPr b="1" lang="en-GB" sz="1800">
                <a:solidFill>
                  <a:schemeClr val="lt1"/>
                </a:solidFill>
                <a:latin typeface="Arial Narrow"/>
                <a:ea typeface="Arial Narrow"/>
                <a:cs typeface="Arial Narrow"/>
                <a:sym typeface="Arial Narrow"/>
              </a:rPr>
              <a:t>TOGAF</a:t>
            </a:r>
            <a:endParaRPr b="1" sz="1800">
              <a:solidFill>
                <a:schemeClr val="lt1"/>
              </a:solidFill>
              <a:latin typeface="Arial Narrow"/>
              <a:ea typeface="Arial Narrow"/>
              <a:cs typeface="Arial Narrow"/>
              <a:sym typeface="Arial Narrow"/>
            </a:endParaRPr>
          </a:p>
        </p:txBody>
      </p:sp>
      <p:sp>
        <p:nvSpPr>
          <p:cNvPr id="357" name="Google Shape;357;p21"/>
          <p:cNvSpPr/>
          <p:nvPr/>
        </p:nvSpPr>
        <p:spPr>
          <a:xfrm>
            <a:off x="1752600" y="2991113"/>
            <a:ext cx="1981200" cy="1932752"/>
          </a:xfrm>
          <a:prstGeom prst="rect">
            <a:avLst/>
          </a:prstGeom>
          <a:solidFill>
            <a:srgbClr val="D12DBA">
              <a:alpha val="42352"/>
            </a:srgbClr>
          </a:solidFill>
          <a:ln cap="flat" cmpd="sng" w="25400">
            <a:solidFill>
              <a:srgbClr val="0A51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rial Narrow"/>
              <a:ea typeface="Arial Narrow"/>
              <a:cs typeface="Arial Narrow"/>
              <a:sym typeface="Arial Narrow"/>
            </a:endParaRPr>
          </a:p>
          <a:p>
            <a:pPr indent="0" lvl="0" marL="0" marR="0" rtl="0" algn="ctr">
              <a:spcBef>
                <a:spcPts val="0"/>
              </a:spcBef>
              <a:spcAft>
                <a:spcPts val="0"/>
              </a:spcAft>
              <a:buNone/>
            </a:pPr>
            <a:r>
              <a:rPr b="1" lang="en-GB" sz="1800">
                <a:solidFill>
                  <a:schemeClr val="lt1"/>
                </a:solidFill>
                <a:latin typeface="Arial Narrow"/>
                <a:ea typeface="Arial Narrow"/>
                <a:cs typeface="Arial Narrow"/>
                <a:sym typeface="Arial Narrow"/>
              </a:rPr>
              <a:t>PRINCE2/PMBOK</a:t>
            </a:r>
            <a:endParaRPr b="1" sz="1800">
              <a:solidFill>
                <a:schemeClr val="lt1"/>
              </a:solidFill>
              <a:latin typeface="Arial Narrow"/>
              <a:ea typeface="Arial Narrow"/>
              <a:cs typeface="Arial Narrow"/>
              <a:sym typeface="Arial Narrow"/>
            </a:endParaRPr>
          </a:p>
        </p:txBody>
      </p:sp>
      <p:sp>
        <p:nvSpPr>
          <p:cNvPr id="358" name="Google Shape;358;p21"/>
          <p:cNvSpPr/>
          <p:nvPr/>
        </p:nvSpPr>
        <p:spPr>
          <a:xfrm>
            <a:off x="1905000" y="3581400"/>
            <a:ext cx="4876800" cy="1342465"/>
          </a:xfrm>
          <a:prstGeom prst="rect">
            <a:avLst/>
          </a:prstGeom>
          <a:solidFill>
            <a:srgbClr val="5DF3C9">
              <a:alpha val="42745"/>
            </a:srgbClr>
          </a:solidFill>
          <a:ln cap="flat" cmpd="sng" w="25400">
            <a:solidFill>
              <a:srgbClr val="0A51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r">
              <a:spcBef>
                <a:spcPts val="0"/>
              </a:spcBef>
              <a:spcAft>
                <a:spcPts val="0"/>
              </a:spcAft>
              <a:buNone/>
            </a:pPr>
            <a:r>
              <a:t/>
            </a:r>
            <a:endParaRPr b="1" sz="1800">
              <a:solidFill>
                <a:schemeClr val="lt1"/>
              </a:solidFill>
              <a:latin typeface="Arial Narrow"/>
              <a:ea typeface="Arial Narrow"/>
              <a:cs typeface="Arial Narrow"/>
              <a:sym typeface="Arial Narrow"/>
            </a:endParaRPr>
          </a:p>
          <a:p>
            <a:pPr indent="0" lvl="0" marL="0" marR="0" rtl="0" algn="l">
              <a:spcBef>
                <a:spcPts val="0"/>
              </a:spcBef>
              <a:spcAft>
                <a:spcPts val="0"/>
              </a:spcAft>
              <a:buNone/>
            </a:pPr>
            <a:r>
              <a:rPr b="1" lang="en-GB" sz="1800">
                <a:solidFill>
                  <a:schemeClr val="lt1"/>
                </a:solidFill>
                <a:latin typeface="Arial Narrow"/>
                <a:ea typeface="Arial Narrow"/>
                <a:cs typeface="Arial Narrow"/>
                <a:sym typeface="Arial Narrow"/>
              </a:rPr>
              <a:t>	CMMI</a:t>
            </a:r>
            <a:endParaRPr b="1" sz="1800">
              <a:solidFill>
                <a:schemeClr val="lt1"/>
              </a:solidFill>
              <a:latin typeface="Arial Narrow"/>
              <a:ea typeface="Arial Narrow"/>
              <a:cs typeface="Arial Narrow"/>
              <a:sym typeface="Arial Narrow"/>
            </a:endParaRPr>
          </a:p>
        </p:txBody>
      </p:sp>
      <p:grpSp>
        <p:nvGrpSpPr>
          <p:cNvPr id="359" name="Google Shape;359;p21"/>
          <p:cNvGrpSpPr/>
          <p:nvPr/>
        </p:nvGrpSpPr>
        <p:grpSpPr>
          <a:xfrm>
            <a:off x="1219200" y="2726737"/>
            <a:ext cx="5562600" cy="3064463"/>
            <a:chOff x="1219200" y="2726737"/>
            <a:chExt cx="5562600" cy="3064463"/>
          </a:xfrm>
        </p:grpSpPr>
        <p:sp>
          <p:nvSpPr>
            <p:cNvPr id="360" name="Google Shape;360;p21"/>
            <p:cNvSpPr/>
            <p:nvPr/>
          </p:nvSpPr>
          <p:spPr>
            <a:xfrm>
              <a:off x="1219200" y="2726737"/>
              <a:ext cx="5562600" cy="3064463"/>
            </a:xfrm>
            <a:prstGeom prst="rtTriangle">
              <a:avLst/>
            </a:prstGeom>
            <a:solidFill>
              <a:srgbClr val="FF0000">
                <a:alpha val="42745"/>
              </a:srgbClr>
            </a:solidFill>
            <a:ln cap="flat" cmpd="sng" w="25400">
              <a:solidFill>
                <a:srgbClr val="FFFF00"/>
              </a:solidFill>
              <a:prstDash val="solid"/>
              <a:round/>
              <a:headEnd len="sm" w="sm" type="none"/>
              <a:tailEnd len="sm" w="sm" type="none"/>
            </a:ln>
          </p:spPr>
          <p:txBody>
            <a:bodyPr anchorCtr="0" anchor="b" bIns="0" lIns="0" spcFirstLastPara="1" rIns="0" wrap="square" tIns="0">
              <a:noAutofit/>
            </a:bodyPr>
            <a:lstStyle/>
            <a:p>
              <a:pPr indent="0" lvl="0" marL="0" marR="0" rtl="0" algn="r">
                <a:spcBef>
                  <a:spcPts val="0"/>
                </a:spcBef>
                <a:spcAft>
                  <a:spcPts val="0"/>
                </a:spcAft>
                <a:buNone/>
              </a:pPr>
              <a:r>
                <a:t/>
              </a:r>
              <a:endParaRPr b="1" sz="1800">
                <a:solidFill>
                  <a:schemeClr val="lt1"/>
                </a:solidFill>
                <a:latin typeface="Arial Narrow"/>
                <a:ea typeface="Arial Narrow"/>
                <a:cs typeface="Arial Narrow"/>
                <a:sym typeface="Arial Narrow"/>
              </a:endParaRPr>
            </a:p>
          </p:txBody>
        </p:sp>
        <p:sp>
          <p:nvSpPr>
            <p:cNvPr id="361" name="Google Shape;361;p21"/>
            <p:cNvSpPr txBox="1"/>
            <p:nvPr/>
          </p:nvSpPr>
          <p:spPr>
            <a:xfrm>
              <a:off x="1905000" y="4799146"/>
              <a:ext cx="30601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FF00"/>
                  </a:solidFill>
                  <a:latin typeface="Arial Narrow"/>
                  <a:ea typeface="Arial Narrow"/>
                  <a:cs typeface="Arial Narrow"/>
                  <a:sym typeface="Arial Narrow"/>
                </a:rPr>
                <a:t>ITIL V3 2011 AND ISO/IEC 20000</a:t>
              </a:r>
              <a:endParaRPr sz="1800">
                <a:solidFill>
                  <a:srgbClr val="FFFF00"/>
                </a:solidFill>
                <a:latin typeface="Arial"/>
                <a:ea typeface="Arial"/>
                <a:cs typeface="Arial"/>
                <a:sym typeface="Arial"/>
              </a:endParaRPr>
            </a:p>
          </p:txBody>
        </p:sp>
      </p:grpSp>
      <p:sp>
        <p:nvSpPr>
          <p:cNvPr id="362" name="Google Shape;362;p21"/>
          <p:cNvSpPr/>
          <p:nvPr/>
        </p:nvSpPr>
        <p:spPr>
          <a:xfrm>
            <a:off x="6248400" y="2490376"/>
            <a:ext cx="1333500" cy="2996024"/>
          </a:xfrm>
          <a:prstGeom prst="rect">
            <a:avLst/>
          </a:prstGeom>
          <a:solidFill>
            <a:srgbClr val="7F7F7F">
              <a:alpha val="42745"/>
            </a:srgbClr>
          </a:solidFill>
          <a:ln cap="flat" cmpd="sng" w="25400">
            <a:solidFill>
              <a:srgbClr val="0A51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rial Narrow"/>
              <a:ea typeface="Arial Narrow"/>
              <a:cs typeface="Arial Narrow"/>
              <a:sym typeface="Arial Narrow"/>
            </a:endParaRPr>
          </a:p>
          <a:p>
            <a:pPr indent="0" lvl="0" marL="0" marR="0" rtl="0" algn="ctr">
              <a:spcBef>
                <a:spcPts val="0"/>
              </a:spcBef>
              <a:spcAft>
                <a:spcPts val="0"/>
              </a:spcAft>
              <a:buNone/>
            </a:pPr>
            <a:r>
              <a:rPr b="1" lang="en-GB" sz="1800">
                <a:solidFill>
                  <a:schemeClr val="lt1"/>
                </a:solidFill>
                <a:latin typeface="Arial Narrow"/>
                <a:ea typeface="Arial Narrow"/>
                <a:cs typeface="Arial Narrow"/>
                <a:sym typeface="Arial Narrow"/>
              </a:rPr>
              <a:t>ISO/IEC 27000</a:t>
            </a:r>
            <a:endParaRPr b="1" sz="1800">
              <a:solidFill>
                <a:schemeClr val="lt1"/>
              </a:solidFill>
              <a:latin typeface="Arial Narrow"/>
              <a:ea typeface="Arial Narrow"/>
              <a:cs typeface="Arial Narrow"/>
              <a:sym typeface="Arial Narro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9"/>
                                        </p:tgtEl>
                                        <p:attrNameLst>
                                          <p:attrName>style.visibility</p:attrName>
                                        </p:attrNameLst>
                                      </p:cBhvr>
                                      <p:to>
                                        <p:strVal val="visible"/>
                                      </p:to>
                                    </p:set>
                                    <p:anim calcmode="lin" valueType="num">
                                      <p:cBhvr additive="base">
                                        <p:cTn dur="500"/>
                                        <p:tgtEl>
                                          <p:spTgt spid="349"/>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350"/>
                                        </p:tgtEl>
                                        <p:attrNameLst>
                                          <p:attrName>style.visibility</p:attrName>
                                        </p:attrNameLst>
                                      </p:cBhvr>
                                      <p:to>
                                        <p:strVal val="visible"/>
                                      </p:to>
                                    </p:set>
                                    <p:anim calcmode="lin" valueType="num">
                                      <p:cBhvr additive="base">
                                        <p:cTn dur="500"/>
                                        <p:tgtEl>
                                          <p:spTgt spid="350"/>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351"/>
                                        </p:tgtEl>
                                        <p:attrNameLst>
                                          <p:attrName>style.visibility</p:attrName>
                                        </p:attrNameLst>
                                      </p:cBhvr>
                                      <p:to>
                                        <p:strVal val="visible"/>
                                      </p:to>
                                    </p:set>
                                    <p:anim calcmode="lin" valueType="num">
                                      <p:cBhvr additive="base">
                                        <p:cTn dur="500"/>
                                        <p:tgtEl>
                                          <p:spTgt spid="351"/>
                                        </p:tgtEl>
                                        <p:attrNameLst>
                                          <p:attrName>ppt_x</p:attrName>
                                        </p:attrNameLst>
                                      </p:cBhvr>
                                      <p:tavLst>
                                        <p:tav fmla="" tm="0">
                                          <p:val>
                                            <p:strVal val="#ppt_x-1"/>
                                          </p:val>
                                        </p:tav>
                                        <p:tav fmla="" tm="100000">
                                          <p:val>
                                            <p:strVal val="#ppt_x"/>
                                          </p:val>
                                        </p:tav>
                                      </p:tavLst>
                                    </p:anim>
                                  </p:childTnLst>
                                </p:cTn>
                              </p:par>
                            </p:childTnLst>
                          </p:cTn>
                        </p:par>
                        <p:par>
                          <p:cTn fill="hold">
                            <p:stCondLst>
                              <p:cond delay="1500"/>
                            </p:stCondLst>
                            <p:childTnLst>
                              <p:par>
                                <p:cTn fill="hold" nodeType="afterEffect" presetClass="entr" presetID="2" presetSubtype="8">
                                  <p:stCondLst>
                                    <p:cond delay="0"/>
                                  </p:stCondLst>
                                  <p:childTnLst>
                                    <p:set>
                                      <p:cBhvr>
                                        <p:cTn dur="1" fill="hold">
                                          <p:stCondLst>
                                            <p:cond delay="0"/>
                                          </p:stCondLst>
                                        </p:cTn>
                                        <p:tgtEl>
                                          <p:spTgt spid="352"/>
                                        </p:tgtEl>
                                        <p:attrNameLst>
                                          <p:attrName>style.visibility</p:attrName>
                                        </p:attrNameLst>
                                      </p:cBhvr>
                                      <p:to>
                                        <p:strVal val="visible"/>
                                      </p:to>
                                    </p:set>
                                    <p:anim calcmode="lin" valueType="num">
                                      <p:cBhvr additive="base">
                                        <p:cTn dur="500"/>
                                        <p:tgtEl>
                                          <p:spTgt spid="352"/>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2" presetSubtype="4">
                                  <p:stCondLst>
                                    <p:cond delay="0"/>
                                  </p:stCondLst>
                                  <p:childTnLst>
                                    <p:set>
                                      <p:cBhvr>
                                        <p:cTn dur="1" fill="hold">
                                          <p:stCondLst>
                                            <p:cond delay="0"/>
                                          </p:stCondLst>
                                        </p:cTn>
                                        <p:tgtEl>
                                          <p:spTgt spid="353"/>
                                        </p:tgtEl>
                                        <p:attrNameLst>
                                          <p:attrName>style.visibility</p:attrName>
                                        </p:attrNameLst>
                                      </p:cBhvr>
                                      <p:to>
                                        <p:strVal val="visible"/>
                                      </p:to>
                                    </p:set>
                                    <p:anim calcmode="lin" valueType="num">
                                      <p:cBhvr additive="base">
                                        <p:cTn dur="500"/>
                                        <p:tgtEl>
                                          <p:spTgt spid="35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500"/>
                                        <p:tgtEl>
                                          <p:spTgt spid="3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2"/>
          <p:cNvSpPr txBox="1"/>
          <p:nvPr>
            <p:ph type="ctrTitle"/>
          </p:nvPr>
        </p:nvSpPr>
        <p:spPr>
          <a:xfrm>
            <a:off x="609600" y="2895600"/>
            <a:ext cx="8077200" cy="1470025"/>
          </a:xfrm>
          <a:prstGeom prst="rect">
            <a:avLst/>
          </a:prstGeom>
          <a:noFill/>
          <a:ln>
            <a:noFill/>
          </a:ln>
        </p:spPr>
        <p:txBody>
          <a:bodyPr anchorCtr="0" anchor="b" bIns="0" lIns="0" spcFirstLastPara="1" rIns="18275" wrap="square" tIns="0">
            <a:normAutofit fontScale="90000"/>
          </a:bodyPr>
          <a:lstStyle/>
          <a:p>
            <a:pPr indent="0" lvl="0" marL="0" rtl="0" algn="ctr">
              <a:spcBef>
                <a:spcPts val="0"/>
              </a:spcBef>
              <a:spcAft>
                <a:spcPts val="0"/>
              </a:spcAft>
              <a:buClr>
                <a:srgbClr val="C4E2FC"/>
              </a:buClr>
              <a:buSzPct val="100000"/>
              <a:buFont typeface="Calibri"/>
              <a:buNone/>
            </a:pPr>
            <a:r>
              <a:rPr i="1" lang="en-GB">
                <a:solidFill>
                  <a:srgbClr val="C4E2FC"/>
                </a:solidFill>
              </a:rPr>
              <a:t>COBIT 5 Implementation </a:t>
            </a:r>
            <a:br>
              <a:rPr lang="en-GB"/>
            </a:b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3"/>
          <p:cNvSpPr txBox="1"/>
          <p:nvPr>
            <p:ph type="title"/>
          </p:nvPr>
        </p:nvSpPr>
        <p:spPr>
          <a:xfrm>
            <a:off x="685800" y="0"/>
            <a:ext cx="6540499" cy="914400"/>
          </a:xfrm>
          <a:prstGeom prst="rect">
            <a:avLst/>
          </a:prstGeom>
          <a:solidFill>
            <a:schemeClr val="accent3"/>
          </a:solidFill>
          <a:ln cap="flat" cmpd="sng" w="38100">
            <a:solidFill>
              <a:schemeClr val="lt1"/>
            </a:solidFill>
            <a:prstDash val="solid"/>
            <a:round/>
            <a:headEnd len="sm" w="sm" type="none"/>
            <a:tailEnd len="sm" w="sm" type="none"/>
          </a:ln>
          <a:effectLst>
            <a:outerShdw blurRad="57150" rotWithShape="0" algn="ctr" dir="5400000" dist="38100">
              <a:srgbClr val="000000"/>
            </a:outerShdw>
          </a:effectLst>
        </p:spPr>
        <p:txBody>
          <a:bodyPr anchorCtr="0" anchor="b" bIns="0" lIns="0" spcFirstLastPara="1" rIns="0" wrap="square" tIns="45700">
            <a:noAutofit/>
          </a:bodyPr>
          <a:lstStyle/>
          <a:p>
            <a:pPr indent="0" lvl="0" marL="0" rtl="0" algn="l">
              <a:spcBef>
                <a:spcPts val="0"/>
              </a:spcBef>
              <a:spcAft>
                <a:spcPts val="0"/>
              </a:spcAft>
              <a:buNone/>
            </a:pPr>
            <a:r>
              <a:rPr i="1" lang="en-GB">
                <a:solidFill>
                  <a:schemeClr val="lt1"/>
                </a:solidFill>
                <a:latin typeface="Calibri"/>
                <a:ea typeface="Calibri"/>
                <a:cs typeface="Calibri"/>
                <a:sym typeface="Calibri"/>
              </a:rPr>
              <a:t>COBIT 5 Implementation</a:t>
            </a:r>
            <a:endParaRPr sz="1800">
              <a:latin typeface="Calibri"/>
              <a:ea typeface="Calibri"/>
              <a:cs typeface="Calibri"/>
              <a:sym typeface="Calibri"/>
            </a:endParaRPr>
          </a:p>
        </p:txBody>
      </p:sp>
      <p:sp>
        <p:nvSpPr>
          <p:cNvPr id="375" name="Google Shape;375;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6" name="Google Shape;376;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377" name="Google Shape;377;p23"/>
          <p:cNvSpPr txBox="1"/>
          <p:nvPr/>
        </p:nvSpPr>
        <p:spPr>
          <a:xfrm>
            <a:off x="5556156" y="2644802"/>
            <a:ext cx="3511644" cy="332398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000"/>
              <a:buFont typeface="Arial"/>
              <a:buChar char="•"/>
            </a:pPr>
            <a:r>
              <a:rPr lang="en-GB" sz="2000">
                <a:solidFill>
                  <a:schemeClr val="dk1"/>
                </a:solidFill>
                <a:latin typeface="Arial"/>
                <a:ea typeface="Arial"/>
                <a:cs typeface="Arial"/>
                <a:sym typeface="Arial"/>
              </a:rPr>
              <a:t>Programme management</a:t>
            </a:r>
            <a:endParaRPr sz="2000">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lang="en-GB" sz="2000">
                <a:solidFill>
                  <a:schemeClr val="dk1"/>
                </a:solidFill>
                <a:latin typeface="Arial"/>
                <a:ea typeface="Arial"/>
                <a:cs typeface="Arial"/>
                <a:sym typeface="Arial"/>
              </a:rPr>
              <a:t>	(outer ring)</a:t>
            </a:r>
            <a:endParaRPr sz="20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000"/>
              <a:buFont typeface="Arial"/>
              <a:buChar char="•"/>
            </a:pPr>
            <a:r>
              <a:rPr lang="en-GB" sz="2000">
                <a:solidFill>
                  <a:schemeClr val="dk1"/>
                </a:solidFill>
                <a:latin typeface="Arial"/>
                <a:ea typeface="Arial"/>
                <a:cs typeface="Arial"/>
                <a:sym typeface="Arial"/>
              </a:rPr>
              <a:t>Change enablement</a:t>
            </a:r>
            <a:endParaRPr sz="2000">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lang="en-GB" sz="2000">
                <a:solidFill>
                  <a:schemeClr val="dk1"/>
                </a:solidFill>
                <a:latin typeface="Arial"/>
                <a:ea typeface="Arial"/>
                <a:cs typeface="Arial"/>
                <a:sym typeface="Arial"/>
              </a:rPr>
              <a:t>	(middle ring)</a:t>
            </a:r>
            <a:endParaRPr sz="20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000"/>
              <a:buFont typeface="Arial"/>
              <a:buChar char="•"/>
            </a:pPr>
            <a:r>
              <a:rPr lang="en-GB" sz="2000">
                <a:solidFill>
                  <a:schemeClr val="dk1"/>
                </a:solidFill>
                <a:latin typeface="Arial"/>
                <a:ea typeface="Arial"/>
                <a:cs typeface="Arial"/>
                <a:sym typeface="Arial"/>
              </a:rPr>
              <a:t>Continual improvement Life Cycle</a:t>
            </a:r>
            <a:endParaRPr sz="2000">
              <a:solidFill>
                <a:schemeClr val="dk1"/>
              </a:solidFill>
              <a:latin typeface="Arial"/>
              <a:ea typeface="Arial"/>
              <a:cs typeface="Arial"/>
              <a:sym typeface="Arial"/>
            </a:endParaRPr>
          </a:p>
          <a:p>
            <a:pPr indent="0" lvl="1" marL="457200" marR="0" rtl="0" algn="l">
              <a:lnSpc>
                <a:spcPct val="150000"/>
              </a:lnSpc>
              <a:spcBef>
                <a:spcPts val="0"/>
              </a:spcBef>
              <a:spcAft>
                <a:spcPts val="0"/>
              </a:spcAft>
              <a:buNone/>
            </a:pPr>
            <a:r>
              <a:rPr b="0" i="0" lang="en-GB" sz="2000" u="none" cap="none" strike="noStrike">
                <a:solidFill>
                  <a:schemeClr val="dk1"/>
                </a:solidFill>
                <a:latin typeface="Arial"/>
                <a:ea typeface="Arial"/>
                <a:cs typeface="Arial"/>
                <a:sym typeface="Arial"/>
              </a:rPr>
              <a:t>	(inner ring)</a:t>
            </a:r>
            <a:endParaRPr b="0" i="0" sz="2000" u="none" cap="none" strike="noStrike">
              <a:solidFill>
                <a:schemeClr val="dk1"/>
              </a:solidFill>
              <a:latin typeface="Arial"/>
              <a:ea typeface="Arial"/>
              <a:cs typeface="Arial"/>
              <a:sym typeface="Arial"/>
            </a:endParaRPr>
          </a:p>
        </p:txBody>
      </p:sp>
      <p:pic>
        <p:nvPicPr>
          <p:cNvPr id="378" name="Google Shape;378;p23"/>
          <p:cNvPicPr preferRelativeResize="0"/>
          <p:nvPr/>
        </p:nvPicPr>
        <p:blipFill rotWithShape="1">
          <a:blip r:embed="rId3">
            <a:alphaModFix/>
          </a:blip>
          <a:srcRect b="0" l="3068" r="0" t="1552"/>
          <a:stretch/>
        </p:blipFill>
        <p:spPr>
          <a:xfrm>
            <a:off x="-1" y="1027381"/>
            <a:ext cx="5613293" cy="5602019"/>
          </a:xfrm>
          <a:prstGeom prst="rect">
            <a:avLst/>
          </a:prstGeom>
          <a:noFill/>
          <a:ln>
            <a:noFill/>
          </a:ln>
        </p:spPr>
      </p:pic>
      <p:sp>
        <p:nvSpPr>
          <p:cNvPr id="379" name="Google Shape;379;p23"/>
          <p:cNvSpPr txBox="1"/>
          <p:nvPr/>
        </p:nvSpPr>
        <p:spPr>
          <a:xfrm>
            <a:off x="5556155" y="1219200"/>
            <a:ext cx="3479799" cy="1384995"/>
          </a:xfrm>
          <a:prstGeom prst="rect">
            <a:avLst/>
          </a:prstGeom>
          <a:gradFill>
            <a:gsLst>
              <a:gs pos="0">
                <a:srgbClr val="89A6E3"/>
              </a:gs>
              <a:gs pos="43000">
                <a:srgbClr val="B8CAF3"/>
              </a:gs>
              <a:gs pos="93000">
                <a:srgbClr val="E9EEFA"/>
              </a:gs>
              <a:gs pos="100000">
                <a:srgbClr val="F6F8FF"/>
              </a:gs>
            </a:gsLst>
            <a:path path="circle">
              <a:fillToRect b="50%" l="50%" r="50%" t="50%"/>
            </a:path>
            <a:tileRect/>
          </a:gradFill>
          <a:ln cap="flat" cmpd="sng" w="9525">
            <a:solidFill>
              <a:srgbClr val="075192"/>
            </a:solidFill>
            <a:prstDash val="solid"/>
            <a:round/>
            <a:headEnd len="sm" w="sm" type="none"/>
            <a:tailEnd len="sm" w="sm" type="none"/>
          </a:ln>
          <a:effectLst>
            <a:outerShdw blurRad="57150" rotWithShape="0" algn="ctr" dir="5400000" dist="38100">
              <a:srgbClr val="000000"/>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800">
                <a:solidFill>
                  <a:schemeClr val="dk1"/>
                </a:solidFill>
                <a:latin typeface="Calibri"/>
                <a:ea typeface="Calibri"/>
                <a:cs typeface="Calibri"/>
                <a:sym typeface="Calibri"/>
              </a:rPr>
              <a:t>PROFESSIONAL GUIDE</a:t>
            </a:r>
            <a:endParaRPr b="1" sz="2800">
              <a:solidFill>
                <a:schemeClr val="dk1"/>
              </a:solidFill>
              <a:latin typeface="Calibri"/>
              <a:ea typeface="Calibri"/>
              <a:cs typeface="Calibri"/>
              <a:sym typeface="Calibri"/>
            </a:endParaRPr>
          </a:p>
          <a:p>
            <a:pPr indent="0" lvl="0" marL="0" marR="0" rtl="0" algn="ctr">
              <a:spcBef>
                <a:spcPts val="0"/>
              </a:spcBef>
              <a:spcAft>
                <a:spcPts val="0"/>
              </a:spcAft>
              <a:buNone/>
            </a:pPr>
            <a:r>
              <a:rPr b="1" lang="en-GB" sz="2800">
                <a:solidFill>
                  <a:schemeClr val="dk1"/>
                </a:solidFill>
                <a:latin typeface="Calibri"/>
                <a:ea typeface="Calibri"/>
                <a:cs typeface="Calibri"/>
                <a:sym typeface="Calibri"/>
              </a:rPr>
              <a:t>FOR A  LIFE CYCLE</a:t>
            </a:r>
            <a:endParaRPr b="1" sz="2800">
              <a:solidFill>
                <a:schemeClr val="dk1"/>
              </a:solidFill>
              <a:latin typeface="Calibri"/>
              <a:ea typeface="Calibri"/>
              <a:cs typeface="Calibri"/>
              <a:sym typeface="Calibri"/>
            </a:endParaRPr>
          </a:p>
          <a:p>
            <a:pPr indent="0" lvl="0" marL="0" marR="0" rtl="0" algn="ctr">
              <a:spcBef>
                <a:spcPts val="0"/>
              </a:spcBef>
              <a:spcAft>
                <a:spcPts val="0"/>
              </a:spcAft>
              <a:buNone/>
            </a:pPr>
            <a:r>
              <a:rPr b="1" lang="en-GB" sz="2800">
                <a:solidFill>
                  <a:schemeClr val="dk1"/>
                </a:solidFill>
                <a:latin typeface="Calibri"/>
                <a:ea typeface="Calibri"/>
                <a:cs typeface="Calibri"/>
                <a:sym typeface="Calibri"/>
              </a:rPr>
              <a:t>PROGRAMME</a:t>
            </a:r>
            <a:endParaRPr b="1" sz="2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500"/>
                                        <p:tgtEl>
                                          <p:spTgt spid="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2000"/>
                                        <p:tgtEl>
                                          <p:spTgt spid="3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xEl>
                                              <p:pRg end="0" st="0"/>
                                            </p:txEl>
                                          </p:spTgt>
                                        </p:tgtEl>
                                        <p:attrNameLst>
                                          <p:attrName>style.visibility</p:attrName>
                                        </p:attrNameLst>
                                      </p:cBhvr>
                                      <p:to>
                                        <p:strVal val="visible"/>
                                      </p:to>
                                    </p:set>
                                    <p:animEffect filter="fade" transition="in">
                                      <p:cBhvr>
                                        <p:cTn dur="500"/>
                                        <p:tgtEl>
                                          <p:spTgt spid="3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xEl>
                                              <p:pRg end="1" st="1"/>
                                            </p:txEl>
                                          </p:spTgt>
                                        </p:tgtEl>
                                        <p:attrNameLst>
                                          <p:attrName>style.visibility</p:attrName>
                                        </p:attrNameLst>
                                      </p:cBhvr>
                                      <p:to>
                                        <p:strVal val="visible"/>
                                      </p:to>
                                    </p:set>
                                    <p:animEffect filter="fade" transition="in">
                                      <p:cBhvr>
                                        <p:cTn dur="500"/>
                                        <p:tgtEl>
                                          <p:spTgt spid="3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xEl>
                                              <p:pRg end="2" st="2"/>
                                            </p:txEl>
                                          </p:spTgt>
                                        </p:tgtEl>
                                        <p:attrNameLst>
                                          <p:attrName>style.visibility</p:attrName>
                                        </p:attrNameLst>
                                      </p:cBhvr>
                                      <p:to>
                                        <p:strVal val="visible"/>
                                      </p:to>
                                    </p:set>
                                    <p:animEffect filter="fade" transition="in">
                                      <p:cBhvr>
                                        <p:cTn dur="500"/>
                                        <p:tgtEl>
                                          <p:spTgt spid="3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xEl>
                                              <p:pRg end="3" st="3"/>
                                            </p:txEl>
                                          </p:spTgt>
                                        </p:tgtEl>
                                        <p:attrNameLst>
                                          <p:attrName>style.visibility</p:attrName>
                                        </p:attrNameLst>
                                      </p:cBhvr>
                                      <p:to>
                                        <p:strVal val="visible"/>
                                      </p:to>
                                    </p:set>
                                    <p:animEffect filter="fade" transition="in">
                                      <p:cBhvr>
                                        <p:cTn dur="500"/>
                                        <p:tgtEl>
                                          <p:spTgt spid="3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xEl>
                                              <p:pRg end="4" st="4"/>
                                            </p:txEl>
                                          </p:spTgt>
                                        </p:tgtEl>
                                        <p:attrNameLst>
                                          <p:attrName>style.visibility</p:attrName>
                                        </p:attrNameLst>
                                      </p:cBhvr>
                                      <p:to>
                                        <p:strVal val="visible"/>
                                      </p:to>
                                    </p:set>
                                    <p:animEffect filter="fade" transition="in">
                                      <p:cBhvr>
                                        <p:cTn dur="500"/>
                                        <p:tgtEl>
                                          <p:spTgt spid="3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xEl>
                                              <p:pRg end="5" st="5"/>
                                            </p:txEl>
                                          </p:spTgt>
                                        </p:tgtEl>
                                        <p:attrNameLst>
                                          <p:attrName>style.visibility</p:attrName>
                                        </p:attrNameLst>
                                      </p:cBhvr>
                                      <p:to>
                                        <p:strVal val="visible"/>
                                      </p:to>
                                    </p:set>
                                    <p:animEffect filter="fade" transition="in">
                                      <p:cBhvr>
                                        <p:cTn dur="500"/>
                                        <p:tgtEl>
                                          <p:spTgt spid="37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4"/>
          <p:cNvSpPr txBox="1"/>
          <p:nvPr>
            <p:ph type="title"/>
          </p:nvPr>
        </p:nvSpPr>
        <p:spPr>
          <a:xfrm>
            <a:off x="0" y="0"/>
            <a:ext cx="9144000" cy="762000"/>
          </a:xfrm>
          <a:prstGeom prst="rect">
            <a:avLst/>
          </a:prstGeom>
          <a:solidFill>
            <a:schemeClr val="accent2"/>
          </a:solidFill>
          <a:ln cap="flat" cmpd="sng" w="38100">
            <a:solidFill>
              <a:schemeClr val="lt1"/>
            </a:solidFill>
            <a:prstDash val="solid"/>
            <a:round/>
            <a:headEnd len="sm" w="sm" type="none"/>
            <a:tailEnd len="sm" w="sm" type="none"/>
          </a:ln>
          <a:effectLst>
            <a:outerShdw blurRad="57150" rotWithShape="0" algn="ctr" dir="5400000" dist="38100">
              <a:srgbClr val="000000"/>
            </a:outerShdw>
          </a:effectLst>
        </p:spPr>
        <p:txBody>
          <a:bodyPr anchorCtr="0" anchor="b" bIns="0" lIns="0" spcFirstLastPara="1" rIns="0" wrap="square" tIns="45700">
            <a:noAutofit/>
          </a:bodyPr>
          <a:lstStyle/>
          <a:p>
            <a:pPr indent="-1803400" lvl="0" marL="1803400" rtl="0" algn="l">
              <a:spcBef>
                <a:spcPts val="0"/>
              </a:spcBef>
              <a:spcAft>
                <a:spcPts val="0"/>
              </a:spcAft>
              <a:buNone/>
            </a:pPr>
            <a:r>
              <a:rPr lang="en-GB" sz="4000">
                <a:solidFill>
                  <a:schemeClr val="lt1"/>
                </a:solidFill>
                <a:latin typeface="Calibri"/>
                <a:ea typeface="Calibri"/>
                <a:cs typeface="Calibri"/>
                <a:sym typeface="Calibri"/>
              </a:rPr>
              <a:t>1</a:t>
            </a:r>
            <a:r>
              <a:rPr baseline="30000" lang="en-GB" sz="3600">
                <a:solidFill>
                  <a:schemeClr val="lt1"/>
                </a:solidFill>
                <a:latin typeface="Calibri"/>
                <a:ea typeface="Calibri"/>
                <a:cs typeface="Calibri"/>
                <a:sym typeface="Calibri"/>
              </a:rPr>
              <a:t>ST</a:t>
            </a:r>
            <a:r>
              <a:rPr lang="en-GB" sz="4000">
                <a:solidFill>
                  <a:schemeClr val="lt1"/>
                </a:solidFill>
                <a:latin typeface="Calibri"/>
                <a:ea typeface="Calibri"/>
                <a:cs typeface="Calibri"/>
                <a:sym typeface="Calibri"/>
              </a:rPr>
              <a:t> STEP:	 </a:t>
            </a:r>
            <a:r>
              <a:rPr b="1" lang="en-GB" sz="2800">
                <a:solidFill>
                  <a:schemeClr val="lt1"/>
                </a:solidFill>
                <a:latin typeface="Calibri"/>
                <a:ea typeface="Calibri"/>
                <a:cs typeface="Calibri"/>
                <a:sym typeface="Calibri"/>
              </a:rPr>
              <a:t>CREATING THE APPROPRIATE ENVIRONMENT</a:t>
            </a:r>
            <a:endParaRPr b="1" sz="4000">
              <a:latin typeface="Calibri"/>
              <a:ea typeface="Calibri"/>
              <a:cs typeface="Calibri"/>
              <a:sym typeface="Calibri"/>
            </a:endParaRPr>
          </a:p>
        </p:txBody>
      </p:sp>
      <p:sp>
        <p:nvSpPr>
          <p:cNvPr id="386" name="Google Shape;386;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87" name="Google Shape;387;p24"/>
          <p:cNvGraphicFramePr/>
          <p:nvPr/>
        </p:nvGraphicFramePr>
        <p:xfrm>
          <a:off x="-2" y="853364"/>
          <a:ext cx="3000000" cy="3000000"/>
        </p:xfrm>
        <a:graphic>
          <a:graphicData uri="http://schemas.openxmlformats.org/drawingml/2006/table">
            <a:tbl>
              <a:tblPr bandRow="1" firstRow="1">
                <a:noFill/>
                <a:tableStyleId>{9E62E319-40DD-450C-BCEC-479C187AC39A}</a:tableStyleId>
              </a:tblPr>
              <a:tblGrid>
                <a:gridCol w="1676400"/>
                <a:gridCol w="7467600"/>
              </a:tblGrid>
              <a:tr h="558575">
                <a:tc gridSpan="2">
                  <a:txBody>
                    <a:bodyPr/>
                    <a:lstStyle/>
                    <a:p>
                      <a:pPr indent="0" lvl="0" marL="0" marR="0" rtl="0" algn="ctr">
                        <a:spcBef>
                          <a:spcPts val="0"/>
                        </a:spcBef>
                        <a:spcAft>
                          <a:spcPts val="0"/>
                        </a:spcAft>
                        <a:buNone/>
                      </a:pPr>
                      <a:r>
                        <a:rPr lang="en-GB" sz="2800" u="none" cap="none" strike="noStrike">
                          <a:latin typeface="Calibri"/>
                          <a:ea typeface="Calibri"/>
                          <a:cs typeface="Calibri"/>
                          <a:sym typeface="Calibri"/>
                        </a:rPr>
                        <a:t>ROLES</a:t>
                      </a:r>
                      <a:endParaRPr sz="1800" u="none" cap="none" strike="noStrike">
                        <a:latin typeface="Calibri"/>
                        <a:ea typeface="Calibri"/>
                        <a:cs typeface="Calibri"/>
                        <a:sym typeface="Calibri"/>
                      </a:endParaRPr>
                    </a:p>
                  </a:txBody>
                  <a:tcPr marT="45725" marB="45725" marR="91450" marL="91450" anchor="ctr"/>
                </a:tc>
                <a:tc hMerge="1"/>
              </a:tr>
              <a:tr h="1244825">
                <a:tc>
                  <a:txBody>
                    <a:bodyPr/>
                    <a:lstStyle/>
                    <a:p>
                      <a:pPr indent="0" lvl="0" marL="0" marR="0" rtl="0" algn="l">
                        <a:spcBef>
                          <a:spcPts val="0"/>
                        </a:spcBef>
                        <a:spcAft>
                          <a:spcPts val="0"/>
                        </a:spcAft>
                        <a:buNone/>
                      </a:pPr>
                      <a:r>
                        <a:rPr lang="en-GB" sz="1800" u="none" cap="none" strike="noStrike">
                          <a:latin typeface="Calibri"/>
                          <a:ea typeface="Calibri"/>
                          <a:cs typeface="Calibri"/>
                          <a:sym typeface="Calibri"/>
                        </a:rPr>
                        <a:t>BOARD &amp; EXECUTIVES</a:t>
                      </a:r>
                      <a:endParaRPr sz="1800" u="none" cap="none" strike="noStrike">
                        <a:latin typeface="Calibri"/>
                        <a:ea typeface="Calibri"/>
                        <a:cs typeface="Calibri"/>
                        <a:sym typeface="Calibri"/>
                      </a:endParaRPr>
                    </a:p>
                  </a:txBody>
                  <a:tcPr marT="45725" marB="45725" marR="91450" marL="91450" anchor="ctr"/>
                </a:tc>
                <a:tc>
                  <a:txBody>
                    <a:bodyPr/>
                    <a:lstStyle/>
                    <a:p>
                      <a:pPr indent="0" lvl="0" marL="0" marR="0" rtl="0" algn="l">
                        <a:spcBef>
                          <a:spcPts val="0"/>
                        </a:spcBef>
                        <a:spcAft>
                          <a:spcPts val="0"/>
                        </a:spcAft>
                        <a:buNone/>
                      </a:pPr>
                      <a:r>
                        <a:rPr lang="en-GB" sz="1800" u="none" cap="none" strike="noStrike">
                          <a:latin typeface="Calibri"/>
                          <a:ea typeface="Calibri"/>
                          <a:cs typeface="Calibri"/>
                          <a:sym typeface="Calibri"/>
                        </a:rPr>
                        <a:t>Set direction for the programme, ensure alignment with enterprisewide governance and risk management, approve key programme roles and define responsibilities, and </a:t>
                      </a:r>
                      <a:r>
                        <a:rPr b="1" lang="en-GB" sz="1800" u="sng" cap="none" strike="noStrike">
                          <a:latin typeface="Calibri"/>
                          <a:ea typeface="Calibri"/>
                          <a:cs typeface="Calibri"/>
                          <a:sym typeface="Calibri"/>
                        </a:rPr>
                        <a:t>give visible support and commitment</a:t>
                      </a:r>
                      <a:r>
                        <a:rPr lang="en-GB"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p>
                      <a:pPr indent="0" lvl="0" marL="0" marR="0" rtl="0" algn="l">
                        <a:spcBef>
                          <a:spcPts val="0"/>
                        </a:spcBef>
                        <a:spcAft>
                          <a:spcPts val="0"/>
                        </a:spcAft>
                        <a:buNone/>
                      </a:pPr>
                      <a:r>
                        <a:rPr b="1" lang="en-GB" sz="1800" u="sng" cap="none" strike="noStrike">
                          <a:solidFill>
                            <a:srgbClr val="FF0000"/>
                          </a:solidFill>
                          <a:latin typeface="Calibri"/>
                          <a:ea typeface="Calibri"/>
                          <a:cs typeface="Calibri"/>
                          <a:sym typeface="Calibri"/>
                        </a:rPr>
                        <a:t>Sponsor</a:t>
                      </a:r>
                      <a:r>
                        <a:rPr lang="en-GB" sz="1800" u="none" cap="none" strike="noStrike">
                          <a:latin typeface="Calibri"/>
                          <a:ea typeface="Calibri"/>
                          <a:cs typeface="Calibri"/>
                          <a:sym typeface="Calibri"/>
                        </a:rPr>
                        <a:t>, communicate and promote the agreed-on initiative.</a:t>
                      </a:r>
                      <a:endParaRPr sz="1800" u="none" cap="none" strike="noStrike">
                        <a:latin typeface="Calibri"/>
                        <a:ea typeface="Calibri"/>
                        <a:cs typeface="Calibri"/>
                        <a:sym typeface="Calibri"/>
                      </a:endParaRPr>
                    </a:p>
                  </a:txBody>
                  <a:tcPr marT="45725" marB="45725" marR="91450" marL="91450" anchor="ctr"/>
                </a:tc>
              </a:tr>
              <a:tr h="1031050">
                <a:tc>
                  <a:txBody>
                    <a:bodyPr/>
                    <a:lstStyle/>
                    <a:p>
                      <a:pPr indent="0" lvl="0" marL="0" marR="0" rtl="0" algn="l">
                        <a:spcBef>
                          <a:spcPts val="0"/>
                        </a:spcBef>
                        <a:spcAft>
                          <a:spcPts val="0"/>
                        </a:spcAft>
                        <a:buNone/>
                      </a:pPr>
                      <a:r>
                        <a:rPr lang="en-GB" sz="1800" u="none" cap="none" strike="noStrike">
                          <a:latin typeface="Calibri"/>
                          <a:ea typeface="Calibri"/>
                          <a:cs typeface="Calibri"/>
                          <a:sym typeface="Calibri"/>
                        </a:rPr>
                        <a:t>Business management</a:t>
                      </a:r>
                      <a:endParaRPr sz="1800" u="none" cap="none" strike="noStrike">
                        <a:latin typeface="Calibri"/>
                        <a:ea typeface="Calibri"/>
                        <a:cs typeface="Calibri"/>
                        <a:sym typeface="Calibri"/>
                      </a:endParaRPr>
                    </a:p>
                  </a:txBody>
                  <a:tcPr marT="45725" marB="45725" marR="91450" marL="91450" anchor="ctr"/>
                </a:tc>
                <a:tc>
                  <a:txBody>
                    <a:bodyPr/>
                    <a:lstStyle/>
                    <a:p>
                      <a:pPr indent="0" lvl="0" marL="0" marR="0" rtl="0" algn="l">
                        <a:spcBef>
                          <a:spcPts val="0"/>
                        </a:spcBef>
                        <a:spcAft>
                          <a:spcPts val="0"/>
                        </a:spcAft>
                        <a:buNone/>
                      </a:pPr>
                      <a:r>
                        <a:rPr lang="en-GB" sz="1800" u="none" cap="none" strike="noStrike">
                          <a:latin typeface="Calibri"/>
                          <a:ea typeface="Calibri"/>
                          <a:cs typeface="Calibri"/>
                          <a:sym typeface="Calibri"/>
                        </a:rPr>
                        <a:t>Provide appropriate stakeholders and champions to drive commitment and to </a:t>
                      </a:r>
                      <a:r>
                        <a:rPr b="1" lang="en-GB" sz="1800" u="sng" cap="none" strike="noStrike">
                          <a:latin typeface="Calibri"/>
                          <a:ea typeface="Calibri"/>
                          <a:cs typeface="Calibri"/>
                          <a:sym typeface="Calibri"/>
                        </a:rPr>
                        <a:t>support the programme</a:t>
                      </a:r>
                      <a:r>
                        <a:rPr lang="en-GB" sz="1800" u="none" cap="none" strike="noStrike">
                          <a:latin typeface="Calibri"/>
                          <a:ea typeface="Calibri"/>
                          <a:cs typeface="Calibri"/>
                          <a:sym typeface="Calibri"/>
                        </a:rPr>
                        <a:t>. Nominate key programme roles and define and assign responsibilities.</a:t>
                      </a:r>
                      <a:endParaRPr sz="1800" u="none" cap="none" strike="noStrike">
                        <a:latin typeface="Calibri"/>
                        <a:ea typeface="Calibri"/>
                        <a:cs typeface="Calibri"/>
                        <a:sym typeface="Calibri"/>
                      </a:endParaRPr>
                    </a:p>
                  </a:txBody>
                  <a:tcPr marT="45725" marB="45725" marR="91450" marL="91450" anchor="ctr"/>
                </a:tc>
              </a:tr>
              <a:tr h="1244825">
                <a:tc>
                  <a:txBody>
                    <a:bodyPr/>
                    <a:lstStyle/>
                    <a:p>
                      <a:pPr indent="0" lvl="0" marL="0" marR="0" rtl="0" algn="l">
                        <a:spcBef>
                          <a:spcPts val="0"/>
                        </a:spcBef>
                        <a:spcAft>
                          <a:spcPts val="0"/>
                        </a:spcAft>
                        <a:buNone/>
                      </a:pPr>
                      <a:r>
                        <a:rPr lang="en-GB" sz="1800" u="none" cap="none" strike="noStrike">
                          <a:latin typeface="Calibri"/>
                          <a:ea typeface="Calibri"/>
                          <a:cs typeface="Calibri"/>
                          <a:sym typeface="Calibri"/>
                        </a:rPr>
                        <a:t>IT management</a:t>
                      </a:r>
                      <a:endParaRPr sz="1800" u="none" cap="none" strike="noStrike">
                        <a:latin typeface="Calibri"/>
                        <a:ea typeface="Calibri"/>
                        <a:cs typeface="Calibri"/>
                        <a:sym typeface="Calibri"/>
                      </a:endParaRPr>
                    </a:p>
                  </a:txBody>
                  <a:tcPr marT="45725" marB="45725" marR="91450" marL="91450" anchor="ctr"/>
                </a:tc>
                <a:tc>
                  <a:txBody>
                    <a:bodyPr/>
                    <a:lstStyle/>
                    <a:p>
                      <a:pPr indent="0" lvl="0" marL="0" marR="0" rtl="0" algn="l">
                        <a:spcBef>
                          <a:spcPts val="0"/>
                        </a:spcBef>
                        <a:spcAft>
                          <a:spcPts val="0"/>
                        </a:spcAft>
                        <a:buNone/>
                      </a:pPr>
                      <a:r>
                        <a:rPr b="1" lang="en-GB" sz="1800" u="sng" cap="none" strike="noStrike">
                          <a:latin typeface="Calibri"/>
                          <a:ea typeface="Calibri"/>
                          <a:cs typeface="Calibri"/>
                          <a:sym typeface="Calibri"/>
                        </a:rPr>
                        <a:t>Ensure</a:t>
                      </a:r>
                      <a:r>
                        <a:rPr lang="en-GB" sz="1800" u="none" cap="none" strike="noStrike">
                          <a:latin typeface="Calibri"/>
                          <a:ea typeface="Calibri"/>
                          <a:cs typeface="Calibri"/>
                          <a:sym typeface="Calibri"/>
                        </a:rPr>
                        <a:t> that the </a:t>
                      </a:r>
                      <a:r>
                        <a:rPr b="1" lang="en-GB" sz="1800" u="sng" cap="none" strike="noStrike">
                          <a:latin typeface="Calibri"/>
                          <a:ea typeface="Calibri"/>
                          <a:cs typeface="Calibri"/>
                          <a:sym typeface="Calibri"/>
                        </a:rPr>
                        <a:t>business and executives understand </a:t>
                      </a:r>
                      <a:r>
                        <a:rPr lang="en-GB" sz="1800" u="none" cap="none" strike="noStrike">
                          <a:latin typeface="Calibri"/>
                          <a:ea typeface="Calibri"/>
                          <a:cs typeface="Calibri"/>
                          <a:sym typeface="Calibri"/>
                        </a:rPr>
                        <a:t>and appreciate the high-level IT-related issues and objectives.</a:t>
                      </a:r>
                      <a:endParaRPr sz="1800" u="none" cap="none" strike="noStrike">
                        <a:latin typeface="Calibri"/>
                        <a:ea typeface="Calibri"/>
                        <a:cs typeface="Calibri"/>
                        <a:sym typeface="Calibri"/>
                      </a:endParaRPr>
                    </a:p>
                    <a:p>
                      <a:pPr indent="0" lvl="0" marL="0" marR="0" rtl="0" algn="l">
                        <a:spcBef>
                          <a:spcPts val="0"/>
                        </a:spcBef>
                        <a:spcAft>
                          <a:spcPts val="0"/>
                        </a:spcAft>
                        <a:buNone/>
                      </a:pPr>
                      <a:r>
                        <a:rPr lang="en-GB" sz="1800" u="none" cap="none" strike="noStrike">
                          <a:latin typeface="Calibri"/>
                          <a:ea typeface="Calibri"/>
                          <a:cs typeface="Calibri"/>
                          <a:sym typeface="Calibri"/>
                        </a:rPr>
                        <a:t>Nominate key programme roles and define and assign responsibilities. </a:t>
                      </a:r>
                      <a:r>
                        <a:rPr b="1" lang="en-GB" sz="1800" u="sng" cap="none" strike="noStrike">
                          <a:solidFill>
                            <a:srgbClr val="FF0000"/>
                          </a:solidFill>
                          <a:latin typeface="Calibri"/>
                          <a:ea typeface="Calibri"/>
                          <a:cs typeface="Calibri"/>
                          <a:sym typeface="Calibri"/>
                        </a:rPr>
                        <a:t>Nominate a person to drive the programme </a:t>
                      </a:r>
                      <a:r>
                        <a:rPr lang="en-GB" sz="1800" u="none" cap="none" strike="noStrike">
                          <a:latin typeface="Calibri"/>
                          <a:ea typeface="Calibri"/>
                          <a:cs typeface="Calibri"/>
                          <a:sym typeface="Calibri"/>
                        </a:rPr>
                        <a:t>in agreement with the business</a:t>
                      </a:r>
                      <a:endParaRPr sz="1800" u="none" cap="none" strike="noStrike">
                        <a:latin typeface="Calibri"/>
                        <a:ea typeface="Calibri"/>
                        <a:cs typeface="Calibri"/>
                        <a:sym typeface="Calibri"/>
                      </a:endParaRPr>
                    </a:p>
                  </a:txBody>
                  <a:tcPr marT="45725" marB="45725" marR="91450" marL="91450" anchor="ctr"/>
                </a:tc>
              </a:tr>
              <a:tr h="957550">
                <a:tc>
                  <a:txBody>
                    <a:bodyPr/>
                    <a:lstStyle/>
                    <a:p>
                      <a:pPr indent="0" lvl="0" marL="0" marR="0" rtl="0" algn="l">
                        <a:spcBef>
                          <a:spcPts val="0"/>
                        </a:spcBef>
                        <a:spcAft>
                          <a:spcPts val="0"/>
                        </a:spcAft>
                        <a:buNone/>
                      </a:pPr>
                      <a:r>
                        <a:rPr lang="en-GB" sz="1800" u="none" cap="none" strike="noStrike">
                          <a:latin typeface="Calibri"/>
                          <a:ea typeface="Calibri"/>
                          <a:cs typeface="Calibri"/>
                          <a:sym typeface="Calibri"/>
                        </a:rPr>
                        <a:t>Internal audit</a:t>
                      </a:r>
                      <a:endParaRPr sz="1800" u="none" cap="none" strike="noStrike">
                        <a:latin typeface="Calibri"/>
                        <a:ea typeface="Calibri"/>
                        <a:cs typeface="Calibri"/>
                        <a:sym typeface="Calibri"/>
                      </a:endParaRPr>
                    </a:p>
                  </a:txBody>
                  <a:tcPr marT="45725" marB="45725" marR="91450" marL="91450" anchor="ctr"/>
                </a:tc>
                <a:tc>
                  <a:txBody>
                    <a:bodyPr/>
                    <a:lstStyle/>
                    <a:p>
                      <a:pPr indent="0" lvl="0" marL="0" marR="0" rtl="0" algn="l">
                        <a:spcBef>
                          <a:spcPts val="0"/>
                        </a:spcBef>
                        <a:spcAft>
                          <a:spcPts val="0"/>
                        </a:spcAft>
                        <a:buNone/>
                      </a:pPr>
                      <a:r>
                        <a:rPr lang="en-GB" sz="1800" u="none" cap="none" strike="noStrike">
                          <a:latin typeface="Calibri"/>
                          <a:ea typeface="Calibri"/>
                          <a:cs typeface="Calibri"/>
                          <a:sym typeface="Calibri"/>
                        </a:rPr>
                        <a:t>Agree on the role and reporting arrangements for </a:t>
                      </a:r>
                      <a:r>
                        <a:rPr b="1" lang="en-GB" sz="1800" u="sng" cap="none" strike="noStrike">
                          <a:latin typeface="Calibri"/>
                          <a:ea typeface="Calibri"/>
                          <a:cs typeface="Calibri"/>
                          <a:sym typeface="Calibri"/>
                        </a:rPr>
                        <a:t>audit participation</a:t>
                      </a:r>
                      <a:r>
                        <a:rPr lang="en-GB" sz="1800" u="none" cap="none" strike="noStrike">
                          <a:latin typeface="Calibri"/>
                          <a:ea typeface="Calibri"/>
                          <a:cs typeface="Calibri"/>
                          <a:sym typeface="Calibri"/>
                        </a:rPr>
                        <a:t>. Ensure that an adequate level of audit participation is provided through the duration of the programme</a:t>
                      </a:r>
                      <a:endParaRPr sz="1800" u="none" cap="none" strike="noStrike">
                        <a:latin typeface="Calibri"/>
                        <a:ea typeface="Calibri"/>
                        <a:cs typeface="Calibri"/>
                        <a:sym typeface="Calibri"/>
                      </a:endParaRPr>
                    </a:p>
                  </a:txBody>
                  <a:tcPr marT="45725" marB="45725" marR="91450" marL="91450" anchor="ctr"/>
                </a:tc>
              </a:tr>
              <a:tr h="957550">
                <a:tc>
                  <a:txBody>
                    <a:bodyPr/>
                    <a:lstStyle/>
                    <a:p>
                      <a:pPr indent="0" lvl="0" marL="0" marR="0" rtl="0" algn="l">
                        <a:spcBef>
                          <a:spcPts val="0"/>
                        </a:spcBef>
                        <a:spcAft>
                          <a:spcPts val="0"/>
                        </a:spcAft>
                        <a:buNone/>
                      </a:pPr>
                      <a:r>
                        <a:rPr lang="en-GB" sz="1800" u="none" cap="none" strike="noStrike">
                          <a:latin typeface="Calibri"/>
                          <a:ea typeface="Calibri"/>
                          <a:cs typeface="Calibri"/>
                          <a:sym typeface="Calibri"/>
                        </a:rPr>
                        <a:t>Risk, compliance and legal</a:t>
                      </a:r>
                      <a:endParaRPr sz="1800" u="none" cap="none" strike="noStrike">
                        <a:latin typeface="Calibri"/>
                        <a:ea typeface="Calibri"/>
                        <a:cs typeface="Calibri"/>
                        <a:sym typeface="Calibri"/>
                      </a:endParaRPr>
                    </a:p>
                  </a:txBody>
                  <a:tcPr marT="45725" marB="45725" marR="91450" marL="91450" anchor="ctr"/>
                </a:tc>
                <a:tc>
                  <a:txBody>
                    <a:bodyPr/>
                    <a:lstStyle/>
                    <a:p>
                      <a:pPr indent="0" lvl="0" marL="0" marR="0" rtl="0" algn="l">
                        <a:spcBef>
                          <a:spcPts val="0"/>
                        </a:spcBef>
                        <a:spcAft>
                          <a:spcPts val="0"/>
                        </a:spcAft>
                        <a:buNone/>
                      </a:pPr>
                      <a:r>
                        <a:rPr lang="en-GB" sz="1800" u="none" cap="none" strike="noStrike">
                          <a:latin typeface="Calibri"/>
                          <a:ea typeface="Calibri"/>
                          <a:cs typeface="Calibri"/>
                          <a:sym typeface="Calibri"/>
                        </a:rPr>
                        <a:t>Ensure an </a:t>
                      </a:r>
                      <a:r>
                        <a:rPr b="1" lang="en-GB" sz="1800" u="sng" cap="none" strike="noStrike">
                          <a:latin typeface="Calibri"/>
                          <a:ea typeface="Calibri"/>
                          <a:cs typeface="Calibri"/>
                          <a:sym typeface="Calibri"/>
                        </a:rPr>
                        <a:t>adequate level of participation </a:t>
                      </a:r>
                      <a:r>
                        <a:rPr lang="en-GB" sz="1800" u="none" cap="none" strike="noStrike">
                          <a:latin typeface="Calibri"/>
                          <a:ea typeface="Calibri"/>
                          <a:cs typeface="Calibri"/>
                          <a:sym typeface="Calibri"/>
                        </a:rPr>
                        <a:t>through the duration of the programme.</a:t>
                      </a:r>
                      <a:endParaRPr sz="1800" u="none" cap="none" strike="noStrike">
                        <a:latin typeface="Calibri"/>
                        <a:ea typeface="Calibri"/>
                        <a:cs typeface="Calibri"/>
                        <a:sym typeface="Calibri"/>
                      </a:endParaRPr>
                    </a:p>
                  </a:txBody>
                  <a:tcPr marT="45725" marB="45725" marR="91450" marL="91450" anchor="ct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5"/>
          <p:cNvSpPr txBox="1"/>
          <p:nvPr>
            <p:ph type="title"/>
          </p:nvPr>
        </p:nvSpPr>
        <p:spPr>
          <a:xfrm>
            <a:off x="0" y="0"/>
            <a:ext cx="9144000" cy="762000"/>
          </a:xfrm>
          <a:prstGeom prst="rect">
            <a:avLst/>
          </a:prstGeom>
          <a:solidFill>
            <a:schemeClr val="accent2"/>
          </a:solidFill>
          <a:ln cap="flat" cmpd="sng" w="38100">
            <a:solidFill>
              <a:schemeClr val="lt1"/>
            </a:solidFill>
            <a:prstDash val="solid"/>
            <a:round/>
            <a:headEnd len="sm" w="sm" type="none"/>
            <a:tailEnd len="sm" w="sm" type="none"/>
          </a:ln>
          <a:effectLst>
            <a:outerShdw blurRad="57150" rotWithShape="0" algn="ctr" dir="5400000" dist="38100">
              <a:srgbClr val="000000"/>
            </a:outerShdw>
          </a:effectLst>
        </p:spPr>
        <p:txBody>
          <a:bodyPr anchorCtr="0" anchor="b" bIns="0" lIns="0" spcFirstLastPara="1" rIns="0" wrap="square" tIns="45700">
            <a:noAutofit/>
          </a:bodyPr>
          <a:lstStyle/>
          <a:p>
            <a:pPr indent="-1803400" lvl="0" marL="1803400" rtl="0" algn="l">
              <a:spcBef>
                <a:spcPts val="0"/>
              </a:spcBef>
              <a:spcAft>
                <a:spcPts val="0"/>
              </a:spcAft>
              <a:buNone/>
            </a:pPr>
            <a:r>
              <a:rPr lang="en-GB" sz="4000">
                <a:solidFill>
                  <a:schemeClr val="lt1"/>
                </a:solidFill>
                <a:latin typeface="Calibri"/>
                <a:ea typeface="Calibri"/>
                <a:cs typeface="Calibri"/>
                <a:sym typeface="Calibri"/>
              </a:rPr>
              <a:t>1</a:t>
            </a:r>
            <a:r>
              <a:rPr baseline="30000" lang="en-GB" sz="3600">
                <a:solidFill>
                  <a:schemeClr val="lt1"/>
                </a:solidFill>
                <a:latin typeface="Calibri"/>
                <a:ea typeface="Calibri"/>
                <a:cs typeface="Calibri"/>
                <a:sym typeface="Calibri"/>
              </a:rPr>
              <a:t>ST</a:t>
            </a:r>
            <a:r>
              <a:rPr lang="en-GB" sz="4000">
                <a:solidFill>
                  <a:schemeClr val="lt1"/>
                </a:solidFill>
                <a:latin typeface="Calibri"/>
                <a:ea typeface="Calibri"/>
                <a:cs typeface="Calibri"/>
                <a:sym typeface="Calibri"/>
              </a:rPr>
              <a:t> STEP:	 </a:t>
            </a:r>
            <a:r>
              <a:rPr b="1" lang="en-GB" sz="2800">
                <a:solidFill>
                  <a:schemeClr val="lt1"/>
                </a:solidFill>
                <a:latin typeface="Calibri"/>
                <a:ea typeface="Calibri"/>
                <a:cs typeface="Calibri"/>
                <a:sym typeface="Calibri"/>
              </a:rPr>
              <a:t>CREATING THE APPROPRIATE ENVIRONMENT</a:t>
            </a:r>
            <a:endParaRPr b="1" sz="4000">
              <a:latin typeface="Calibri"/>
              <a:ea typeface="Calibri"/>
              <a:cs typeface="Calibri"/>
              <a:sym typeface="Calibri"/>
            </a:endParaRPr>
          </a:p>
        </p:txBody>
      </p:sp>
      <p:sp>
        <p:nvSpPr>
          <p:cNvPr id="394" name="Google Shape;394;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95" name="Google Shape;395;p25"/>
          <p:cNvGraphicFramePr/>
          <p:nvPr/>
        </p:nvGraphicFramePr>
        <p:xfrm>
          <a:off x="85725" y="1023938"/>
          <a:ext cx="8972550" cy="4810125"/>
        </p:xfrm>
        <a:graphic>
          <a:graphicData uri="http://schemas.openxmlformats.org/presentationml/2006/ole">
            <mc:AlternateContent>
              <mc:Choice Requires="v">
                <p:oleObj r:id="rId4" imgH="4810125" imgW="8972550" progId="Excel.Sheet.12" spid="_x0000_s1">
                  <p:embed/>
                </p:oleObj>
              </mc:Choice>
              <mc:Fallback>
                <p:oleObj r:id="rId5" imgH="4810125" imgW="8972550" progId="Excel.Sheet.12">
                  <p:embed/>
                  <p:pic>
                    <p:nvPicPr>
                      <p:cNvPr id="395" name="Google Shape;395;p25"/>
                      <p:cNvPicPr preferRelativeResize="0"/>
                      <p:nvPr/>
                    </p:nvPicPr>
                    <p:blipFill rotWithShape="1">
                      <a:blip r:embed="rId6">
                        <a:alphaModFix/>
                      </a:blip>
                      <a:srcRect b="0" l="0" r="0" t="0"/>
                      <a:stretch/>
                    </p:blipFill>
                    <p:spPr>
                      <a:xfrm>
                        <a:off x="85725" y="1023938"/>
                        <a:ext cx="8972550" cy="4810125"/>
                      </a:xfrm>
                      <a:prstGeom prst="rect">
                        <a:avLst/>
                      </a:prstGeom>
                      <a:noFill/>
                      <a:ln>
                        <a:noFill/>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6"/>
          <p:cNvSpPr txBox="1"/>
          <p:nvPr>
            <p:ph type="ctrTitle"/>
          </p:nvPr>
        </p:nvSpPr>
        <p:spPr>
          <a:xfrm>
            <a:off x="609600" y="1752600"/>
            <a:ext cx="8077200" cy="1470025"/>
          </a:xfrm>
          <a:prstGeom prst="rect">
            <a:avLst/>
          </a:prstGeom>
          <a:noFill/>
          <a:ln>
            <a:noFill/>
          </a:ln>
        </p:spPr>
        <p:txBody>
          <a:bodyPr anchorCtr="0" anchor="b" bIns="0" lIns="0" spcFirstLastPara="1" rIns="18275" wrap="square" tIns="0">
            <a:normAutofit fontScale="90000"/>
          </a:bodyPr>
          <a:lstStyle/>
          <a:p>
            <a:pPr indent="0" lvl="0" marL="0" rtl="0" algn="ctr">
              <a:spcBef>
                <a:spcPts val="0"/>
              </a:spcBef>
              <a:spcAft>
                <a:spcPts val="0"/>
              </a:spcAft>
              <a:buClr>
                <a:srgbClr val="C4E2FC"/>
              </a:buClr>
              <a:buSzPct val="100000"/>
              <a:buFont typeface="Calibri"/>
              <a:buNone/>
            </a:pPr>
            <a:r>
              <a:rPr i="1" lang="en-GB">
                <a:solidFill>
                  <a:srgbClr val="C4E2FC"/>
                </a:solidFill>
              </a:rPr>
              <a:t>WAY-AHEAD PROPOSAL</a:t>
            </a:r>
            <a:br>
              <a:rPr lang="en-GB"/>
            </a:b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7"/>
          <p:cNvSpPr txBox="1"/>
          <p:nvPr>
            <p:ph type="title"/>
          </p:nvPr>
        </p:nvSpPr>
        <p:spPr>
          <a:xfrm>
            <a:off x="381000" y="228600"/>
            <a:ext cx="8229600" cy="1600200"/>
          </a:xfrm>
          <a:prstGeom prst="rect">
            <a:avLst/>
          </a:prstGeom>
          <a:solidFill>
            <a:schemeClr val="accent4"/>
          </a:solidFill>
          <a:ln cap="flat" cmpd="sng" w="38100">
            <a:solidFill>
              <a:schemeClr val="lt1"/>
            </a:solidFill>
            <a:prstDash val="solid"/>
            <a:round/>
            <a:headEnd len="sm" w="sm" type="none"/>
            <a:tailEnd len="sm" w="sm" type="none"/>
          </a:ln>
          <a:effectLst>
            <a:outerShdw blurRad="57150" rotWithShape="0" algn="ctr" dir="5400000" dist="38100">
              <a:srgbClr val="000000"/>
            </a:outerShdw>
          </a:effectLst>
        </p:spPr>
        <p:txBody>
          <a:bodyPr anchorCtr="0" anchor="b" bIns="0" lIns="0" spcFirstLastPara="1" rIns="0" wrap="square" tIns="45700">
            <a:noAutofit/>
          </a:bodyPr>
          <a:lstStyle/>
          <a:p>
            <a:pPr indent="0" lvl="0" marL="0" rtl="0" algn="ctr">
              <a:spcBef>
                <a:spcPts val="0"/>
              </a:spcBef>
              <a:spcAft>
                <a:spcPts val="0"/>
              </a:spcAft>
              <a:buNone/>
            </a:pPr>
            <a:r>
              <a:rPr lang="en-GB">
                <a:solidFill>
                  <a:schemeClr val="lt1"/>
                </a:solidFill>
                <a:latin typeface="Arial"/>
                <a:ea typeface="Arial"/>
                <a:cs typeface="Arial"/>
                <a:sym typeface="Arial"/>
              </a:rPr>
              <a:t>COBIT5 IMPLEMENTATION</a:t>
            </a:r>
            <a:br>
              <a:rPr lang="en-GB">
                <a:solidFill>
                  <a:schemeClr val="lt1"/>
                </a:solidFill>
                <a:latin typeface="Arial"/>
                <a:ea typeface="Arial"/>
                <a:cs typeface="Arial"/>
                <a:sym typeface="Arial"/>
              </a:rPr>
            </a:br>
            <a:r>
              <a:rPr lang="en-GB">
                <a:solidFill>
                  <a:schemeClr val="lt1"/>
                </a:solidFill>
                <a:latin typeface="Arial"/>
                <a:ea typeface="Arial"/>
                <a:cs typeface="Arial"/>
                <a:sym typeface="Arial"/>
              </a:rPr>
              <a:t>STEP-AHEAD</a:t>
            </a:r>
            <a:endParaRPr>
              <a:latin typeface="Arial"/>
              <a:ea typeface="Arial"/>
              <a:cs typeface="Arial"/>
              <a:sym typeface="Arial"/>
            </a:endParaRPr>
          </a:p>
        </p:txBody>
      </p:sp>
      <p:sp>
        <p:nvSpPr>
          <p:cNvPr id="408" name="Google Shape;408;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409" name="Google Shape;409;p27"/>
          <p:cNvSpPr/>
          <p:nvPr/>
        </p:nvSpPr>
        <p:spPr>
          <a:xfrm flipH="1" rot="10800000">
            <a:off x="2438400" y="2015629"/>
            <a:ext cx="6583686" cy="4463152"/>
          </a:xfrm>
          <a:custGeom>
            <a:rect b="b" l="l" r="r" t="t"/>
            <a:pathLst>
              <a:path extrusionOk="0" h="3741618" w="6583686">
                <a:moveTo>
                  <a:pt x="3602682" y="3741618"/>
                </a:moveTo>
                <a:cubicBezTo>
                  <a:pt x="4212282" y="3665418"/>
                  <a:pt x="4768443" y="3551613"/>
                  <a:pt x="4651570" y="3488377"/>
                </a:cubicBezTo>
                <a:cubicBezTo>
                  <a:pt x="4534697" y="3425141"/>
                  <a:pt x="2811836" y="3421628"/>
                  <a:pt x="2901445" y="3362202"/>
                </a:cubicBezTo>
                <a:cubicBezTo>
                  <a:pt x="2991054" y="3302776"/>
                  <a:pt x="5299419" y="3219747"/>
                  <a:pt x="5189226" y="3131820"/>
                </a:cubicBezTo>
                <a:cubicBezTo>
                  <a:pt x="5079033" y="3043893"/>
                  <a:pt x="2190756" y="2933700"/>
                  <a:pt x="2240286" y="2834640"/>
                </a:cubicBezTo>
                <a:cubicBezTo>
                  <a:pt x="2289816" y="2735580"/>
                  <a:pt x="5585466" y="2651760"/>
                  <a:pt x="5486406" y="2537460"/>
                </a:cubicBezTo>
                <a:cubicBezTo>
                  <a:pt x="5387346" y="2423160"/>
                  <a:pt x="1558296" y="2251710"/>
                  <a:pt x="1645926" y="2148840"/>
                </a:cubicBezTo>
                <a:cubicBezTo>
                  <a:pt x="1733556" y="2045970"/>
                  <a:pt x="6179826" y="2076450"/>
                  <a:pt x="6012186" y="1920240"/>
                </a:cubicBezTo>
                <a:cubicBezTo>
                  <a:pt x="5844546" y="1764030"/>
                  <a:pt x="552456" y="1413510"/>
                  <a:pt x="640086" y="1211580"/>
                </a:cubicBezTo>
                <a:cubicBezTo>
                  <a:pt x="727716" y="1009650"/>
                  <a:pt x="6644646" y="864870"/>
                  <a:pt x="6537966" y="708660"/>
                </a:cubicBezTo>
                <a:cubicBezTo>
                  <a:pt x="6431286" y="552450"/>
                  <a:pt x="-7614" y="392430"/>
                  <a:pt x="6" y="274320"/>
                </a:cubicBezTo>
                <a:cubicBezTo>
                  <a:pt x="7626" y="156210"/>
                  <a:pt x="3295656" y="78105"/>
                  <a:pt x="6583686" y="0"/>
                </a:cubicBezTo>
              </a:path>
            </a:pathLst>
          </a:custGeom>
          <a:noFill/>
          <a:ln cap="flat" cmpd="sng" w="38100">
            <a:solidFill>
              <a:schemeClr val="accent1"/>
            </a:solidFill>
            <a:prstDash val="solid"/>
            <a:round/>
            <a:headEnd len="sm" w="sm" type="none"/>
            <a:tailEnd len="sm" w="sm" type="none"/>
          </a:ln>
          <a:effectLst>
            <a:outerShdw blurRad="57150" rotWithShape="0" algn="ctr" dir="5400000" dist="38100">
              <a:srgbClr val="032543">
                <a:alpha val="4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10" name="Google Shape;410;p27"/>
          <p:cNvSpPr txBox="1"/>
          <p:nvPr/>
        </p:nvSpPr>
        <p:spPr>
          <a:xfrm>
            <a:off x="76200" y="2015629"/>
            <a:ext cx="4869282" cy="20313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GB" sz="2400" u="sng">
                <a:solidFill>
                  <a:schemeClr val="accent1"/>
                </a:solidFill>
                <a:latin typeface="Arial"/>
                <a:ea typeface="Arial"/>
                <a:cs typeface="Arial"/>
                <a:sym typeface="Arial"/>
              </a:rPr>
              <a:t>SPIRAL APPROACH </a:t>
            </a:r>
            <a:r>
              <a:rPr lang="en-GB" sz="2000">
                <a:solidFill>
                  <a:schemeClr val="accent1"/>
                </a:solidFill>
                <a:latin typeface="Arial"/>
                <a:ea typeface="Arial"/>
                <a:cs typeface="Arial"/>
                <a:sym typeface="Arial"/>
              </a:rPr>
              <a:t>TO ENLARGE </a:t>
            </a:r>
            <a:endParaRPr sz="2000">
              <a:solidFill>
                <a:schemeClr val="accent1"/>
              </a:solidFill>
              <a:latin typeface="Arial"/>
              <a:ea typeface="Arial"/>
              <a:cs typeface="Arial"/>
              <a:sym typeface="Arial"/>
            </a:endParaRPr>
          </a:p>
          <a:p>
            <a:pPr indent="-342900" lvl="0" marL="342900" marR="0" rtl="0" algn="l">
              <a:lnSpc>
                <a:spcPct val="150000"/>
              </a:lnSpc>
              <a:spcBef>
                <a:spcPts val="0"/>
              </a:spcBef>
              <a:spcAft>
                <a:spcPts val="0"/>
              </a:spcAft>
              <a:buClr>
                <a:schemeClr val="accent1"/>
              </a:buClr>
              <a:buSzPts val="2000"/>
              <a:buFont typeface="Arial"/>
              <a:buChar char="•"/>
            </a:pPr>
            <a:r>
              <a:rPr lang="en-GB" sz="2000">
                <a:solidFill>
                  <a:schemeClr val="accent1"/>
                </a:solidFill>
                <a:latin typeface="Arial"/>
                <a:ea typeface="Arial"/>
                <a:cs typeface="Arial"/>
                <a:sym typeface="Arial"/>
              </a:rPr>
              <a:t>SCOPE</a:t>
            </a:r>
            <a:endParaRPr sz="2000">
              <a:solidFill>
                <a:schemeClr val="accent1"/>
              </a:solidFill>
              <a:latin typeface="Arial"/>
              <a:ea typeface="Arial"/>
              <a:cs typeface="Arial"/>
              <a:sym typeface="Arial"/>
            </a:endParaRPr>
          </a:p>
          <a:p>
            <a:pPr indent="-342900" lvl="0" marL="342900" marR="0" rtl="0" algn="l">
              <a:lnSpc>
                <a:spcPct val="150000"/>
              </a:lnSpc>
              <a:spcBef>
                <a:spcPts val="0"/>
              </a:spcBef>
              <a:spcAft>
                <a:spcPts val="0"/>
              </a:spcAft>
              <a:buClr>
                <a:schemeClr val="accent1"/>
              </a:buClr>
              <a:buSzPts val="2000"/>
              <a:buFont typeface="Arial"/>
              <a:buChar char="•"/>
            </a:pPr>
            <a:r>
              <a:rPr lang="en-GB" sz="2000">
                <a:solidFill>
                  <a:schemeClr val="accent1"/>
                </a:solidFill>
                <a:latin typeface="Arial"/>
                <a:ea typeface="Arial"/>
                <a:cs typeface="Arial"/>
                <a:sym typeface="Arial"/>
              </a:rPr>
              <a:t>COVERAGE</a:t>
            </a:r>
            <a:endParaRPr sz="2000">
              <a:solidFill>
                <a:schemeClr val="accent1"/>
              </a:solidFill>
              <a:latin typeface="Arial"/>
              <a:ea typeface="Arial"/>
              <a:cs typeface="Arial"/>
              <a:sym typeface="Arial"/>
            </a:endParaRPr>
          </a:p>
          <a:p>
            <a:pPr indent="-342900" lvl="0" marL="342900" marR="0" rtl="0" algn="l">
              <a:lnSpc>
                <a:spcPct val="150000"/>
              </a:lnSpc>
              <a:spcBef>
                <a:spcPts val="0"/>
              </a:spcBef>
              <a:spcAft>
                <a:spcPts val="0"/>
              </a:spcAft>
              <a:buClr>
                <a:schemeClr val="accent1"/>
              </a:buClr>
              <a:buSzPts val="2000"/>
              <a:buFont typeface="Arial"/>
              <a:buChar char="•"/>
            </a:pPr>
            <a:r>
              <a:rPr lang="en-GB" sz="2000">
                <a:solidFill>
                  <a:schemeClr val="accent1"/>
                </a:solidFill>
                <a:latin typeface="Arial"/>
                <a:ea typeface="Arial"/>
                <a:cs typeface="Arial"/>
                <a:sym typeface="Arial"/>
              </a:rPr>
              <a:t>TOOLS ADOPTIONS</a:t>
            </a:r>
            <a:endParaRPr sz="2000">
              <a:solidFill>
                <a:schemeClr val="accen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xEl>
                                              <p:pRg end="0" st="0"/>
                                            </p:txEl>
                                          </p:spTgt>
                                        </p:tgtEl>
                                        <p:attrNameLst>
                                          <p:attrName>style.visibility</p:attrName>
                                        </p:attrNameLst>
                                      </p:cBhvr>
                                      <p:to>
                                        <p:strVal val="visible"/>
                                      </p:to>
                                    </p:set>
                                    <p:animEffect filter="fade" transition="in">
                                      <p:cBhvr>
                                        <p:cTn dur="500"/>
                                        <p:tgtEl>
                                          <p:spTgt spid="4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xEl>
                                              <p:pRg end="1" st="1"/>
                                            </p:txEl>
                                          </p:spTgt>
                                        </p:tgtEl>
                                        <p:attrNameLst>
                                          <p:attrName>style.visibility</p:attrName>
                                        </p:attrNameLst>
                                      </p:cBhvr>
                                      <p:to>
                                        <p:strVal val="visible"/>
                                      </p:to>
                                    </p:set>
                                    <p:animEffect filter="fade" transition="in">
                                      <p:cBhvr>
                                        <p:cTn dur="500"/>
                                        <p:tgtEl>
                                          <p:spTgt spid="4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xEl>
                                              <p:pRg end="2" st="2"/>
                                            </p:txEl>
                                          </p:spTgt>
                                        </p:tgtEl>
                                        <p:attrNameLst>
                                          <p:attrName>style.visibility</p:attrName>
                                        </p:attrNameLst>
                                      </p:cBhvr>
                                      <p:to>
                                        <p:strVal val="visible"/>
                                      </p:to>
                                    </p:set>
                                    <p:animEffect filter="fade" transition="in">
                                      <p:cBhvr>
                                        <p:cTn dur="500"/>
                                        <p:tgtEl>
                                          <p:spTgt spid="4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xEl>
                                              <p:pRg end="3" st="3"/>
                                            </p:txEl>
                                          </p:spTgt>
                                        </p:tgtEl>
                                        <p:attrNameLst>
                                          <p:attrName>style.visibility</p:attrName>
                                        </p:attrNameLst>
                                      </p:cBhvr>
                                      <p:to>
                                        <p:strVal val="visible"/>
                                      </p:to>
                                    </p:set>
                                    <p:animEffect filter="fade" transition="in">
                                      <p:cBhvr>
                                        <p:cTn dur="500"/>
                                        <p:tgtEl>
                                          <p:spTgt spid="4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2000"/>
                                        <p:tgtEl>
                                          <p:spTgt spid="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8"/>
          <p:cNvSpPr txBox="1"/>
          <p:nvPr>
            <p:ph type="title"/>
          </p:nvPr>
        </p:nvSpPr>
        <p:spPr>
          <a:xfrm>
            <a:off x="228600" y="152400"/>
            <a:ext cx="5029200" cy="838200"/>
          </a:xfrm>
          <a:prstGeom prst="rect">
            <a:avLst/>
          </a:prstGeom>
          <a:solidFill>
            <a:schemeClr val="accent4"/>
          </a:solidFill>
          <a:ln cap="flat" cmpd="sng" w="38100">
            <a:solidFill>
              <a:schemeClr val="lt1"/>
            </a:solidFill>
            <a:prstDash val="solid"/>
            <a:round/>
            <a:headEnd len="sm" w="sm" type="none"/>
            <a:tailEnd len="sm" w="sm" type="none"/>
          </a:ln>
          <a:effectLst>
            <a:outerShdw blurRad="57150" rotWithShape="0" algn="ctr" dir="5400000" dist="38100">
              <a:srgbClr val="000000"/>
            </a:outerShdw>
          </a:effectLst>
        </p:spPr>
        <p:txBody>
          <a:bodyPr anchorCtr="0" anchor="b" bIns="0" lIns="0" spcFirstLastPara="1" rIns="0" wrap="square" tIns="45700">
            <a:noAutofit/>
          </a:bodyPr>
          <a:lstStyle/>
          <a:p>
            <a:pPr indent="0" lvl="0" marL="0" rtl="0" algn="ctr">
              <a:spcBef>
                <a:spcPts val="0"/>
              </a:spcBef>
              <a:spcAft>
                <a:spcPts val="0"/>
              </a:spcAft>
              <a:buNone/>
            </a:pPr>
            <a:r>
              <a:rPr b="1" lang="en-GB" sz="2400">
                <a:solidFill>
                  <a:schemeClr val="lt1"/>
                </a:solidFill>
                <a:latin typeface="Arial"/>
                <a:ea typeface="Arial"/>
                <a:cs typeface="Arial"/>
                <a:sym typeface="Arial"/>
              </a:rPr>
              <a:t>COBIT5 IMPLEMENTATION</a:t>
            </a:r>
            <a:br>
              <a:rPr b="1" lang="en-GB" sz="2400">
                <a:solidFill>
                  <a:schemeClr val="lt1"/>
                </a:solidFill>
                <a:latin typeface="Arial"/>
                <a:ea typeface="Arial"/>
                <a:cs typeface="Arial"/>
                <a:sym typeface="Arial"/>
              </a:rPr>
            </a:br>
            <a:r>
              <a:rPr b="1" lang="en-GB" sz="2400">
                <a:solidFill>
                  <a:schemeClr val="lt1"/>
                </a:solidFill>
                <a:latin typeface="Arial"/>
                <a:ea typeface="Arial"/>
                <a:cs typeface="Arial"/>
                <a:sym typeface="Arial"/>
              </a:rPr>
              <a:t>STEP-AHEAD</a:t>
            </a:r>
            <a:endParaRPr b="1" sz="2400">
              <a:latin typeface="Arial"/>
              <a:ea typeface="Arial"/>
              <a:cs typeface="Arial"/>
              <a:sym typeface="Arial"/>
            </a:endParaRPr>
          </a:p>
        </p:txBody>
      </p:sp>
      <p:sp>
        <p:nvSpPr>
          <p:cNvPr id="417" name="Google Shape;417;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418" name="Google Shape;418;p28"/>
          <p:cNvSpPr/>
          <p:nvPr/>
        </p:nvSpPr>
        <p:spPr>
          <a:xfrm flipH="1" rot="10800000">
            <a:off x="152400" y="1219198"/>
            <a:ext cx="8991600" cy="5321573"/>
          </a:xfrm>
          <a:custGeom>
            <a:rect b="b" l="l" r="r" t="t"/>
            <a:pathLst>
              <a:path extrusionOk="0" h="3785719" w="6583687">
                <a:moveTo>
                  <a:pt x="3231286" y="3785719"/>
                </a:moveTo>
                <a:cubicBezTo>
                  <a:pt x="3840886" y="3709519"/>
                  <a:pt x="4387376" y="3672892"/>
                  <a:pt x="4256962" y="3620682"/>
                </a:cubicBezTo>
                <a:cubicBezTo>
                  <a:pt x="4126549" y="3568472"/>
                  <a:pt x="2353393" y="3546584"/>
                  <a:pt x="2448805" y="3472457"/>
                </a:cubicBezTo>
                <a:cubicBezTo>
                  <a:pt x="2544217" y="3398330"/>
                  <a:pt x="4910613" y="3280386"/>
                  <a:pt x="4829435" y="3175921"/>
                </a:cubicBezTo>
                <a:cubicBezTo>
                  <a:pt x="4748257" y="3071456"/>
                  <a:pt x="1890930" y="2952076"/>
                  <a:pt x="1961738" y="2845666"/>
                </a:cubicBezTo>
                <a:cubicBezTo>
                  <a:pt x="2032546" y="2739256"/>
                  <a:pt x="5355278" y="2649922"/>
                  <a:pt x="5254284" y="2537460"/>
                </a:cubicBezTo>
                <a:cubicBezTo>
                  <a:pt x="5153290" y="2424998"/>
                  <a:pt x="1268142" y="2270086"/>
                  <a:pt x="1355772" y="2170891"/>
                </a:cubicBezTo>
                <a:cubicBezTo>
                  <a:pt x="1443402" y="2071696"/>
                  <a:pt x="5899345" y="2102175"/>
                  <a:pt x="5780064" y="1942290"/>
                </a:cubicBezTo>
                <a:cubicBezTo>
                  <a:pt x="5660783" y="1782405"/>
                  <a:pt x="581473" y="1374921"/>
                  <a:pt x="640087" y="1211580"/>
                </a:cubicBezTo>
                <a:cubicBezTo>
                  <a:pt x="698701" y="1048239"/>
                  <a:pt x="6238431" y="1118453"/>
                  <a:pt x="6131751" y="962243"/>
                </a:cubicBezTo>
                <a:cubicBezTo>
                  <a:pt x="6025071" y="806033"/>
                  <a:pt x="-7613" y="392430"/>
                  <a:pt x="7" y="274320"/>
                </a:cubicBezTo>
                <a:cubicBezTo>
                  <a:pt x="7627" y="156210"/>
                  <a:pt x="3295657" y="78105"/>
                  <a:pt x="6583687" y="0"/>
                </a:cubicBezTo>
              </a:path>
            </a:pathLst>
          </a:custGeom>
          <a:noFill/>
          <a:ln cap="flat" cmpd="sng" w="38100">
            <a:solidFill>
              <a:schemeClr val="accent1"/>
            </a:solidFill>
            <a:prstDash val="solid"/>
            <a:round/>
            <a:headEnd len="sm" w="sm" type="none"/>
            <a:tailEnd len="sm" w="sm" type="none"/>
          </a:ln>
          <a:effectLst>
            <a:outerShdw blurRad="57150" rotWithShape="0" algn="ctr" dir="5400000" dist="38100">
              <a:srgbClr val="032543">
                <a:alpha val="4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19" name="Google Shape;419;p28"/>
          <p:cNvSpPr txBox="1"/>
          <p:nvPr/>
        </p:nvSpPr>
        <p:spPr>
          <a:xfrm>
            <a:off x="6402092" y="292957"/>
            <a:ext cx="2209800" cy="584775"/>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SCOPE</a:t>
            </a:r>
            <a:endParaRPr b="1" sz="3200">
              <a:solidFill>
                <a:schemeClr val="lt1"/>
              </a:solidFill>
              <a:latin typeface="Arial"/>
              <a:ea typeface="Arial"/>
              <a:cs typeface="Arial"/>
              <a:sym typeface="Arial"/>
            </a:endParaRPr>
          </a:p>
        </p:txBody>
      </p:sp>
      <p:sp>
        <p:nvSpPr>
          <p:cNvPr id="420" name="Google Shape;420;p28"/>
          <p:cNvSpPr txBox="1"/>
          <p:nvPr/>
        </p:nvSpPr>
        <p:spPr>
          <a:xfrm>
            <a:off x="838200" y="5638800"/>
            <a:ext cx="7391400" cy="584775"/>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Continual Improvement Life Cycle</a:t>
            </a:r>
            <a:endParaRPr b="1" sz="3200">
              <a:solidFill>
                <a:schemeClr val="lt1"/>
              </a:solidFill>
              <a:latin typeface="Arial"/>
              <a:ea typeface="Arial"/>
              <a:cs typeface="Arial"/>
              <a:sym typeface="Arial"/>
            </a:endParaRPr>
          </a:p>
        </p:txBody>
      </p:sp>
      <p:sp>
        <p:nvSpPr>
          <p:cNvPr id="421" name="Google Shape;421;p28"/>
          <p:cNvSpPr txBox="1"/>
          <p:nvPr/>
        </p:nvSpPr>
        <p:spPr>
          <a:xfrm>
            <a:off x="2960210" y="2866850"/>
            <a:ext cx="3735092" cy="584775"/>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Program Plan</a:t>
            </a:r>
            <a:endParaRPr b="1" sz="3200">
              <a:solidFill>
                <a:schemeClr val="lt1"/>
              </a:solidFill>
              <a:latin typeface="Arial"/>
              <a:ea typeface="Arial"/>
              <a:cs typeface="Arial"/>
              <a:sym typeface="Arial"/>
            </a:endParaRPr>
          </a:p>
        </p:txBody>
      </p:sp>
      <p:sp>
        <p:nvSpPr>
          <p:cNvPr id="422" name="Google Shape;422;p28"/>
          <p:cNvSpPr txBox="1"/>
          <p:nvPr/>
        </p:nvSpPr>
        <p:spPr>
          <a:xfrm>
            <a:off x="3810000" y="1308260"/>
            <a:ext cx="2286000" cy="954107"/>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800">
                <a:solidFill>
                  <a:schemeClr val="lt1"/>
                </a:solidFill>
                <a:latin typeface="Arial"/>
                <a:ea typeface="Arial"/>
                <a:cs typeface="Arial"/>
                <a:sym typeface="Arial"/>
              </a:rPr>
              <a:t>CIO</a:t>
            </a:r>
            <a:endParaRPr b="1" sz="2800">
              <a:solidFill>
                <a:schemeClr val="lt1"/>
              </a:solidFill>
              <a:latin typeface="Arial"/>
              <a:ea typeface="Arial"/>
              <a:cs typeface="Arial"/>
              <a:sym typeface="Arial"/>
            </a:endParaRPr>
          </a:p>
          <a:p>
            <a:pPr indent="0" lvl="0" marL="0" marR="0" rtl="0" algn="ctr">
              <a:spcBef>
                <a:spcPts val="0"/>
              </a:spcBef>
              <a:spcAft>
                <a:spcPts val="0"/>
              </a:spcAft>
              <a:buNone/>
            </a:pPr>
            <a:r>
              <a:rPr b="1" lang="en-GB" sz="2800">
                <a:solidFill>
                  <a:schemeClr val="lt1"/>
                </a:solidFill>
                <a:latin typeface="Arial"/>
                <a:ea typeface="Arial"/>
                <a:cs typeface="Arial"/>
                <a:sym typeface="Arial"/>
              </a:rPr>
              <a:t>endorse</a:t>
            </a:r>
            <a:endParaRPr b="1" sz="2800">
              <a:solidFill>
                <a:schemeClr val="lt1"/>
              </a:solidFill>
              <a:latin typeface="Arial"/>
              <a:ea typeface="Arial"/>
              <a:cs typeface="Arial"/>
              <a:sym typeface="Arial"/>
            </a:endParaRPr>
          </a:p>
        </p:txBody>
      </p:sp>
      <p:sp>
        <p:nvSpPr>
          <p:cNvPr id="423" name="Google Shape;423;p28"/>
          <p:cNvSpPr txBox="1"/>
          <p:nvPr/>
        </p:nvSpPr>
        <p:spPr>
          <a:xfrm>
            <a:off x="2027406" y="4213286"/>
            <a:ext cx="5600700" cy="584775"/>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Change Enablement</a:t>
            </a:r>
            <a:endParaRPr b="1" sz="32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500"/>
                                        <p:tgtEl>
                                          <p:spTgt spid="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500"/>
                                        <p:tgtEl>
                                          <p:spTgt spid="4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500"/>
                                        <p:tgtEl>
                                          <p:spTgt spid="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9"/>
          <p:cNvSpPr txBox="1"/>
          <p:nvPr>
            <p:ph type="title"/>
          </p:nvPr>
        </p:nvSpPr>
        <p:spPr>
          <a:xfrm>
            <a:off x="228600" y="152400"/>
            <a:ext cx="5029200" cy="838200"/>
          </a:xfrm>
          <a:prstGeom prst="rect">
            <a:avLst/>
          </a:prstGeom>
          <a:solidFill>
            <a:schemeClr val="accent4"/>
          </a:solidFill>
          <a:ln cap="flat" cmpd="sng" w="38100">
            <a:solidFill>
              <a:schemeClr val="lt1"/>
            </a:solidFill>
            <a:prstDash val="solid"/>
            <a:round/>
            <a:headEnd len="sm" w="sm" type="none"/>
            <a:tailEnd len="sm" w="sm" type="none"/>
          </a:ln>
          <a:effectLst>
            <a:outerShdw blurRad="57150" rotWithShape="0" algn="ctr" dir="5400000" dist="38100">
              <a:srgbClr val="000000"/>
            </a:outerShdw>
          </a:effectLst>
        </p:spPr>
        <p:txBody>
          <a:bodyPr anchorCtr="0" anchor="b" bIns="0" lIns="0" spcFirstLastPara="1" rIns="0" wrap="square" tIns="45700">
            <a:noAutofit/>
          </a:bodyPr>
          <a:lstStyle/>
          <a:p>
            <a:pPr indent="0" lvl="0" marL="0" rtl="0" algn="ctr">
              <a:spcBef>
                <a:spcPts val="0"/>
              </a:spcBef>
              <a:spcAft>
                <a:spcPts val="0"/>
              </a:spcAft>
              <a:buNone/>
            </a:pPr>
            <a:r>
              <a:rPr b="1" lang="en-GB" sz="2400">
                <a:solidFill>
                  <a:schemeClr val="lt1"/>
                </a:solidFill>
                <a:latin typeface="Arial"/>
                <a:ea typeface="Arial"/>
                <a:cs typeface="Arial"/>
                <a:sym typeface="Arial"/>
              </a:rPr>
              <a:t>COBIT5 IMPLEMENTATION</a:t>
            </a:r>
            <a:br>
              <a:rPr b="1" lang="en-GB" sz="2400">
                <a:solidFill>
                  <a:schemeClr val="lt1"/>
                </a:solidFill>
                <a:latin typeface="Arial"/>
                <a:ea typeface="Arial"/>
                <a:cs typeface="Arial"/>
                <a:sym typeface="Arial"/>
              </a:rPr>
            </a:br>
            <a:r>
              <a:rPr b="1" lang="en-GB" sz="2400">
                <a:solidFill>
                  <a:schemeClr val="lt1"/>
                </a:solidFill>
                <a:latin typeface="Arial"/>
                <a:ea typeface="Arial"/>
                <a:cs typeface="Arial"/>
                <a:sym typeface="Arial"/>
              </a:rPr>
              <a:t>STEP-AHEAD</a:t>
            </a:r>
            <a:endParaRPr b="1" sz="2400">
              <a:latin typeface="Arial"/>
              <a:ea typeface="Arial"/>
              <a:cs typeface="Arial"/>
              <a:sym typeface="Arial"/>
            </a:endParaRPr>
          </a:p>
        </p:txBody>
      </p:sp>
      <p:sp>
        <p:nvSpPr>
          <p:cNvPr id="430" name="Google Shape;430;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431" name="Google Shape;431;p29"/>
          <p:cNvSpPr/>
          <p:nvPr/>
        </p:nvSpPr>
        <p:spPr>
          <a:xfrm flipH="1" rot="10800000">
            <a:off x="152400" y="1219198"/>
            <a:ext cx="8991600" cy="5321573"/>
          </a:xfrm>
          <a:custGeom>
            <a:rect b="b" l="l" r="r" t="t"/>
            <a:pathLst>
              <a:path extrusionOk="0" h="3785719" w="6583687">
                <a:moveTo>
                  <a:pt x="3231286" y="3785719"/>
                </a:moveTo>
                <a:cubicBezTo>
                  <a:pt x="3840886" y="3709519"/>
                  <a:pt x="4387376" y="3672892"/>
                  <a:pt x="4256962" y="3620682"/>
                </a:cubicBezTo>
                <a:cubicBezTo>
                  <a:pt x="4126549" y="3568472"/>
                  <a:pt x="2353393" y="3546584"/>
                  <a:pt x="2448805" y="3472457"/>
                </a:cubicBezTo>
                <a:cubicBezTo>
                  <a:pt x="2544217" y="3398330"/>
                  <a:pt x="4910613" y="3280386"/>
                  <a:pt x="4829435" y="3175921"/>
                </a:cubicBezTo>
                <a:cubicBezTo>
                  <a:pt x="4748257" y="3071456"/>
                  <a:pt x="1890930" y="2952076"/>
                  <a:pt x="1961738" y="2845666"/>
                </a:cubicBezTo>
                <a:cubicBezTo>
                  <a:pt x="2032546" y="2739256"/>
                  <a:pt x="5355278" y="2649922"/>
                  <a:pt x="5254284" y="2537460"/>
                </a:cubicBezTo>
                <a:cubicBezTo>
                  <a:pt x="5153290" y="2424998"/>
                  <a:pt x="1268142" y="2270086"/>
                  <a:pt x="1355772" y="2170891"/>
                </a:cubicBezTo>
                <a:cubicBezTo>
                  <a:pt x="1443402" y="2071696"/>
                  <a:pt x="5899345" y="2102175"/>
                  <a:pt x="5780064" y="1942290"/>
                </a:cubicBezTo>
                <a:cubicBezTo>
                  <a:pt x="5660783" y="1782405"/>
                  <a:pt x="581473" y="1374921"/>
                  <a:pt x="640087" y="1211580"/>
                </a:cubicBezTo>
                <a:cubicBezTo>
                  <a:pt x="698701" y="1048239"/>
                  <a:pt x="6238431" y="1118453"/>
                  <a:pt x="6131751" y="962243"/>
                </a:cubicBezTo>
                <a:cubicBezTo>
                  <a:pt x="6025071" y="806033"/>
                  <a:pt x="-7613" y="392430"/>
                  <a:pt x="7" y="274320"/>
                </a:cubicBezTo>
                <a:cubicBezTo>
                  <a:pt x="7627" y="156210"/>
                  <a:pt x="3295657" y="78105"/>
                  <a:pt x="6583687" y="0"/>
                </a:cubicBezTo>
              </a:path>
            </a:pathLst>
          </a:custGeom>
          <a:noFill/>
          <a:ln cap="flat" cmpd="sng" w="38100">
            <a:solidFill>
              <a:schemeClr val="accent1"/>
            </a:solidFill>
            <a:prstDash val="solid"/>
            <a:round/>
            <a:headEnd len="sm" w="sm" type="none"/>
            <a:tailEnd len="sm" w="sm" type="none"/>
          </a:ln>
          <a:effectLst>
            <a:outerShdw blurRad="57150" rotWithShape="0" algn="ctr" dir="5400000" dist="38100">
              <a:srgbClr val="032543">
                <a:alpha val="4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32" name="Google Shape;432;p29"/>
          <p:cNvSpPr txBox="1"/>
          <p:nvPr/>
        </p:nvSpPr>
        <p:spPr>
          <a:xfrm>
            <a:off x="6402092" y="292957"/>
            <a:ext cx="2513308" cy="584775"/>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COVERAGE</a:t>
            </a:r>
            <a:endParaRPr b="1" sz="3200">
              <a:solidFill>
                <a:schemeClr val="lt1"/>
              </a:solidFill>
              <a:latin typeface="Arial"/>
              <a:ea typeface="Arial"/>
              <a:cs typeface="Arial"/>
              <a:sym typeface="Arial"/>
            </a:endParaRPr>
          </a:p>
        </p:txBody>
      </p:sp>
      <p:sp>
        <p:nvSpPr>
          <p:cNvPr id="433" name="Google Shape;433;p29"/>
          <p:cNvSpPr txBox="1"/>
          <p:nvPr/>
        </p:nvSpPr>
        <p:spPr>
          <a:xfrm>
            <a:off x="838200" y="5638800"/>
            <a:ext cx="7391400" cy="584775"/>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Teams (matrix procedures)</a:t>
            </a:r>
            <a:endParaRPr b="1" sz="3200">
              <a:solidFill>
                <a:schemeClr val="lt1"/>
              </a:solidFill>
              <a:latin typeface="Arial"/>
              <a:ea typeface="Arial"/>
              <a:cs typeface="Arial"/>
              <a:sym typeface="Arial"/>
            </a:endParaRPr>
          </a:p>
        </p:txBody>
      </p:sp>
      <p:sp>
        <p:nvSpPr>
          <p:cNvPr id="434" name="Google Shape;434;p29"/>
          <p:cNvSpPr txBox="1"/>
          <p:nvPr/>
        </p:nvSpPr>
        <p:spPr>
          <a:xfrm>
            <a:off x="3200400" y="2952427"/>
            <a:ext cx="3735092" cy="584775"/>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Groups</a:t>
            </a:r>
            <a:endParaRPr b="1" sz="3200">
              <a:solidFill>
                <a:schemeClr val="lt1"/>
              </a:solidFill>
              <a:latin typeface="Arial"/>
              <a:ea typeface="Arial"/>
              <a:cs typeface="Arial"/>
              <a:sym typeface="Arial"/>
            </a:endParaRPr>
          </a:p>
        </p:txBody>
      </p:sp>
      <p:sp>
        <p:nvSpPr>
          <p:cNvPr id="435" name="Google Shape;435;p29"/>
          <p:cNvSpPr txBox="1"/>
          <p:nvPr/>
        </p:nvSpPr>
        <p:spPr>
          <a:xfrm>
            <a:off x="3962400" y="1337010"/>
            <a:ext cx="1905000" cy="1077218"/>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Main Boards</a:t>
            </a:r>
            <a:endParaRPr b="1" sz="3200">
              <a:solidFill>
                <a:schemeClr val="lt1"/>
              </a:solidFill>
              <a:latin typeface="Arial"/>
              <a:ea typeface="Arial"/>
              <a:cs typeface="Arial"/>
              <a:sym typeface="Arial"/>
            </a:endParaRPr>
          </a:p>
        </p:txBody>
      </p:sp>
      <p:sp>
        <p:nvSpPr>
          <p:cNvPr id="436" name="Google Shape;436;p29"/>
          <p:cNvSpPr txBox="1"/>
          <p:nvPr/>
        </p:nvSpPr>
        <p:spPr>
          <a:xfrm>
            <a:off x="2019300" y="4241369"/>
            <a:ext cx="5600700" cy="584775"/>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Teams (single procedures)</a:t>
            </a:r>
            <a:endParaRPr b="1" sz="32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500"/>
                                        <p:tgtEl>
                                          <p:spTgt spid="4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5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0"/>
          <p:cNvSpPr txBox="1"/>
          <p:nvPr>
            <p:ph type="title"/>
          </p:nvPr>
        </p:nvSpPr>
        <p:spPr>
          <a:xfrm>
            <a:off x="228600" y="152400"/>
            <a:ext cx="5029200" cy="838200"/>
          </a:xfrm>
          <a:prstGeom prst="rect">
            <a:avLst/>
          </a:prstGeom>
          <a:solidFill>
            <a:schemeClr val="accent4"/>
          </a:solidFill>
          <a:ln cap="flat" cmpd="sng" w="38100">
            <a:solidFill>
              <a:schemeClr val="lt1"/>
            </a:solidFill>
            <a:prstDash val="solid"/>
            <a:round/>
            <a:headEnd len="sm" w="sm" type="none"/>
            <a:tailEnd len="sm" w="sm" type="none"/>
          </a:ln>
          <a:effectLst>
            <a:outerShdw blurRad="57150" rotWithShape="0" algn="ctr" dir="5400000" dist="38100">
              <a:srgbClr val="000000"/>
            </a:outerShdw>
          </a:effectLst>
        </p:spPr>
        <p:txBody>
          <a:bodyPr anchorCtr="0" anchor="b" bIns="0" lIns="0" spcFirstLastPara="1" rIns="0" wrap="square" tIns="45700">
            <a:noAutofit/>
          </a:bodyPr>
          <a:lstStyle/>
          <a:p>
            <a:pPr indent="0" lvl="0" marL="0" rtl="0" algn="ctr">
              <a:spcBef>
                <a:spcPts val="0"/>
              </a:spcBef>
              <a:spcAft>
                <a:spcPts val="0"/>
              </a:spcAft>
              <a:buNone/>
            </a:pPr>
            <a:r>
              <a:rPr b="1" lang="en-GB" sz="2400">
                <a:solidFill>
                  <a:schemeClr val="lt1"/>
                </a:solidFill>
                <a:latin typeface="Arial"/>
                <a:ea typeface="Arial"/>
                <a:cs typeface="Arial"/>
                <a:sym typeface="Arial"/>
              </a:rPr>
              <a:t>COBIT5 IMPLEMENTATION</a:t>
            </a:r>
            <a:br>
              <a:rPr b="1" lang="en-GB" sz="2400">
                <a:solidFill>
                  <a:schemeClr val="lt1"/>
                </a:solidFill>
                <a:latin typeface="Arial"/>
                <a:ea typeface="Arial"/>
                <a:cs typeface="Arial"/>
                <a:sym typeface="Arial"/>
              </a:rPr>
            </a:br>
            <a:r>
              <a:rPr b="1" lang="en-GB" sz="2400">
                <a:solidFill>
                  <a:schemeClr val="lt1"/>
                </a:solidFill>
                <a:latin typeface="Arial"/>
                <a:ea typeface="Arial"/>
                <a:cs typeface="Arial"/>
                <a:sym typeface="Arial"/>
              </a:rPr>
              <a:t>STEP-AHEAD</a:t>
            </a:r>
            <a:endParaRPr b="1" sz="2400">
              <a:latin typeface="Arial"/>
              <a:ea typeface="Arial"/>
              <a:cs typeface="Arial"/>
              <a:sym typeface="Arial"/>
            </a:endParaRPr>
          </a:p>
        </p:txBody>
      </p:sp>
      <p:sp>
        <p:nvSpPr>
          <p:cNvPr id="443" name="Google Shape;443;p3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444" name="Google Shape;444;p30"/>
          <p:cNvSpPr/>
          <p:nvPr/>
        </p:nvSpPr>
        <p:spPr>
          <a:xfrm flipH="1" rot="10800000">
            <a:off x="152400" y="1219198"/>
            <a:ext cx="8991600" cy="5321573"/>
          </a:xfrm>
          <a:custGeom>
            <a:rect b="b" l="l" r="r" t="t"/>
            <a:pathLst>
              <a:path extrusionOk="0" h="3785719" w="6583687">
                <a:moveTo>
                  <a:pt x="3231286" y="3785719"/>
                </a:moveTo>
                <a:cubicBezTo>
                  <a:pt x="3840886" y="3709519"/>
                  <a:pt x="4387376" y="3672892"/>
                  <a:pt x="4256962" y="3620682"/>
                </a:cubicBezTo>
                <a:cubicBezTo>
                  <a:pt x="4126549" y="3568472"/>
                  <a:pt x="2353393" y="3546584"/>
                  <a:pt x="2448805" y="3472457"/>
                </a:cubicBezTo>
                <a:cubicBezTo>
                  <a:pt x="2544217" y="3398330"/>
                  <a:pt x="4910613" y="3280386"/>
                  <a:pt x="4829435" y="3175921"/>
                </a:cubicBezTo>
                <a:cubicBezTo>
                  <a:pt x="4748257" y="3071456"/>
                  <a:pt x="1890930" y="2952076"/>
                  <a:pt x="1961738" y="2845666"/>
                </a:cubicBezTo>
                <a:cubicBezTo>
                  <a:pt x="2032546" y="2739256"/>
                  <a:pt x="5355278" y="2649922"/>
                  <a:pt x="5254284" y="2537460"/>
                </a:cubicBezTo>
                <a:cubicBezTo>
                  <a:pt x="5153290" y="2424998"/>
                  <a:pt x="1268142" y="2270086"/>
                  <a:pt x="1355772" y="2170891"/>
                </a:cubicBezTo>
                <a:cubicBezTo>
                  <a:pt x="1443402" y="2071696"/>
                  <a:pt x="5899345" y="2102175"/>
                  <a:pt x="5780064" y="1942290"/>
                </a:cubicBezTo>
                <a:cubicBezTo>
                  <a:pt x="5660783" y="1782405"/>
                  <a:pt x="581473" y="1374921"/>
                  <a:pt x="640087" y="1211580"/>
                </a:cubicBezTo>
                <a:cubicBezTo>
                  <a:pt x="698701" y="1048239"/>
                  <a:pt x="6238431" y="1118453"/>
                  <a:pt x="6131751" y="962243"/>
                </a:cubicBezTo>
                <a:cubicBezTo>
                  <a:pt x="6025071" y="806033"/>
                  <a:pt x="-7613" y="392430"/>
                  <a:pt x="7" y="274320"/>
                </a:cubicBezTo>
                <a:cubicBezTo>
                  <a:pt x="7627" y="156210"/>
                  <a:pt x="3295657" y="78105"/>
                  <a:pt x="6583687" y="0"/>
                </a:cubicBezTo>
              </a:path>
            </a:pathLst>
          </a:custGeom>
          <a:noFill/>
          <a:ln cap="flat" cmpd="sng" w="38100">
            <a:solidFill>
              <a:schemeClr val="accent1"/>
            </a:solidFill>
            <a:prstDash val="solid"/>
            <a:round/>
            <a:headEnd len="sm" w="sm" type="none"/>
            <a:tailEnd len="sm" w="sm" type="none"/>
          </a:ln>
          <a:effectLst>
            <a:outerShdw blurRad="57150" rotWithShape="0" algn="ctr" dir="5400000" dist="38100">
              <a:srgbClr val="032543">
                <a:alpha val="4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45" name="Google Shape;445;p30"/>
          <p:cNvSpPr txBox="1"/>
          <p:nvPr/>
        </p:nvSpPr>
        <p:spPr>
          <a:xfrm>
            <a:off x="6402092" y="292957"/>
            <a:ext cx="2513308" cy="584775"/>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TOOLS</a:t>
            </a:r>
            <a:endParaRPr b="1" sz="3200">
              <a:solidFill>
                <a:schemeClr val="lt1"/>
              </a:solidFill>
              <a:latin typeface="Arial"/>
              <a:ea typeface="Arial"/>
              <a:cs typeface="Arial"/>
              <a:sym typeface="Arial"/>
            </a:endParaRPr>
          </a:p>
        </p:txBody>
      </p:sp>
      <p:sp>
        <p:nvSpPr>
          <p:cNvPr id="446" name="Google Shape;446;p30"/>
          <p:cNvSpPr txBox="1"/>
          <p:nvPr/>
        </p:nvSpPr>
        <p:spPr>
          <a:xfrm>
            <a:off x="838200" y="5638800"/>
            <a:ext cx="7391400" cy="584775"/>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Enterprise Projects</a:t>
            </a:r>
            <a:endParaRPr b="1" sz="3200">
              <a:solidFill>
                <a:schemeClr val="lt1"/>
              </a:solidFill>
              <a:latin typeface="Arial"/>
              <a:ea typeface="Arial"/>
              <a:cs typeface="Arial"/>
              <a:sym typeface="Arial"/>
            </a:endParaRPr>
          </a:p>
        </p:txBody>
      </p:sp>
      <p:sp>
        <p:nvSpPr>
          <p:cNvPr id="447" name="Google Shape;447;p30"/>
          <p:cNvSpPr txBox="1"/>
          <p:nvPr/>
        </p:nvSpPr>
        <p:spPr>
          <a:xfrm>
            <a:off x="2819400" y="2952427"/>
            <a:ext cx="4419600" cy="1077218"/>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Test-bed or </a:t>
            </a:r>
            <a:endParaRPr b="1" sz="3200">
              <a:solidFill>
                <a:schemeClr val="lt1"/>
              </a:solidFill>
              <a:latin typeface="Arial"/>
              <a:ea typeface="Arial"/>
              <a:cs typeface="Arial"/>
              <a:sym typeface="Arial"/>
            </a:endParaRPr>
          </a:p>
          <a:p>
            <a:pPr indent="0" lvl="0" marL="0" marR="0" rtl="0" algn="ctr">
              <a:spcBef>
                <a:spcPts val="0"/>
              </a:spcBef>
              <a:spcAft>
                <a:spcPts val="0"/>
              </a:spcAft>
              <a:buNone/>
            </a:pPr>
            <a:r>
              <a:rPr b="1" lang="en-GB" sz="3200">
                <a:solidFill>
                  <a:schemeClr val="lt1"/>
                </a:solidFill>
                <a:latin typeface="Arial"/>
                <a:ea typeface="Arial"/>
                <a:cs typeface="Arial"/>
                <a:sym typeface="Arial"/>
              </a:rPr>
              <a:t>Proof-of-concept</a:t>
            </a:r>
            <a:endParaRPr b="1" sz="3200">
              <a:solidFill>
                <a:schemeClr val="lt1"/>
              </a:solidFill>
              <a:latin typeface="Arial"/>
              <a:ea typeface="Arial"/>
              <a:cs typeface="Arial"/>
              <a:sym typeface="Arial"/>
            </a:endParaRPr>
          </a:p>
        </p:txBody>
      </p:sp>
      <p:sp>
        <p:nvSpPr>
          <p:cNvPr id="448" name="Google Shape;448;p30"/>
          <p:cNvSpPr txBox="1"/>
          <p:nvPr/>
        </p:nvSpPr>
        <p:spPr>
          <a:xfrm>
            <a:off x="3695700" y="1337010"/>
            <a:ext cx="1905000" cy="1077218"/>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Pilot Project</a:t>
            </a:r>
            <a:endParaRPr b="1" sz="3200">
              <a:solidFill>
                <a:schemeClr val="lt1"/>
              </a:solidFill>
              <a:latin typeface="Arial"/>
              <a:ea typeface="Arial"/>
              <a:cs typeface="Arial"/>
              <a:sym typeface="Arial"/>
            </a:endParaRPr>
          </a:p>
        </p:txBody>
      </p:sp>
      <p:sp>
        <p:nvSpPr>
          <p:cNvPr id="449" name="Google Shape;449;p30"/>
          <p:cNvSpPr txBox="1"/>
          <p:nvPr/>
        </p:nvSpPr>
        <p:spPr>
          <a:xfrm>
            <a:off x="1992178" y="4528589"/>
            <a:ext cx="5600700" cy="584775"/>
          </a:xfrm>
          <a:prstGeom prst="rect">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3200">
                <a:solidFill>
                  <a:schemeClr val="lt1"/>
                </a:solidFill>
                <a:latin typeface="Arial"/>
                <a:ea typeface="Arial"/>
                <a:cs typeface="Arial"/>
                <a:sym typeface="Arial"/>
              </a:rPr>
              <a:t>PMO aggregation</a:t>
            </a:r>
            <a:endParaRPr b="1" sz="32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500"/>
                                        <p:tgtEl>
                                          <p:spTgt spid="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500"/>
                                        <p:tgtEl>
                                          <p:spTgt spid="4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1"/>
          <p:cNvSpPr txBox="1"/>
          <p:nvPr>
            <p:ph type="ctrTitle"/>
          </p:nvPr>
        </p:nvSpPr>
        <p:spPr>
          <a:xfrm>
            <a:off x="685800" y="2666999"/>
            <a:ext cx="7772400" cy="1470025"/>
          </a:xfrm>
          <a:prstGeom prst="rect">
            <a:avLst/>
          </a:prstGeom>
          <a:noFill/>
          <a:ln>
            <a:noFill/>
          </a:ln>
        </p:spPr>
        <p:txBody>
          <a:bodyPr anchorCtr="0" anchor="b" bIns="0" lIns="0" spcFirstLastPara="1" rIns="18275" wrap="square" tIns="0">
            <a:normAutofit fontScale="90000"/>
          </a:bodyPr>
          <a:lstStyle/>
          <a:p>
            <a:pPr indent="0" lvl="0" marL="0" marR="0" rtl="0" algn="ctr">
              <a:lnSpc>
                <a:spcPct val="100000"/>
              </a:lnSpc>
              <a:spcBef>
                <a:spcPts val="0"/>
              </a:spcBef>
              <a:spcAft>
                <a:spcPts val="0"/>
              </a:spcAft>
              <a:buClr>
                <a:srgbClr val="C4E2FC"/>
              </a:buClr>
              <a:buSzPct val="100000"/>
              <a:buFont typeface="Calibri"/>
              <a:buNone/>
            </a:pPr>
            <a:r>
              <a:rPr b="1" i="1" lang="en-GB" sz="5600" u="none" cap="none" strike="noStrike">
                <a:solidFill>
                  <a:srgbClr val="C4E2FC"/>
                </a:solidFill>
                <a:latin typeface="Calibri"/>
                <a:ea typeface="Calibri"/>
                <a:cs typeface="Calibri"/>
                <a:sym typeface="Calibri"/>
              </a:rPr>
              <a:t>COBIT 5 for Information Security</a:t>
            </a:r>
            <a:br>
              <a:rPr b="1" i="0" lang="en-GB" sz="5600" u="none" cap="none" strike="noStrike">
                <a:solidFill>
                  <a:srgbClr val="C4E2FC"/>
                </a:solidFill>
                <a:latin typeface="Calibri"/>
                <a:ea typeface="Calibri"/>
                <a:cs typeface="Calibri"/>
                <a:sym typeface="Calibri"/>
              </a:rPr>
            </a:br>
            <a:r>
              <a:rPr b="1" i="0" lang="en-GB" sz="5600" u="none" cap="none" strike="noStrike">
                <a:solidFill>
                  <a:srgbClr val="C4E2FC"/>
                </a:solidFill>
                <a:latin typeface="Calibri"/>
                <a:ea typeface="Calibri"/>
                <a:cs typeface="Calibri"/>
                <a:sym typeface="Calibri"/>
              </a:rPr>
              <a:t>Introduction </a:t>
            </a:r>
            <a:br>
              <a:rPr b="1" i="0" lang="en-GB" sz="5600" u="none" cap="none" strike="noStrike">
                <a:solidFill>
                  <a:srgbClr val="4CE0EA"/>
                </a:solidFill>
                <a:latin typeface="Calibri"/>
                <a:ea typeface="Calibri"/>
                <a:cs typeface="Calibri"/>
                <a:sym typeface="Calibri"/>
              </a:rPr>
            </a:br>
            <a:endParaRPr b="1" i="0" sz="5600" u="none" cap="none" strike="noStrike">
              <a:solidFill>
                <a:srgbClr val="4CE0EA"/>
              </a:solidFill>
              <a:latin typeface="Calibri"/>
              <a:ea typeface="Calibri"/>
              <a:cs typeface="Calibri"/>
              <a:sym typeface="Calibri"/>
            </a:endParaRPr>
          </a:p>
        </p:txBody>
      </p:sp>
      <p:sp>
        <p:nvSpPr>
          <p:cNvPr id="456" name="Google Shape;456;p31"/>
          <p:cNvSpPr/>
          <p:nvPr/>
        </p:nvSpPr>
        <p:spPr>
          <a:xfrm>
            <a:off x="1905000" y="4114800"/>
            <a:ext cx="5105400" cy="10144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chemeClr val="lt2"/>
                </a:solidFill>
                <a:latin typeface="Times New Roman"/>
                <a:ea typeface="Times New Roman"/>
                <a:cs typeface="Times New Roman"/>
                <a:sym typeface="Times New Roman"/>
              </a:rPr>
              <a:t>     Presented by</a:t>
            </a:r>
            <a:endParaRPr b="1" sz="2000">
              <a:solidFill>
                <a:schemeClr val="lt2"/>
              </a:solidFill>
              <a:latin typeface="Times New Roman"/>
              <a:ea typeface="Times New Roman"/>
              <a:cs typeface="Times New Roman"/>
              <a:sym typeface="Times New Roman"/>
            </a:endParaRPr>
          </a:p>
          <a:p>
            <a:pPr indent="0" lvl="0" marL="0" marR="0" rtl="0" algn="ctr">
              <a:spcBef>
                <a:spcPts val="0"/>
              </a:spcBef>
              <a:spcAft>
                <a:spcPts val="0"/>
              </a:spcAft>
              <a:buNone/>
            </a:pPr>
            <a:r>
              <a:rPr b="1" lang="en-GB" sz="2000">
                <a:solidFill>
                  <a:schemeClr val="lt2"/>
                </a:solidFill>
                <a:latin typeface="Times New Roman"/>
                <a:ea typeface="Times New Roman"/>
                <a:cs typeface="Times New Roman"/>
                <a:sym typeface="Times New Roman"/>
              </a:rPr>
              <a:t>    ISACA</a:t>
            </a:r>
            <a:endParaRPr b="1" sz="2000">
              <a:solidFill>
                <a:schemeClr val="lt2"/>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2000">
              <a:solidFill>
                <a:schemeClr val="lt2"/>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2"/>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t/>
            </a:r>
            <a:endParaRPr/>
          </a:p>
        </p:txBody>
      </p:sp>
      <p:sp>
        <p:nvSpPr>
          <p:cNvPr id="462" name="Google Shape;462;p32"/>
          <p:cNvSpPr txBox="1"/>
          <p:nvPr>
            <p:ph idx="1" type="body"/>
          </p:nvPr>
        </p:nvSpPr>
        <p:spPr>
          <a:xfrm>
            <a:off x="457200" y="1935163"/>
            <a:ext cx="8229600" cy="4389437"/>
          </a:xfrm>
          <a:prstGeom prst="rect">
            <a:avLst/>
          </a:prstGeom>
          <a:noFill/>
          <a:ln>
            <a:noFill/>
          </a:ln>
        </p:spPr>
        <p:txBody>
          <a:bodyPr anchorCtr="0" anchor="t" bIns="45700" lIns="91425" spcFirstLastPara="1" rIns="91425" wrap="square" tIns="45700">
            <a:noAutofit/>
          </a:bodyPr>
          <a:lstStyle/>
          <a:p>
            <a:pPr indent="-273050" lvl="0" marL="273050" rtl="0" algn="l">
              <a:spcBef>
                <a:spcPts val="0"/>
              </a:spcBef>
              <a:spcAft>
                <a:spcPts val="0"/>
              </a:spcAft>
              <a:buSzPts val="2470"/>
              <a:buChar char="⚫"/>
            </a:pPr>
            <a:r>
              <a:rPr lang="en-GB"/>
              <a:t>© 2012 ISACA. All rights reserved. No part of this publication may be used, copied, reproduced, modified, distributed, displayed, stored in a retrieval system or transmitted in any form by any means (electronic, mechanical, photocopying, recording or otherwise) without the prior written authorisation of ISACA. Use of this publication is permitted solely for personal use and must include full attribution of the material’s source. No other right or permission is granted with respect to this work.</a:t>
            </a:r>
            <a:endParaRPr/>
          </a:p>
          <a:p>
            <a:pPr indent="-116204" lvl="0" marL="273050" rtl="0" algn="l">
              <a:spcBef>
                <a:spcPts val="520"/>
              </a:spcBef>
              <a:spcAft>
                <a:spcPts val="0"/>
              </a:spcAft>
              <a:buSzPts val="2470"/>
              <a:buNone/>
            </a:pPr>
            <a:r>
              <a:t/>
            </a:r>
            <a:endParaRPr/>
          </a:p>
        </p:txBody>
      </p:sp>
      <p:sp>
        <p:nvSpPr>
          <p:cNvPr id="463" name="Google Shape;463;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GB" sz="1200" u="none">
                <a:solidFill>
                  <a:srgbClr val="045C75"/>
                </a:solidFill>
                <a:latin typeface="Arial"/>
                <a:ea typeface="Arial"/>
                <a:cs typeface="Arial"/>
                <a:sym typeface="Arial"/>
              </a:rPr>
              <a:t>‹#›</a:t>
            </a:fld>
            <a:endParaRPr b="0" i="0" sz="1200" u="none">
              <a:solidFill>
                <a:srgbClr val="045C75"/>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3"/>
          <p:cNvSpPr txBox="1"/>
          <p:nvPr>
            <p:ph type="title"/>
          </p:nvPr>
        </p:nvSpPr>
        <p:spPr>
          <a:xfrm>
            <a:off x="914400" y="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Information!</a:t>
            </a:r>
            <a:endParaRPr/>
          </a:p>
        </p:txBody>
      </p:sp>
      <p:sp>
        <p:nvSpPr>
          <p:cNvPr id="470" name="Google Shape;470;p33"/>
          <p:cNvSpPr txBox="1"/>
          <p:nvPr>
            <p:ph idx="1" type="body"/>
          </p:nvPr>
        </p:nvSpPr>
        <p:spPr>
          <a:xfrm>
            <a:off x="838200" y="1600200"/>
            <a:ext cx="7848600" cy="4525963"/>
          </a:xfrm>
          <a:prstGeom prst="rect">
            <a:avLst/>
          </a:prstGeom>
          <a:noFill/>
          <a:ln>
            <a:noFill/>
          </a:ln>
        </p:spPr>
        <p:txBody>
          <a:bodyPr anchorCtr="0" anchor="t" bIns="45700" lIns="91425" spcFirstLastPara="1" rIns="91425" wrap="square" tIns="45700">
            <a:normAutofit/>
          </a:bodyPr>
          <a:lstStyle/>
          <a:p>
            <a:pPr indent="-274320" lvl="0" marL="274320" marR="0" rtl="0" algn="l">
              <a:lnSpc>
                <a:spcPct val="90000"/>
              </a:lnSpc>
              <a:spcBef>
                <a:spcPts val="0"/>
              </a:spcBef>
              <a:spcAft>
                <a:spcPts val="0"/>
              </a:spcAft>
              <a:buClr>
                <a:schemeClr val="accent3"/>
              </a:buClr>
              <a:buSzPts val="2470"/>
              <a:buFont typeface="Noto Sans Symbols"/>
              <a:buChar char="⚫"/>
            </a:pPr>
            <a:r>
              <a:rPr b="0" i="0" lang="en-GB" sz="2600" u="none" cap="none" strike="noStrike">
                <a:solidFill>
                  <a:schemeClr val="dk1"/>
                </a:solidFill>
                <a:latin typeface="Times New Roman"/>
                <a:ea typeface="Times New Roman"/>
                <a:cs typeface="Times New Roman"/>
                <a:sym typeface="Times New Roman"/>
              </a:rPr>
              <a:t>Information is a key resource for all enterprises.</a:t>
            </a:r>
            <a:endParaRPr b="0" i="0" sz="2600" u="none" cap="none" strike="noStrike">
              <a:solidFill>
                <a:schemeClr val="dk1"/>
              </a:solidFill>
              <a:latin typeface="Times New Roman"/>
              <a:ea typeface="Times New Roman"/>
              <a:cs typeface="Times New Roman"/>
              <a:sym typeface="Times New Roman"/>
            </a:endParaRPr>
          </a:p>
          <a:p>
            <a:pPr indent="-274320" lvl="0" marL="274320" marR="0" rtl="0" algn="l">
              <a:lnSpc>
                <a:spcPct val="90000"/>
              </a:lnSpc>
              <a:spcBef>
                <a:spcPts val="780"/>
              </a:spcBef>
              <a:spcAft>
                <a:spcPts val="0"/>
              </a:spcAft>
              <a:buClr>
                <a:schemeClr val="accent3"/>
              </a:buClr>
              <a:buSzPts val="2470"/>
              <a:buFont typeface="Noto Sans Symbols"/>
              <a:buChar char="⚫"/>
            </a:pPr>
            <a:r>
              <a:rPr b="0" i="0" lang="en-GB" sz="2600" u="none" cap="none" strike="noStrike">
                <a:solidFill>
                  <a:schemeClr val="dk1"/>
                </a:solidFill>
                <a:latin typeface="Times New Roman"/>
                <a:ea typeface="Times New Roman"/>
                <a:cs typeface="Times New Roman"/>
                <a:sym typeface="Times New Roman"/>
              </a:rPr>
              <a:t>Information is created, used, retained, disclosed and destroyed.</a:t>
            </a:r>
            <a:endParaRPr b="0" i="0" sz="2600" u="none" cap="none" strike="noStrike">
              <a:solidFill>
                <a:schemeClr val="dk1"/>
              </a:solidFill>
              <a:latin typeface="Times New Roman"/>
              <a:ea typeface="Times New Roman"/>
              <a:cs typeface="Times New Roman"/>
              <a:sym typeface="Times New Roman"/>
            </a:endParaRPr>
          </a:p>
          <a:p>
            <a:pPr indent="-274320" lvl="0" marL="274320" marR="0" rtl="0" algn="l">
              <a:lnSpc>
                <a:spcPct val="90000"/>
              </a:lnSpc>
              <a:spcBef>
                <a:spcPts val="780"/>
              </a:spcBef>
              <a:spcAft>
                <a:spcPts val="0"/>
              </a:spcAft>
              <a:buClr>
                <a:schemeClr val="accent3"/>
              </a:buClr>
              <a:buSzPts val="2470"/>
              <a:buFont typeface="Noto Sans Symbols"/>
              <a:buChar char="⚫"/>
            </a:pPr>
            <a:r>
              <a:rPr b="0" i="0" lang="en-GB" sz="2600" u="none" cap="none" strike="noStrike">
                <a:solidFill>
                  <a:schemeClr val="dk1"/>
                </a:solidFill>
                <a:latin typeface="Times New Roman"/>
                <a:ea typeface="Times New Roman"/>
                <a:cs typeface="Times New Roman"/>
                <a:sym typeface="Times New Roman"/>
              </a:rPr>
              <a:t>Technology plays a key role in these actions.</a:t>
            </a:r>
            <a:endParaRPr b="0" i="0" sz="2600" u="none" cap="none" strike="noStrike">
              <a:solidFill>
                <a:schemeClr val="dk1"/>
              </a:solidFill>
              <a:latin typeface="Times New Roman"/>
              <a:ea typeface="Times New Roman"/>
              <a:cs typeface="Times New Roman"/>
              <a:sym typeface="Times New Roman"/>
            </a:endParaRPr>
          </a:p>
          <a:p>
            <a:pPr indent="-274320" lvl="0" marL="274320" marR="0" rtl="0" algn="l">
              <a:lnSpc>
                <a:spcPct val="90000"/>
              </a:lnSpc>
              <a:spcBef>
                <a:spcPts val="780"/>
              </a:spcBef>
              <a:spcAft>
                <a:spcPts val="0"/>
              </a:spcAft>
              <a:buClr>
                <a:schemeClr val="accent3"/>
              </a:buClr>
              <a:buSzPts val="2470"/>
              <a:buFont typeface="Noto Sans Symbols"/>
              <a:buChar char="⚫"/>
            </a:pPr>
            <a:r>
              <a:rPr b="0" i="0" lang="en-GB" sz="2600" u="none" cap="none" strike="noStrike">
                <a:solidFill>
                  <a:schemeClr val="dk1"/>
                </a:solidFill>
                <a:latin typeface="Times New Roman"/>
                <a:ea typeface="Times New Roman"/>
                <a:cs typeface="Times New Roman"/>
                <a:sym typeface="Times New Roman"/>
              </a:rPr>
              <a:t>Technology is becoming pervasive in all aspects of business and personal life.</a:t>
            </a:r>
            <a:endParaRPr b="0" i="0" sz="2600" u="none" cap="none" strike="noStrike">
              <a:solidFill>
                <a:schemeClr val="dk1"/>
              </a:solidFill>
              <a:latin typeface="Times New Roman"/>
              <a:ea typeface="Times New Roman"/>
              <a:cs typeface="Times New Roman"/>
              <a:sym typeface="Times New Roman"/>
            </a:endParaRPr>
          </a:p>
          <a:p>
            <a:pPr indent="5079" lvl="0" marL="274320" marR="0" rtl="0" algn="l">
              <a:lnSpc>
                <a:spcPct val="90000"/>
              </a:lnSpc>
              <a:spcBef>
                <a:spcPts val="780"/>
              </a:spcBef>
              <a:spcAft>
                <a:spcPts val="0"/>
              </a:spcAft>
              <a:buClr>
                <a:schemeClr val="accent3"/>
              </a:buClr>
              <a:buSzPts val="2470"/>
              <a:buFont typeface="Constantia"/>
              <a:buNone/>
            </a:pPr>
            <a:r>
              <a:t/>
            </a:r>
            <a:endParaRPr b="1" i="0" sz="2600" u="none" cap="none" strike="noStrike">
              <a:solidFill>
                <a:schemeClr val="dk1"/>
              </a:solidFill>
              <a:latin typeface="Times New Roman"/>
              <a:ea typeface="Times New Roman"/>
              <a:cs typeface="Times New Roman"/>
              <a:sym typeface="Times New Roman"/>
            </a:endParaRPr>
          </a:p>
          <a:p>
            <a:pPr indent="5080" lvl="0" marL="53975" marR="0" rtl="0" algn="l">
              <a:lnSpc>
                <a:spcPct val="90000"/>
              </a:lnSpc>
              <a:spcBef>
                <a:spcPts val="780"/>
              </a:spcBef>
              <a:spcAft>
                <a:spcPts val="0"/>
              </a:spcAft>
              <a:buClr>
                <a:schemeClr val="accent3"/>
              </a:buClr>
              <a:buSzPts val="2470"/>
              <a:buFont typeface="Times New Roman"/>
              <a:buNone/>
            </a:pPr>
            <a:r>
              <a:rPr b="1" i="0" lang="en-GB" sz="2600" u="none" cap="none" strike="noStrike">
                <a:solidFill>
                  <a:schemeClr val="dk1"/>
                </a:solidFill>
                <a:latin typeface="Times New Roman"/>
                <a:ea typeface="Times New Roman"/>
                <a:cs typeface="Times New Roman"/>
                <a:sym typeface="Times New Roman"/>
              </a:rPr>
              <a:t>What benefits do information and technology bring to enterprises? </a:t>
            </a:r>
            <a:endParaRPr b="1" i="0" sz="2600" u="none" cap="none" strike="noStrike">
              <a:solidFill>
                <a:schemeClr val="dk1"/>
              </a:solidFill>
              <a:latin typeface="Times New Roman"/>
              <a:ea typeface="Times New Roman"/>
              <a:cs typeface="Times New Roman"/>
              <a:sym typeface="Times New Roman"/>
            </a:endParaRPr>
          </a:p>
          <a:p>
            <a:pPr indent="-105410" lvl="0" marL="274320" marR="0" rtl="0" algn="l">
              <a:lnSpc>
                <a:spcPct val="90000"/>
              </a:lnSpc>
              <a:spcBef>
                <a:spcPts val="820"/>
              </a:spcBef>
              <a:spcAft>
                <a:spcPts val="0"/>
              </a:spcAft>
              <a:buClr>
                <a:schemeClr val="accent3"/>
              </a:buClr>
              <a:buSzPts val="2660"/>
              <a:buFont typeface="Noto Sans Symbols"/>
              <a:buNone/>
            </a:pPr>
            <a:r>
              <a:t/>
            </a:r>
            <a:endParaRPr b="0" i="0" sz="2800" u="none" cap="none" strike="noStrike">
              <a:solidFill>
                <a:schemeClr val="dk1"/>
              </a:solidFill>
              <a:latin typeface="Constantia"/>
              <a:ea typeface="Constantia"/>
              <a:cs typeface="Constantia"/>
              <a:sym typeface="Constantia"/>
            </a:endParaRPr>
          </a:p>
        </p:txBody>
      </p:sp>
      <p:sp>
        <p:nvSpPr>
          <p:cNvPr id="471" name="Google Shape;471;p33"/>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4"/>
          <p:cNvSpPr txBox="1"/>
          <p:nvPr>
            <p:ph type="title"/>
          </p:nvPr>
        </p:nvSpPr>
        <p:spPr>
          <a:xfrm>
            <a:off x="838200" y="0"/>
            <a:ext cx="83058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Enterprise Benefits</a:t>
            </a:r>
            <a:endParaRPr/>
          </a:p>
        </p:txBody>
      </p:sp>
      <p:sp>
        <p:nvSpPr>
          <p:cNvPr id="478" name="Google Shape;478;p34"/>
          <p:cNvSpPr txBox="1"/>
          <p:nvPr>
            <p:ph idx="1" type="body"/>
          </p:nvPr>
        </p:nvSpPr>
        <p:spPr>
          <a:xfrm>
            <a:off x="762000" y="1371600"/>
            <a:ext cx="8077200" cy="4876800"/>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marR="0" rtl="0" algn="l">
              <a:lnSpc>
                <a:spcPct val="100000"/>
              </a:lnSpc>
              <a:spcBef>
                <a:spcPts val="0"/>
              </a:spcBef>
              <a:spcAft>
                <a:spcPts val="0"/>
              </a:spcAft>
              <a:buClr>
                <a:schemeClr val="accent3"/>
              </a:buClr>
              <a:buSzPct val="95000"/>
              <a:buFont typeface="Times New Roman"/>
              <a:buNone/>
            </a:pPr>
            <a:r>
              <a:rPr b="0" i="0" lang="en-GB" sz="2800" u="none" cap="none" strike="noStrike">
                <a:solidFill>
                  <a:schemeClr val="dk1"/>
                </a:solidFill>
                <a:latin typeface="Times New Roman"/>
                <a:ea typeface="Times New Roman"/>
                <a:cs typeface="Times New Roman"/>
                <a:sym typeface="Times New Roman"/>
              </a:rPr>
              <a:t>Enterprises and their executives strive to:</a:t>
            </a:r>
            <a:endParaRPr b="0" i="0" sz="2800" u="none" cap="none" strike="noStrike">
              <a:solidFill>
                <a:schemeClr val="dk1"/>
              </a:solidFill>
              <a:latin typeface="Times New Roman"/>
              <a:ea typeface="Times New Roman"/>
              <a:cs typeface="Times New Roman"/>
              <a:sym typeface="Times New Roman"/>
            </a:endParaRPr>
          </a:p>
          <a:p>
            <a:pPr indent="-274320" lvl="0" marL="274320" marR="0" rtl="0" algn="l">
              <a:lnSpc>
                <a:spcPct val="100000"/>
              </a:lnSpc>
              <a:spcBef>
                <a:spcPts val="518"/>
              </a:spcBef>
              <a:spcAft>
                <a:spcPts val="0"/>
              </a:spcAft>
              <a:buClr>
                <a:schemeClr val="accent3"/>
              </a:buClr>
              <a:buSzPct val="95000"/>
              <a:buFont typeface="Noto Sans Symbols"/>
              <a:buChar char="⚫"/>
            </a:pPr>
            <a:r>
              <a:rPr b="0" i="0" lang="en-GB" sz="2800" u="none" cap="none" strike="noStrike">
                <a:solidFill>
                  <a:schemeClr val="dk1"/>
                </a:solidFill>
                <a:latin typeface="Times New Roman"/>
                <a:ea typeface="Times New Roman"/>
                <a:cs typeface="Times New Roman"/>
                <a:sym typeface="Times New Roman"/>
              </a:rPr>
              <a:t>Maintain quality information to support business decisions.</a:t>
            </a:r>
            <a:endParaRPr b="0" i="0" sz="2800" u="none" cap="none" strike="noStrike">
              <a:solidFill>
                <a:schemeClr val="dk1"/>
              </a:solidFill>
              <a:latin typeface="Times New Roman"/>
              <a:ea typeface="Times New Roman"/>
              <a:cs typeface="Times New Roman"/>
              <a:sym typeface="Times New Roman"/>
            </a:endParaRPr>
          </a:p>
          <a:p>
            <a:pPr indent="-274320" lvl="0" marL="274320" marR="0" rtl="0" algn="l">
              <a:lnSpc>
                <a:spcPct val="100000"/>
              </a:lnSpc>
              <a:spcBef>
                <a:spcPts val="518"/>
              </a:spcBef>
              <a:spcAft>
                <a:spcPts val="0"/>
              </a:spcAft>
              <a:buClr>
                <a:schemeClr val="accent3"/>
              </a:buClr>
              <a:buSzPct val="95000"/>
              <a:buFont typeface="Noto Sans Symbols"/>
              <a:buChar char="⚫"/>
            </a:pPr>
            <a:r>
              <a:rPr b="0" i="0" lang="en-GB" sz="2800" u="none" cap="none" strike="noStrike">
                <a:solidFill>
                  <a:schemeClr val="dk1"/>
                </a:solidFill>
                <a:latin typeface="Times New Roman"/>
                <a:ea typeface="Times New Roman"/>
                <a:cs typeface="Times New Roman"/>
                <a:sym typeface="Times New Roman"/>
              </a:rPr>
              <a:t>Generate business value from IT-enabled investments, i.e., achieve strategic goals and realise business benefits through effective and innovative use of IT.</a:t>
            </a:r>
            <a:endParaRPr b="0" i="0" sz="2800" u="none" cap="none" strike="noStrike">
              <a:solidFill>
                <a:schemeClr val="dk1"/>
              </a:solidFill>
              <a:latin typeface="Times New Roman"/>
              <a:ea typeface="Times New Roman"/>
              <a:cs typeface="Times New Roman"/>
              <a:sym typeface="Times New Roman"/>
            </a:endParaRPr>
          </a:p>
          <a:p>
            <a:pPr indent="-274320" lvl="0" marL="274320" marR="0" rtl="0" algn="l">
              <a:lnSpc>
                <a:spcPct val="100000"/>
              </a:lnSpc>
              <a:spcBef>
                <a:spcPts val="518"/>
              </a:spcBef>
              <a:spcAft>
                <a:spcPts val="0"/>
              </a:spcAft>
              <a:buClr>
                <a:schemeClr val="accent3"/>
              </a:buClr>
              <a:buSzPct val="95000"/>
              <a:buFont typeface="Noto Sans Symbols"/>
              <a:buChar char="⚫"/>
            </a:pPr>
            <a:r>
              <a:rPr b="0" i="0" lang="en-GB" sz="2800" u="none" cap="none" strike="noStrike">
                <a:solidFill>
                  <a:schemeClr val="dk1"/>
                </a:solidFill>
                <a:latin typeface="Times New Roman"/>
                <a:ea typeface="Times New Roman"/>
                <a:cs typeface="Times New Roman"/>
                <a:sym typeface="Times New Roman"/>
              </a:rPr>
              <a:t>Achieve operational excellence through reliable and efficient application of technology.</a:t>
            </a:r>
            <a:endParaRPr b="0" i="0" sz="2800" u="none" cap="none" strike="noStrike">
              <a:solidFill>
                <a:schemeClr val="dk1"/>
              </a:solidFill>
              <a:latin typeface="Times New Roman"/>
              <a:ea typeface="Times New Roman"/>
              <a:cs typeface="Times New Roman"/>
              <a:sym typeface="Times New Roman"/>
            </a:endParaRPr>
          </a:p>
          <a:p>
            <a:pPr indent="-274320" lvl="0" marL="274320" marR="0" rtl="0" algn="l">
              <a:lnSpc>
                <a:spcPct val="100000"/>
              </a:lnSpc>
              <a:spcBef>
                <a:spcPts val="518"/>
              </a:spcBef>
              <a:spcAft>
                <a:spcPts val="0"/>
              </a:spcAft>
              <a:buClr>
                <a:schemeClr val="accent3"/>
              </a:buClr>
              <a:buSzPct val="95000"/>
              <a:buFont typeface="Noto Sans Symbols"/>
              <a:buChar char="⚫"/>
            </a:pPr>
            <a:r>
              <a:rPr b="0" i="0" lang="en-GB" sz="2800" u="none" cap="none" strike="noStrike">
                <a:solidFill>
                  <a:schemeClr val="dk1"/>
                </a:solidFill>
                <a:latin typeface="Times New Roman"/>
                <a:ea typeface="Times New Roman"/>
                <a:cs typeface="Times New Roman"/>
                <a:sym typeface="Times New Roman"/>
              </a:rPr>
              <a:t>Maintain IT-related risk at an acceptable level.</a:t>
            </a:r>
            <a:endParaRPr b="0" i="0" sz="2800" u="none" cap="none" strike="noStrike">
              <a:solidFill>
                <a:schemeClr val="dk1"/>
              </a:solidFill>
              <a:latin typeface="Times New Roman"/>
              <a:ea typeface="Times New Roman"/>
              <a:cs typeface="Times New Roman"/>
              <a:sym typeface="Times New Roman"/>
            </a:endParaRPr>
          </a:p>
          <a:p>
            <a:pPr indent="-274320" lvl="0" marL="274320" marR="0" rtl="0" algn="l">
              <a:lnSpc>
                <a:spcPct val="100000"/>
              </a:lnSpc>
              <a:spcBef>
                <a:spcPts val="518"/>
              </a:spcBef>
              <a:spcAft>
                <a:spcPts val="0"/>
              </a:spcAft>
              <a:buClr>
                <a:schemeClr val="accent3"/>
              </a:buClr>
              <a:buSzPct val="95000"/>
              <a:buFont typeface="Noto Sans Symbols"/>
              <a:buChar char="⚫"/>
            </a:pPr>
            <a:r>
              <a:rPr b="0" i="0" lang="en-GB" sz="2800" u="none" cap="none" strike="noStrike">
                <a:solidFill>
                  <a:schemeClr val="dk1"/>
                </a:solidFill>
                <a:latin typeface="Times New Roman"/>
                <a:ea typeface="Times New Roman"/>
                <a:cs typeface="Times New Roman"/>
                <a:sym typeface="Times New Roman"/>
              </a:rPr>
              <a:t>Optimise the cost of IT services and technology.</a:t>
            </a:r>
            <a:endParaRPr b="0" i="0" sz="2800" u="none" cap="none" strike="noStrike">
              <a:solidFill>
                <a:schemeClr val="dk1"/>
              </a:solidFill>
              <a:latin typeface="Times New Roman"/>
              <a:ea typeface="Times New Roman"/>
              <a:cs typeface="Times New Roman"/>
              <a:sym typeface="Times New Roman"/>
            </a:endParaRPr>
          </a:p>
          <a:p>
            <a:pPr indent="5080" lvl="0" marL="0" marR="0" rtl="0" algn="l">
              <a:lnSpc>
                <a:spcPct val="100000"/>
              </a:lnSpc>
              <a:spcBef>
                <a:spcPts val="518"/>
              </a:spcBef>
              <a:spcAft>
                <a:spcPts val="0"/>
              </a:spcAft>
              <a:buClr>
                <a:schemeClr val="accent3"/>
              </a:buClr>
              <a:buSzPct val="95000"/>
              <a:buFont typeface="Constantia"/>
              <a:buNone/>
            </a:pPr>
            <a:r>
              <a:t/>
            </a:r>
            <a:endParaRPr b="1" i="0" sz="2800" u="none" cap="none" strike="noStrike">
              <a:solidFill>
                <a:schemeClr val="dk1"/>
              </a:solidFill>
              <a:latin typeface="Times New Roman"/>
              <a:ea typeface="Times New Roman"/>
              <a:cs typeface="Times New Roman"/>
              <a:sym typeface="Times New Roman"/>
            </a:endParaRPr>
          </a:p>
          <a:p>
            <a:pPr indent="5080" lvl="0" marL="0" marR="0" rtl="0" algn="l">
              <a:lnSpc>
                <a:spcPct val="100000"/>
              </a:lnSpc>
              <a:spcBef>
                <a:spcPts val="518"/>
              </a:spcBef>
              <a:spcAft>
                <a:spcPts val="0"/>
              </a:spcAft>
              <a:buClr>
                <a:schemeClr val="accent3"/>
              </a:buClr>
              <a:buSzPct val="95000"/>
              <a:buFont typeface="Times New Roman"/>
              <a:buNone/>
            </a:pPr>
            <a:r>
              <a:rPr b="1" i="0" lang="en-GB" sz="2800" u="none" cap="none" strike="noStrike">
                <a:solidFill>
                  <a:schemeClr val="dk1"/>
                </a:solidFill>
                <a:latin typeface="Times New Roman"/>
                <a:ea typeface="Times New Roman"/>
                <a:cs typeface="Times New Roman"/>
                <a:sym typeface="Times New Roman"/>
              </a:rPr>
              <a:t>How can these benefits be realised to create enterprise stakeholder value?</a:t>
            </a:r>
            <a:endParaRPr b="1" i="0" sz="2800" u="none" cap="none" strike="noStrike">
              <a:solidFill>
                <a:schemeClr val="dk1"/>
              </a:solidFill>
              <a:latin typeface="Times New Roman"/>
              <a:ea typeface="Times New Roman"/>
              <a:cs typeface="Times New Roman"/>
              <a:sym typeface="Times New Roman"/>
            </a:endParaRPr>
          </a:p>
          <a:p>
            <a:pPr indent="-274320" lvl="0" marL="274320" marR="0" rtl="0" algn="l">
              <a:lnSpc>
                <a:spcPct val="100000"/>
              </a:lnSpc>
              <a:spcBef>
                <a:spcPts val="444"/>
              </a:spcBef>
              <a:spcAft>
                <a:spcPts val="0"/>
              </a:spcAft>
              <a:buClr>
                <a:schemeClr val="accent3"/>
              </a:buClr>
              <a:buSzPct val="95000"/>
              <a:buFont typeface="Constantia"/>
              <a:buNone/>
            </a:pPr>
            <a:r>
              <a:t/>
            </a:r>
            <a:endParaRPr b="1" i="0" sz="2400" u="none" cap="none" strike="noStrike">
              <a:solidFill>
                <a:schemeClr val="dk1"/>
              </a:solidFill>
              <a:latin typeface="Constantia"/>
              <a:ea typeface="Constantia"/>
              <a:cs typeface="Constantia"/>
              <a:sym typeface="Constantia"/>
            </a:endParaRPr>
          </a:p>
        </p:txBody>
      </p:sp>
      <p:sp>
        <p:nvSpPr>
          <p:cNvPr id="479" name="Google Shape;479;p34"/>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35"/>
          <p:cNvSpPr txBox="1"/>
          <p:nvPr>
            <p:ph type="title"/>
          </p:nvPr>
        </p:nvSpPr>
        <p:spPr>
          <a:xfrm>
            <a:off x="685800" y="0"/>
            <a:ext cx="84582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Stakeholder Value</a:t>
            </a:r>
            <a:endParaRPr/>
          </a:p>
        </p:txBody>
      </p:sp>
      <p:sp>
        <p:nvSpPr>
          <p:cNvPr id="486" name="Google Shape;486;p35"/>
          <p:cNvSpPr txBox="1"/>
          <p:nvPr>
            <p:ph idx="1" type="body"/>
          </p:nvPr>
        </p:nvSpPr>
        <p:spPr>
          <a:xfrm>
            <a:off x="609600" y="1219200"/>
            <a:ext cx="8229600" cy="53340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SzPts val="2470"/>
              <a:buFont typeface="Arial"/>
              <a:buChar char="•"/>
            </a:pPr>
            <a:r>
              <a:rPr lang="en-GB">
                <a:latin typeface="Times New Roman"/>
                <a:ea typeface="Times New Roman"/>
                <a:cs typeface="Times New Roman"/>
                <a:sym typeface="Times New Roman"/>
              </a:rPr>
              <a:t>Delivering enterprise stakeholder value requires good </a:t>
            </a:r>
            <a:r>
              <a:rPr b="1" lang="en-GB">
                <a:latin typeface="Times New Roman"/>
                <a:ea typeface="Times New Roman"/>
                <a:cs typeface="Times New Roman"/>
                <a:sym typeface="Times New Roman"/>
              </a:rPr>
              <a:t>governance and management </a:t>
            </a:r>
            <a:r>
              <a:rPr lang="en-GB">
                <a:latin typeface="Times New Roman"/>
                <a:ea typeface="Times New Roman"/>
                <a:cs typeface="Times New Roman"/>
                <a:sym typeface="Times New Roman"/>
              </a:rPr>
              <a:t>of information and technology (IT) assets.</a:t>
            </a:r>
            <a:endParaRPr>
              <a:latin typeface="Times New Roman"/>
              <a:ea typeface="Times New Roman"/>
              <a:cs typeface="Times New Roman"/>
              <a:sym typeface="Times New Roman"/>
            </a:endParaRPr>
          </a:p>
          <a:p>
            <a:pPr indent="-228600" lvl="0" marL="228600" rtl="0" algn="l">
              <a:spcBef>
                <a:spcPts val="25"/>
              </a:spcBef>
              <a:spcAft>
                <a:spcPts val="0"/>
              </a:spcAft>
              <a:buSzPts val="2470"/>
              <a:buFont typeface="Arial"/>
              <a:buChar char="•"/>
            </a:pPr>
            <a:r>
              <a:rPr lang="en-GB">
                <a:latin typeface="Times New Roman"/>
                <a:ea typeface="Times New Roman"/>
                <a:cs typeface="Times New Roman"/>
                <a:sym typeface="Times New Roman"/>
              </a:rPr>
              <a:t>Enterprise boards, executives and management have to </a:t>
            </a:r>
            <a:r>
              <a:rPr b="1" lang="en-GB">
                <a:latin typeface="Times New Roman"/>
                <a:ea typeface="Times New Roman"/>
                <a:cs typeface="Times New Roman"/>
                <a:sym typeface="Times New Roman"/>
              </a:rPr>
              <a:t>embrace IT</a:t>
            </a:r>
            <a:r>
              <a:rPr lang="en-GB">
                <a:latin typeface="Times New Roman"/>
                <a:ea typeface="Times New Roman"/>
                <a:cs typeface="Times New Roman"/>
                <a:sym typeface="Times New Roman"/>
              </a:rPr>
              <a:t> like any other significant part of the business.</a:t>
            </a:r>
            <a:endParaRPr>
              <a:latin typeface="Times New Roman"/>
              <a:ea typeface="Times New Roman"/>
              <a:cs typeface="Times New Roman"/>
              <a:sym typeface="Times New Roman"/>
            </a:endParaRPr>
          </a:p>
          <a:p>
            <a:pPr indent="-228600" lvl="0" marL="228600" rtl="0" algn="l">
              <a:spcBef>
                <a:spcPts val="520"/>
              </a:spcBef>
              <a:spcAft>
                <a:spcPts val="0"/>
              </a:spcAft>
              <a:buSzPts val="2470"/>
              <a:buFont typeface="Arial"/>
              <a:buChar char="•"/>
            </a:pPr>
            <a:r>
              <a:rPr lang="en-GB">
                <a:latin typeface="Times New Roman"/>
                <a:ea typeface="Times New Roman"/>
                <a:cs typeface="Times New Roman"/>
                <a:sym typeface="Times New Roman"/>
              </a:rPr>
              <a:t>External </a:t>
            </a:r>
            <a:r>
              <a:rPr b="1" lang="en-GB">
                <a:latin typeface="Times New Roman"/>
                <a:ea typeface="Times New Roman"/>
                <a:cs typeface="Times New Roman"/>
                <a:sym typeface="Times New Roman"/>
              </a:rPr>
              <a:t>legal, regulatory and contractual compliance</a:t>
            </a:r>
            <a:r>
              <a:rPr lang="en-GB">
                <a:latin typeface="Times New Roman"/>
                <a:ea typeface="Times New Roman"/>
                <a:cs typeface="Times New Roman"/>
                <a:sym typeface="Times New Roman"/>
              </a:rPr>
              <a:t> requirements related to enterprise use of information and technology are increasing, threatening value if breached.</a:t>
            </a:r>
            <a:endParaRPr>
              <a:latin typeface="Times New Roman"/>
              <a:ea typeface="Times New Roman"/>
              <a:cs typeface="Times New Roman"/>
              <a:sym typeface="Times New Roman"/>
            </a:endParaRPr>
          </a:p>
          <a:p>
            <a:pPr indent="-228600" lvl="0" marL="228600" rtl="0" algn="l">
              <a:spcBef>
                <a:spcPts val="520"/>
              </a:spcBef>
              <a:spcAft>
                <a:spcPts val="0"/>
              </a:spcAft>
              <a:buSzPts val="2470"/>
              <a:buFont typeface="Arial"/>
              <a:buChar char="•"/>
            </a:pPr>
            <a:r>
              <a:rPr b="1" lang="en-GB">
                <a:latin typeface="Times New Roman"/>
                <a:ea typeface="Times New Roman"/>
                <a:cs typeface="Times New Roman"/>
                <a:sym typeface="Times New Roman"/>
              </a:rPr>
              <a:t>COBIT 5 provides a comprehensive framework that assists enterprises to achieve their goals and deliver value through effective governance and management of enterprise IT.</a:t>
            </a:r>
            <a:endParaRPr b="1">
              <a:latin typeface="Times New Roman"/>
              <a:ea typeface="Times New Roman"/>
              <a:cs typeface="Times New Roman"/>
              <a:sym typeface="Times New Roman"/>
            </a:endParaRPr>
          </a:p>
        </p:txBody>
      </p:sp>
      <p:sp>
        <p:nvSpPr>
          <p:cNvPr id="487" name="Google Shape;487;p35"/>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36"/>
          <p:cNvSpPr txBox="1"/>
          <p:nvPr>
            <p:ph type="title"/>
          </p:nvPr>
        </p:nvSpPr>
        <p:spPr>
          <a:xfrm>
            <a:off x="914400" y="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The COBIT 5 Framework</a:t>
            </a:r>
            <a:endParaRPr/>
          </a:p>
        </p:txBody>
      </p:sp>
      <p:sp>
        <p:nvSpPr>
          <p:cNvPr id="494" name="Google Shape;494;p36"/>
          <p:cNvSpPr txBox="1"/>
          <p:nvPr>
            <p:ph idx="1" type="body"/>
          </p:nvPr>
        </p:nvSpPr>
        <p:spPr>
          <a:xfrm>
            <a:off x="762000" y="1219200"/>
            <a:ext cx="8001000" cy="5029200"/>
          </a:xfrm>
          <a:prstGeom prst="rect">
            <a:avLst/>
          </a:prstGeom>
          <a:noFill/>
          <a:ln>
            <a:noFill/>
          </a:ln>
        </p:spPr>
        <p:txBody>
          <a:bodyPr anchorCtr="0" anchor="t" bIns="45700" lIns="91425" spcFirstLastPara="1" rIns="91425" wrap="square" tIns="45700">
            <a:noAutofit/>
          </a:bodyPr>
          <a:lstStyle/>
          <a:p>
            <a:pPr indent="-273050" lvl="0" marL="273050" rtl="0" algn="l">
              <a:spcBef>
                <a:spcPts val="0"/>
              </a:spcBef>
              <a:spcAft>
                <a:spcPts val="0"/>
              </a:spcAft>
              <a:buSzPts val="2470"/>
              <a:buFont typeface="Arial"/>
              <a:buChar char="•"/>
            </a:pPr>
            <a:r>
              <a:rPr lang="en-GB">
                <a:latin typeface="Times New Roman"/>
                <a:ea typeface="Times New Roman"/>
                <a:cs typeface="Times New Roman"/>
                <a:sym typeface="Times New Roman"/>
              </a:rPr>
              <a:t>Simply stated, COBIT 5 helps enterprises create optimal value from IT by maintaining a balance between realising benefits and optimising risk levels and resource use.</a:t>
            </a:r>
            <a:endParaRPr>
              <a:latin typeface="Times New Roman"/>
              <a:ea typeface="Times New Roman"/>
              <a:cs typeface="Times New Roman"/>
              <a:sym typeface="Times New Roman"/>
            </a:endParaRPr>
          </a:p>
          <a:p>
            <a:pPr indent="-273050" lvl="0" marL="273050" rtl="0" algn="l">
              <a:spcBef>
                <a:spcPts val="520"/>
              </a:spcBef>
              <a:spcAft>
                <a:spcPts val="0"/>
              </a:spcAft>
              <a:buSzPts val="2470"/>
              <a:buFont typeface="Arial"/>
              <a:buChar char="•"/>
            </a:pPr>
            <a:r>
              <a:rPr lang="en-GB">
                <a:latin typeface="Times New Roman"/>
                <a:ea typeface="Times New Roman"/>
                <a:cs typeface="Times New Roman"/>
                <a:sym typeface="Times New Roman"/>
              </a:rPr>
              <a:t>COBIT 5 enables information and related technology to be governed and managed in a holistic manner for the entire enterprise, taking in the full end-to-end business and functional areas of responsibility, considering the  IT-related interests of internal and external stakeholders.</a:t>
            </a:r>
            <a:endParaRPr>
              <a:latin typeface="Times New Roman"/>
              <a:ea typeface="Times New Roman"/>
              <a:cs typeface="Times New Roman"/>
              <a:sym typeface="Times New Roman"/>
            </a:endParaRPr>
          </a:p>
          <a:p>
            <a:pPr indent="-273050" lvl="0" marL="273050" rtl="0" algn="l">
              <a:spcBef>
                <a:spcPts val="520"/>
              </a:spcBef>
              <a:spcAft>
                <a:spcPts val="0"/>
              </a:spcAft>
              <a:buSzPts val="2470"/>
              <a:buFont typeface="Arial"/>
              <a:buChar char="•"/>
            </a:pPr>
            <a:r>
              <a:rPr lang="en-GB">
                <a:latin typeface="Times New Roman"/>
                <a:ea typeface="Times New Roman"/>
                <a:cs typeface="Times New Roman"/>
                <a:sym typeface="Times New Roman"/>
              </a:rPr>
              <a:t>The COBIT 5 </a:t>
            </a:r>
            <a:r>
              <a:rPr b="1" lang="en-GB">
                <a:latin typeface="Times New Roman"/>
                <a:ea typeface="Times New Roman"/>
                <a:cs typeface="Times New Roman"/>
                <a:sym typeface="Times New Roman"/>
              </a:rPr>
              <a:t>principles</a:t>
            </a:r>
            <a:r>
              <a:rPr lang="en-GB">
                <a:latin typeface="Times New Roman"/>
                <a:ea typeface="Times New Roman"/>
                <a:cs typeface="Times New Roman"/>
                <a:sym typeface="Times New Roman"/>
              </a:rPr>
              <a:t> and </a:t>
            </a:r>
            <a:r>
              <a:rPr b="1" lang="en-GB">
                <a:latin typeface="Times New Roman"/>
                <a:ea typeface="Times New Roman"/>
                <a:cs typeface="Times New Roman"/>
                <a:sym typeface="Times New Roman"/>
              </a:rPr>
              <a:t>enablers</a:t>
            </a:r>
            <a:r>
              <a:rPr lang="en-GB">
                <a:latin typeface="Times New Roman"/>
                <a:ea typeface="Times New Roman"/>
                <a:cs typeface="Times New Roman"/>
                <a:sym typeface="Times New Roman"/>
              </a:rPr>
              <a:t> are generic and useful for enterprises of all sizes, whether commercial, not-for-profit or in the public sector.</a:t>
            </a:r>
            <a:endParaRPr>
              <a:latin typeface="Times New Roman"/>
              <a:ea typeface="Times New Roman"/>
              <a:cs typeface="Times New Roman"/>
              <a:sym typeface="Times New Roman"/>
            </a:endParaRPr>
          </a:p>
        </p:txBody>
      </p:sp>
      <p:sp>
        <p:nvSpPr>
          <p:cNvPr id="495" name="Google Shape;495;p36"/>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37"/>
          <p:cNvSpPr txBox="1"/>
          <p:nvPr>
            <p:ph type="title"/>
          </p:nvPr>
        </p:nvSpPr>
        <p:spPr>
          <a:xfrm>
            <a:off x="914400" y="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COBIT 5 Principles</a:t>
            </a:r>
            <a:endParaRPr/>
          </a:p>
        </p:txBody>
      </p:sp>
      <p:pic>
        <p:nvPicPr>
          <p:cNvPr id="502" name="Google Shape;502;p37"/>
          <p:cNvPicPr preferRelativeResize="0"/>
          <p:nvPr/>
        </p:nvPicPr>
        <p:blipFill rotWithShape="1">
          <a:blip r:embed="rId3">
            <a:alphaModFix/>
          </a:blip>
          <a:srcRect b="0" l="0" r="0" t="0"/>
          <a:stretch/>
        </p:blipFill>
        <p:spPr>
          <a:xfrm>
            <a:off x="1600200" y="1143000"/>
            <a:ext cx="5827713" cy="5092700"/>
          </a:xfrm>
          <a:prstGeom prst="rect">
            <a:avLst/>
          </a:prstGeom>
          <a:noFill/>
          <a:ln>
            <a:noFill/>
          </a:ln>
        </p:spPr>
      </p:pic>
      <p:sp>
        <p:nvSpPr>
          <p:cNvPr id="503" name="Google Shape;503;p37"/>
          <p:cNvSpPr/>
          <p:nvPr/>
        </p:nvSpPr>
        <p:spPr>
          <a:xfrm>
            <a:off x="2743200" y="6172200"/>
            <a:ext cx="3886200" cy="24606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Source:  COBIT</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5, figure 2. © 2012 ISACA</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All rights reserved.</a:t>
            </a:r>
            <a:endParaRPr sz="1000">
              <a:solidFill>
                <a:schemeClr val="dk1"/>
              </a:solidFill>
              <a:latin typeface="Arial"/>
              <a:ea typeface="Arial"/>
              <a:cs typeface="Arial"/>
              <a:sym typeface="Arial"/>
            </a:endParaRPr>
          </a:p>
        </p:txBody>
      </p:sp>
      <p:sp>
        <p:nvSpPr>
          <p:cNvPr id="504" name="Google Shape;504;p37"/>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8"/>
          <p:cNvSpPr txBox="1"/>
          <p:nvPr>
            <p:ph type="title"/>
          </p:nvPr>
        </p:nvSpPr>
        <p:spPr>
          <a:xfrm>
            <a:off x="914400" y="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COBIT 5 Enablers</a:t>
            </a:r>
            <a:endParaRPr/>
          </a:p>
        </p:txBody>
      </p:sp>
      <p:pic>
        <p:nvPicPr>
          <p:cNvPr id="511" name="Google Shape;511;p38"/>
          <p:cNvPicPr preferRelativeResize="0"/>
          <p:nvPr/>
        </p:nvPicPr>
        <p:blipFill rotWithShape="1">
          <a:blip r:embed="rId3">
            <a:alphaModFix/>
          </a:blip>
          <a:srcRect b="0" l="0" r="0" t="0"/>
          <a:stretch/>
        </p:blipFill>
        <p:spPr>
          <a:xfrm>
            <a:off x="1371600" y="1524000"/>
            <a:ext cx="6781800" cy="4418013"/>
          </a:xfrm>
          <a:prstGeom prst="rect">
            <a:avLst/>
          </a:prstGeom>
          <a:noFill/>
          <a:ln>
            <a:noFill/>
          </a:ln>
        </p:spPr>
      </p:pic>
      <p:sp>
        <p:nvSpPr>
          <p:cNvPr id="512" name="Google Shape;512;p38"/>
          <p:cNvSpPr/>
          <p:nvPr/>
        </p:nvSpPr>
        <p:spPr>
          <a:xfrm>
            <a:off x="2971800" y="5943600"/>
            <a:ext cx="3886200" cy="24606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Source:  COBIT</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5, figure 12. © 2012 ISACA</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All rights reserved.</a:t>
            </a:r>
            <a:endParaRPr sz="1000">
              <a:solidFill>
                <a:schemeClr val="dk1"/>
              </a:solidFill>
              <a:latin typeface="Arial"/>
              <a:ea typeface="Arial"/>
              <a:cs typeface="Arial"/>
              <a:sym typeface="Arial"/>
            </a:endParaRPr>
          </a:p>
        </p:txBody>
      </p:sp>
      <p:sp>
        <p:nvSpPr>
          <p:cNvPr id="513" name="Google Shape;513;p38"/>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9"/>
          <p:cNvSpPr txBox="1"/>
          <p:nvPr>
            <p:ph type="title"/>
          </p:nvPr>
        </p:nvSpPr>
        <p:spPr>
          <a:xfrm>
            <a:off x="990600" y="0"/>
            <a:ext cx="8153400" cy="10668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Governance and Management</a:t>
            </a:r>
            <a:endParaRPr/>
          </a:p>
        </p:txBody>
      </p:sp>
      <p:sp>
        <p:nvSpPr>
          <p:cNvPr id="520" name="Google Shape;520;p39"/>
          <p:cNvSpPr txBox="1"/>
          <p:nvPr>
            <p:ph idx="1" type="body"/>
          </p:nvPr>
        </p:nvSpPr>
        <p:spPr>
          <a:xfrm>
            <a:off x="609600" y="1371600"/>
            <a:ext cx="8077200" cy="4572000"/>
          </a:xfrm>
          <a:prstGeom prst="rect">
            <a:avLst/>
          </a:prstGeom>
          <a:noFill/>
          <a:ln>
            <a:noFill/>
          </a:ln>
        </p:spPr>
        <p:txBody>
          <a:bodyPr anchorCtr="0" anchor="t" bIns="45700" lIns="91425" spcFirstLastPara="1" rIns="91425" wrap="square" tIns="45700">
            <a:noAutofit/>
          </a:bodyPr>
          <a:lstStyle/>
          <a:p>
            <a:pPr indent="-273050" lvl="0" marL="273050" rtl="0" algn="l">
              <a:spcBef>
                <a:spcPts val="0"/>
              </a:spcBef>
              <a:spcAft>
                <a:spcPts val="0"/>
              </a:spcAft>
              <a:buSzPts val="2470"/>
              <a:buFont typeface="Arial"/>
              <a:buChar char="•"/>
            </a:pPr>
            <a:r>
              <a:rPr b="1" lang="en-GB">
                <a:latin typeface="Times New Roman"/>
                <a:ea typeface="Times New Roman"/>
                <a:cs typeface="Times New Roman"/>
                <a:sym typeface="Times New Roman"/>
              </a:rPr>
              <a:t>Governance</a:t>
            </a:r>
            <a:r>
              <a:rPr lang="en-GB">
                <a:latin typeface="Times New Roman"/>
                <a:ea typeface="Times New Roman"/>
                <a:cs typeface="Times New Roman"/>
                <a:sym typeface="Times New Roman"/>
              </a:rPr>
              <a:t> ensures that stakeholder needs, conditions and options are </a:t>
            </a:r>
            <a:r>
              <a:rPr b="1" lang="en-GB">
                <a:latin typeface="Times New Roman"/>
                <a:ea typeface="Times New Roman"/>
                <a:cs typeface="Times New Roman"/>
                <a:sym typeface="Times New Roman"/>
              </a:rPr>
              <a:t>evaluated</a:t>
            </a:r>
            <a:r>
              <a:rPr lang="en-GB">
                <a:latin typeface="Times New Roman"/>
                <a:ea typeface="Times New Roman"/>
                <a:cs typeface="Times New Roman"/>
                <a:sym typeface="Times New Roman"/>
              </a:rPr>
              <a:t> to determine balance,    agreed-on enterprise objectives to be achieved; setting </a:t>
            </a:r>
            <a:r>
              <a:rPr b="1" lang="en-GB">
                <a:latin typeface="Times New Roman"/>
                <a:ea typeface="Times New Roman"/>
                <a:cs typeface="Times New Roman"/>
                <a:sym typeface="Times New Roman"/>
              </a:rPr>
              <a:t>direction</a:t>
            </a:r>
            <a:r>
              <a:rPr lang="en-GB">
                <a:latin typeface="Times New Roman"/>
                <a:ea typeface="Times New Roman"/>
                <a:cs typeface="Times New Roman"/>
                <a:sym typeface="Times New Roman"/>
              </a:rPr>
              <a:t> through prioritisation and decision making; and </a:t>
            </a:r>
            <a:r>
              <a:rPr b="1" lang="en-GB">
                <a:latin typeface="Times New Roman"/>
                <a:ea typeface="Times New Roman"/>
                <a:cs typeface="Times New Roman"/>
                <a:sym typeface="Times New Roman"/>
              </a:rPr>
              <a:t>monitoring</a:t>
            </a:r>
            <a:r>
              <a:rPr lang="en-GB">
                <a:latin typeface="Times New Roman"/>
                <a:ea typeface="Times New Roman"/>
                <a:cs typeface="Times New Roman"/>
                <a:sym typeface="Times New Roman"/>
              </a:rPr>
              <a:t> performance, compliance and compliance against agreed-on direction and objectives </a:t>
            </a:r>
            <a:r>
              <a:rPr b="1" lang="en-GB">
                <a:latin typeface="Times New Roman"/>
                <a:ea typeface="Times New Roman"/>
                <a:cs typeface="Times New Roman"/>
                <a:sym typeface="Times New Roman"/>
              </a:rPr>
              <a:t>(EDM).</a:t>
            </a:r>
            <a:endParaRPr b="1">
              <a:latin typeface="Times New Roman"/>
              <a:ea typeface="Times New Roman"/>
              <a:cs typeface="Times New Roman"/>
              <a:sym typeface="Times New Roman"/>
            </a:endParaRPr>
          </a:p>
          <a:p>
            <a:pPr indent="-273050" lvl="0" marL="273050" rtl="0" algn="l">
              <a:spcBef>
                <a:spcPts val="520"/>
              </a:spcBef>
              <a:spcAft>
                <a:spcPts val="0"/>
              </a:spcAft>
              <a:buSzPts val="2470"/>
              <a:buFont typeface="Arial"/>
              <a:buChar char="•"/>
            </a:pPr>
            <a:r>
              <a:rPr b="1" lang="en-GB">
                <a:latin typeface="Times New Roman"/>
                <a:ea typeface="Times New Roman"/>
                <a:cs typeface="Times New Roman"/>
                <a:sym typeface="Times New Roman"/>
              </a:rPr>
              <a:t>Management</a:t>
            </a:r>
            <a:r>
              <a:rPr lang="en-GB">
                <a:latin typeface="Times New Roman"/>
                <a:ea typeface="Times New Roman"/>
                <a:cs typeface="Times New Roman"/>
                <a:sym typeface="Times New Roman"/>
              </a:rPr>
              <a:t> </a:t>
            </a:r>
            <a:r>
              <a:rPr b="1" lang="en-GB">
                <a:latin typeface="Times New Roman"/>
                <a:ea typeface="Times New Roman"/>
                <a:cs typeface="Times New Roman"/>
                <a:sym typeface="Times New Roman"/>
              </a:rPr>
              <a:t>plans, builds, runs </a:t>
            </a:r>
            <a:r>
              <a:rPr lang="en-GB">
                <a:latin typeface="Times New Roman"/>
                <a:ea typeface="Times New Roman"/>
                <a:cs typeface="Times New Roman"/>
                <a:sym typeface="Times New Roman"/>
              </a:rPr>
              <a:t>and </a:t>
            </a:r>
            <a:r>
              <a:rPr b="1" lang="en-GB">
                <a:latin typeface="Times New Roman"/>
                <a:ea typeface="Times New Roman"/>
                <a:cs typeface="Times New Roman"/>
                <a:sym typeface="Times New Roman"/>
              </a:rPr>
              <a:t>monitors</a:t>
            </a:r>
            <a:r>
              <a:rPr lang="en-GB">
                <a:latin typeface="Times New Roman"/>
                <a:ea typeface="Times New Roman"/>
                <a:cs typeface="Times New Roman"/>
                <a:sym typeface="Times New Roman"/>
              </a:rPr>
              <a:t> activities in alignment with the direction set by the governance body to achieve the enterprise objectives </a:t>
            </a:r>
            <a:r>
              <a:rPr b="1" lang="en-GB">
                <a:latin typeface="Times New Roman"/>
                <a:ea typeface="Times New Roman"/>
                <a:cs typeface="Times New Roman"/>
                <a:sym typeface="Times New Roman"/>
              </a:rPr>
              <a:t>(PBRM).</a:t>
            </a:r>
            <a:endParaRPr b="1">
              <a:latin typeface="Times New Roman"/>
              <a:ea typeface="Times New Roman"/>
              <a:cs typeface="Times New Roman"/>
              <a:sym typeface="Times New Roman"/>
            </a:endParaRPr>
          </a:p>
        </p:txBody>
      </p:sp>
      <p:sp>
        <p:nvSpPr>
          <p:cNvPr id="521" name="Google Shape;521;p3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2" name="Google Shape;522;p39"/>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40"/>
          <p:cNvSpPr txBox="1"/>
          <p:nvPr>
            <p:ph type="title"/>
          </p:nvPr>
        </p:nvSpPr>
        <p:spPr>
          <a:xfrm>
            <a:off x="914400" y="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In Summary …</a:t>
            </a:r>
            <a:endParaRPr/>
          </a:p>
        </p:txBody>
      </p:sp>
      <p:sp>
        <p:nvSpPr>
          <p:cNvPr id="529" name="Google Shape;529;p40"/>
          <p:cNvSpPr txBox="1"/>
          <p:nvPr>
            <p:ph idx="1" type="body"/>
          </p:nvPr>
        </p:nvSpPr>
        <p:spPr>
          <a:xfrm>
            <a:off x="457200" y="1905000"/>
            <a:ext cx="7848600" cy="3429000"/>
          </a:xfrm>
          <a:prstGeom prst="rect">
            <a:avLst/>
          </a:prstGeom>
          <a:noFill/>
          <a:ln>
            <a:noFill/>
          </a:ln>
        </p:spPr>
        <p:txBody>
          <a:bodyPr anchorCtr="0" anchor="t" bIns="45700" lIns="91425" spcFirstLastPara="1" rIns="91425" wrap="square" tIns="45700">
            <a:noAutofit/>
          </a:bodyPr>
          <a:lstStyle/>
          <a:p>
            <a:pPr indent="-5080" lvl="0" marL="465455" rtl="0" algn="l">
              <a:spcBef>
                <a:spcPts val="0"/>
              </a:spcBef>
              <a:spcAft>
                <a:spcPts val="0"/>
              </a:spcAft>
              <a:buSzPts val="2470"/>
              <a:buChar char="•"/>
            </a:pPr>
            <a:r>
              <a:rPr b="1" lang="en-GB">
                <a:latin typeface="Times New Roman"/>
                <a:ea typeface="Times New Roman"/>
                <a:cs typeface="Times New Roman"/>
                <a:sym typeface="Times New Roman"/>
              </a:rPr>
              <a:t>COBIT 5 </a:t>
            </a:r>
            <a:r>
              <a:rPr lang="en-GB">
                <a:latin typeface="Times New Roman"/>
                <a:ea typeface="Times New Roman"/>
                <a:cs typeface="Times New Roman"/>
                <a:sym typeface="Times New Roman"/>
              </a:rPr>
              <a:t>brings together the </a:t>
            </a:r>
            <a:r>
              <a:rPr b="1" lang="en-GB">
                <a:latin typeface="Times New Roman"/>
                <a:ea typeface="Times New Roman"/>
                <a:cs typeface="Times New Roman"/>
                <a:sym typeface="Times New Roman"/>
              </a:rPr>
              <a:t>five principles</a:t>
            </a:r>
            <a:r>
              <a:rPr lang="en-GB">
                <a:latin typeface="Times New Roman"/>
                <a:ea typeface="Times New Roman"/>
                <a:cs typeface="Times New Roman"/>
                <a:sym typeface="Times New Roman"/>
              </a:rPr>
              <a:t> that allow the enterprise to build an effective </a:t>
            </a:r>
            <a:r>
              <a:rPr b="1" lang="en-GB">
                <a:latin typeface="Times New Roman"/>
                <a:ea typeface="Times New Roman"/>
                <a:cs typeface="Times New Roman"/>
                <a:sym typeface="Times New Roman"/>
              </a:rPr>
              <a:t>governance</a:t>
            </a:r>
            <a:r>
              <a:rPr lang="en-GB">
                <a:latin typeface="Times New Roman"/>
                <a:ea typeface="Times New Roman"/>
                <a:cs typeface="Times New Roman"/>
                <a:sym typeface="Times New Roman"/>
              </a:rPr>
              <a:t> and </a:t>
            </a:r>
            <a:r>
              <a:rPr b="1" lang="en-GB">
                <a:latin typeface="Times New Roman"/>
                <a:ea typeface="Times New Roman"/>
                <a:cs typeface="Times New Roman"/>
                <a:sym typeface="Times New Roman"/>
              </a:rPr>
              <a:t>management</a:t>
            </a:r>
            <a:r>
              <a:rPr lang="en-GB">
                <a:latin typeface="Times New Roman"/>
                <a:ea typeface="Times New Roman"/>
                <a:cs typeface="Times New Roman"/>
                <a:sym typeface="Times New Roman"/>
              </a:rPr>
              <a:t> framework based on a holistic set of </a:t>
            </a:r>
            <a:r>
              <a:rPr b="1" lang="en-GB">
                <a:latin typeface="Times New Roman"/>
                <a:ea typeface="Times New Roman"/>
                <a:cs typeface="Times New Roman"/>
                <a:sym typeface="Times New Roman"/>
              </a:rPr>
              <a:t>seven enablers</a:t>
            </a:r>
            <a:r>
              <a:rPr lang="en-GB">
                <a:latin typeface="Times New Roman"/>
                <a:ea typeface="Times New Roman"/>
                <a:cs typeface="Times New Roman"/>
                <a:sym typeface="Times New Roman"/>
              </a:rPr>
              <a:t> that optimises </a:t>
            </a:r>
            <a:r>
              <a:rPr b="1" lang="en-GB">
                <a:latin typeface="Times New Roman"/>
                <a:ea typeface="Times New Roman"/>
                <a:cs typeface="Times New Roman"/>
                <a:sym typeface="Times New Roman"/>
              </a:rPr>
              <a:t>information</a:t>
            </a:r>
            <a:r>
              <a:rPr lang="en-GB">
                <a:latin typeface="Times New Roman"/>
                <a:ea typeface="Times New Roman"/>
                <a:cs typeface="Times New Roman"/>
                <a:sym typeface="Times New Roman"/>
              </a:rPr>
              <a:t> and </a:t>
            </a:r>
            <a:r>
              <a:rPr b="1" lang="en-GB">
                <a:latin typeface="Times New Roman"/>
                <a:ea typeface="Times New Roman"/>
                <a:cs typeface="Times New Roman"/>
                <a:sym typeface="Times New Roman"/>
              </a:rPr>
              <a:t>technology</a:t>
            </a:r>
            <a:r>
              <a:rPr lang="en-GB">
                <a:latin typeface="Times New Roman"/>
                <a:ea typeface="Times New Roman"/>
                <a:cs typeface="Times New Roman"/>
                <a:sym typeface="Times New Roman"/>
              </a:rPr>
              <a:t> investment and use for the benefit of stakeholders</a:t>
            </a:r>
            <a:r>
              <a:rPr lang="en-GB"/>
              <a:t>.</a:t>
            </a:r>
            <a:endParaRPr/>
          </a:p>
        </p:txBody>
      </p:sp>
      <p:sp>
        <p:nvSpPr>
          <p:cNvPr id="530" name="Google Shape;530;p40"/>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1"/>
          <p:cNvSpPr txBox="1"/>
          <p:nvPr>
            <p:ph type="ctrTitle"/>
          </p:nvPr>
        </p:nvSpPr>
        <p:spPr>
          <a:xfrm>
            <a:off x="609600" y="2895599"/>
            <a:ext cx="7772400" cy="1470025"/>
          </a:xfrm>
          <a:prstGeom prst="rect">
            <a:avLst/>
          </a:prstGeom>
          <a:noFill/>
          <a:ln>
            <a:noFill/>
          </a:ln>
        </p:spPr>
        <p:txBody>
          <a:bodyPr anchorCtr="0" anchor="b" bIns="0" lIns="0" spcFirstLastPara="1" rIns="18275" wrap="square" tIns="0">
            <a:normAutofit fontScale="90000"/>
          </a:bodyPr>
          <a:lstStyle/>
          <a:p>
            <a:pPr indent="0" lvl="0" marL="0" marR="0" rtl="0" algn="ctr">
              <a:lnSpc>
                <a:spcPct val="100000"/>
              </a:lnSpc>
              <a:spcBef>
                <a:spcPts val="0"/>
              </a:spcBef>
              <a:spcAft>
                <a:spcPts val="0"/>
              </a:spcAft>
              <a:buClr>
                <a:srgbClr val="C4E2FC"/>
              </a:buClr>
              <a:buSzPct val="100000"/>
              <a:buFont typeface="Calibri"/>
              <a:buNone/>
            </a:pPr>
            <a:r>
              <a:rPr b="1" i="1" lang="en-GB" sz="5600" u="none" cap="none" strike="noStrike">
                <a:solidFill>
                  <a:srgbClr val="C4E2FC"/>
                </a:solidFill>
                <a:latin typeface="Calibri"/>
                <a:ea typeface="Calibri"/>
                <a:cs typeface="Calibri"/>
                <a:sym typeface="Calibri"/>
              </a:rPr>
              <a:t>COBIT 5 for Information Security </a:t>
            </a:r>
            <a:br>
              <a:rPr b="1" i="0" lang="en-GB" sz="5600" u="none" cap="none" strike="noStrike">
                <a:solidFill>
                  <a:srgbClr val="4CE0EA"/>
                </a:solidFill>
                <a:latin typeface="Calibri"/>
                <a:ea typeface="Calibri"/>
                <a:cs typeface="Calibri"/>
                <a:sym typeface="Calibri"/>
              </a:rPr>
            </a:br>
            <a:endParaRPr b="1" i="0" sz="5600" u="none" cap="none" strike="noStrike">
              <a:solidFill>
                <a:srgbClr val="4CE0EA"/>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42"/>
          <p:cNvSpPr/>
          <p:nvPr/>
        </p:nvSpPr>
        <p:spPr>
          <a:xfrm>
            <a:off x="685800" y="0"/>
            <a:ext cx="8458200" cy="11382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5000"/>
              <a:buFont typeface="Calibri"/>
              <a:buNone/>
            </a:pPr>
            <a:r>
              <a:rPr b="0" i="0" lang="en-GB" sz="5000" u="none" cap="none" strike="noStrike">
                <a:solidFill>
                  <a:schemeClr val="dk2"/>
                </a:solidFill>
                <a:latin typeface="Calibri"/>
                <a:ea typeface="Calibri"/>
                <a:cs typeface="Calibri"/>
                <a:sym typeface="Calibri"/>
              </a:rPr>
              <a:t>COBIT 5 Product Family </a:t>
            </a:r>
            <a:endParaRPr b="0" i="0" sz="5000" u="none" cap="none" strike="noStrike">
              <a:solidFill>
                <a:schemeClr val="dk2"/>
              </a:solidFill>
              <a:latin typeface="Calibri"/>
              <a:ea typeface="Calibri"/>
              <a:cs typeface="Calibri"/>
              <a:sym typeface="Calibri"/>
            </a:endParaRPr>
          </a:p>
        </p:txBody>
      </p:sp>
      <p:sp>
        <p:nvSpPr>
          <p:cNvPr id="543" name="Google Shape;543;p42"/>
          <p:cNvSpPr/>
          <p:nvPr/>
        </p:nvSpPr>
        <p:spPr>
          <a:xfrm>
            <a:off x="1219200" y="4953000"/>
            <a:ext cx="6477000" cy="24606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000">
                <a:solidFill>
                  <a:schemeClr val="dk1"/>
                </a:solidFill>
                <a:latin typeface="Arial"/>
                <a:ea typeface="Arial"/>
                <a:cs typeface="Arial"/>
                <a:sym typeface="Arial"/>
              </a:rPr>
              <a:t>Source:  </a:t>
            </a:r>
            <a:r>
              <a:rPr i="1" lang="en-GB" sz="1000">
                <a:solidFill>
                  <a:schemeClr val="dk1"/>
                </a:solidFill>
                <a:latin typeface="Arial"/>
                <a:ea typeface="Arial"/>
                <a:cs typeface="Arial"/>
                <a:sym typeface="Arial"/>
              </a:rPr>
              <a:t>COBIT</a:t>
            </a:r>
            <a:r>
              <a:rPr baseline="30000" i="1" lang="en-GB" sz="1000">
                <a:solidFill>
                  <a:schemeClr val="dk1"/>
                </a:solidFill>
                <a:latin typeface="Arial"/>
                <a:ea typeface="Arial"/>
                <a:cs typeface="Arial"/>
                <a:sym typeface="Arial"/>
              </a:rPr>
              <a:t>®</a:t>
            </a:r>
            <a:r>
              <a:rPr i="1" lang="en-GB" sz="1000">
                <a:solidFill>
                  <a:schemeClr val="dk1"/>
                </a:solidFill>
                <a:latin typeface="Arial"/>
                <a:ea typeface="Arial"/>
                <a:cs typeface="Arial"/>
                <a:sym typeface="Arial"/>
              </a:rPr>
              <a:t> 5 for Information Security</a:t>
            </a:r>
            <a:r>
              <a:rPr lang="en-GB" sz="1000">
                <a:solidFill>
                  <a:schemeClr val="dk1"/>
                </a:solidFill>
                <a:latin typeface="Arial"/>
                <a:ea typeface="Arial"/>
                <a:cs typeface="Arial"/>
                <a:sym typeface="Arial"/>
              </a:rPr>
              <a:t>, figure 1. © 2012 ISACA</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All rights reserved.</a:t>
            </a:r>
            <a:endParaRPr sz="1000">
              <a:solidFill>
                <a:schemeClr val="dk1"/>
              </a:solidFill>
              <a:latin typeface="Arial"/>
              <a:ea typeface="Arial"/>
              <a:cs typeface="Arial"/>
              <a:sym typeface="Arial"/>
            </a:endParaRPr>
          </a:p>
        </p:txBody>
      </p:sp>
      <p:sp>
        <p:nvSpPr>
          <p:cNvPr id="544" name="Google Shape;544;p42"/>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pic>
        <p:nvPicPr>
          <p:cNvPr id="545" name="Google Shape;545;p42"/>
          <p:cNvPicPr preferRelativeResize="0"/>
          <p:nvPr/>
        </p:nvPicPr>
        <p:blipFill rotWithShape="1">
          <a:blip r:embed="rId3">
            <a:alphaModFix/>
          </a:blip>
          <a:srcRect b="0" l="0" r="0" t="0"/>
          <a:stretch/>
        </p:blipFill>
        <p:spPr>
          <a:xfrm>
            <a:off x="900113" y="1881188"/>
            <a:ext cx="7343775" cy="30956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43"/>
          <p:cNvSpPr txBox="1"/>
          <p:nvPr>
            <p:ph idx="1" type="body"/>
          </p:nvPr>
        </p:nvSpPr>
        <p:spPr>
          <a:xfrm>
            <a:off x="5257800" y="1828800"/>
            <a:ext cx="3429000" cy="4297363"/>
          </a:xfrm>
          <a:prstGeom prst="rect">
            <a:avLst/>
          </a:prstGeom>
          <a:noFill/>
          <a:ln>
            <a:noFill/>
          </a:ln>
        </p:spPr>
        <p:txBody>
          <a:bodyPr anchorCtr="0" anchor="t" bIns="45700" lIns="91425" spcFirstLastPara="1" rIns="91425" wrap="square" tIns="45700">
            <a:noAutofit/>
          </a:bodyPr>
          <a:lstStyle/>
          <a:p>
            <a:pPr indent="-273050" lvl="0" marL="273050" rtl="0" algn="l">
              <a:spcBef>
                <a:spcPts val="0"/>
              </a:spcBef>
              <a:spcAft>
                <a:spcPts val="0"/>
              </a:spcAft>
              <a:buClr>
                <a:srgbClr val="990033"/>
              </a:buClr>
              <a:buSzPts val="3420"/>
              <a:buFont typeface="Noto Sans Symbols"/>
              <a:buChar char="✔"/>
            </a:pPr>
            <a:r>
              <a:rPr lang="en-GB" sz="3600">
                <a:latin typeface="Arial Narrow"/>
                <a:ea typeface="Arial Narrow"/>
                <a:cs typeface="Arial Narrow"/>
                <a:sym typeface="Arial Narrow"/>
              </a:rPr>
              <a:t>Extended view of COBIT5</a:t>
            </a:r>
            <a:endParaRPr sz="3600">
              <a:latin typeface="Arial Narrow"/>
              <a:ea typeface="Arial Narrow"/>
              <a:cs typeface="Arial Narrow"/>
              <a:sym typeface="Arial Narrow"/>
            </a:endParaRPr>
          </a:p>
          <a:p>
            <a:pPr indent="-273050" lvl="0" marL="273050" rtl="0" algn="l">
              <a:spcBef>
                <a:spcPts val="720"/>
              </a:spcBef>
              <a:spcAft>
                <a:spcPts val="0"/>
              </a:spcAft>
              <a:buClr>
                <a:srgbClr val="990033"/>
              </a:buClr>
              <a:buSzPts val="3420"/>
              <a:buFont typeface="Noto Sans Symbols"/>
              <a:buChar char="✔"/>
            </a:pPr>
            <a:r>
              <a:rPr lang="en-GB" sz="3600">
                <a:latin typeface="Arial Narrow"/>
                <a:ea typeface="Arial Narrow"/>
                <a:cs typeface="Arial Narrow"/>
                <a:sym typeface="Arial Narrow"/>
              </a:rPr>
              <a:t>Explains each component from info security perspective</a:t>
            </a:r>
            <a:endParaRPr sz="3600">
              <a:latin typeface="Arial Narrow"/>
              <a:ea typeface="Arial Narrow"/>
              <a:cs typeface="Arial Narrow"/>
              <a:sym typeface="Arial Narrow"/>
            </a:endParaRPr>
          </a:p>
        </p:txBody>
      </p:sp>
      <p:pic>
        <p:nvPicPr>
          <p:cNvPr descr="C:\Users\jseago\AppData\Local\Microsoft\Windows\Temporary Internet Files\Content.IE5\XPWKXKQI\MC900410945[1].wmf" id="552" name="Google Shape;552;p43"/>
          <p:cNvPicPr preferRelativeResize="0"/>
          <p:nvPr/>
        </p:nvPicPr>
        <p:blipFill rotWithShape="1">
          <a:blip r:embed="rId3">
            <a:alphaModFix/>
          </a:blip>
          <a:srcRect b="0" l="0" r="0" t="0"/>
          <a:stretch/>
        </p:blipFill>
        <p:spPr>
          <a:xfrm>
            <a:off x="762000" y="2209800"/>
            <a:ext cx="4375150" cy="3113088"/>
          </a:xfrm>
          <a:prstGeom prst="rect">
            <a:avLst/>
          </a:prstGeom>
          <a:noFill/>
          <a:ln>
            <a:noFill/>
          </a:ln>
        </p:spPr>
      </p:pic>
      <p:sp>
        <p:nvSpPr>
          <p:cNvPr id="553" name="Google Shape;553;p43"/>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
        <p:nvSpPr>
          <p:cNvPr id="554" name="Google Shape;554;p43"/>
          <p:cNvSpPr txBox="1"/>
          <p:nvPr>
            <p:ph type="title"/>
          </p:nvPr>
        </p:nvSpPr>
        <p:spPr>
          <a:xfrm>
            <a:off x="533400" y="304800"/>
            <a:ext cx="8610600" cy="815975"/>
          </a:xfrm>
          <a:prstGeom prst="rect">
            <a:avLst/>
          </a:prstGeom>
          <a:noFill/>
          <a:ln>
            <a:noFill/>
          </a:ln>
        </p:spPr>
        <p:txBody>
          <a:bodyPr anchorCtr="0" anchor="b" bIns="0" lIns="0" spcFirstLastPara="1" rIns="0" wrap="square" tIns="45700">
            <a:spAutoFit/>
          </a:bodyPr>
          <a:lstStyle/>
          <a:p>
            <a:pPr indent="0" lvl="0" marL="0" marR="0" rtl="0" algn="l">
              <a:lnSpc>
                <a:spcPct val="100000"/>
              </a:lnSpc>
              <a:spcBef>
                <a:spcPts val="0"/>
              </a:spcBef>
              <a:spcAft>
                <a:spcPts val="0"/>
              </a:spcAft>
              <a:buClr>
                <a:schemeClr val="dk2"/>
              </a:buClr>
              <a:buSzPts val="5000"/>
              <a:buFont typeface="Calibri"/>
              <a:buNone/>
            </a:pPr>
            <a:r>
              <a:rPr b="0" i="1" lang="en-GB" sz="5000" u="none" cap="none" strike="noStrike">
                <a:solidFill>
                  <a:schemeClr val="dk2"/>
                </a:solidFill>
                <a:latin typeface="Calibri"/>
                <a:ea typeface="Calibri"/>
                <a:cs typeface="Calibri"/>
                <a:sym typeface="Calibri"/>
              </a:rPr>
              <a:t>COBIT 5 for Information Security </a:t>
            </a:r>
            <a:endParaRPr b="0" i="1" sz="5000" u="none" cap="none" strike="noStrike">
              <a:solidFill>
                <a:schemeClr val="dk2"/>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4"/>
          <p:cNvSpPr/>
          <p:nvPr/>
        </p:nvSpPr>
        <p:spPr>
          <a:xfrm>
            <a:off x="4191000" y="5257800"/>
            <a:ext cx="3276600" cy="762000"/>
          </a:xfrm>
          <a:prstGeom prst="rect">
            <a:avLst/>
          </a:prstGeom>
          <a:solidFill>
            <a:srgbClr val="3B2AA2"/>
          </a:solidFill>
          <a:ln cap="flat" cmpd="sng" w="25400">
            <a:solidFill>
              <a:srgbClr val="3B2AA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561" name="Google Shape;561;p44"/>
          <p:cNvSpPr/>
          <p:nvPr/>
        </p:nvSpPr>
        <p:spPr>
          <a:xfrm>
            <a:off x="2438400" y="4191000"/>
            <a:ext cx="3276600" cy="762000"/>
          </a:xfrm>
          <a:prstGeom prst="rect">
            <a:avLst/>
          </a:prstGeom>
          <a:solidFill>
            <a:srgbClr val="7030A0"/>
          </a:solidFill>
          <a:ln cap="flat" cmpd="sng" w="25400">
            <a:solidFill>
              <a:srgbClr val="7030A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562" name="Google Shape;562;p44"/>
          <p:cNvSpPr/>
          <p:nvPr/>
        </p:nvSpPr>
        <p:spPr>
          <a:xfrm>
            <a:off x="3352800" y="2971800"/>
            <a:ext cx="3657600" cy="762000"/>
          </a:xfrm>
          <a:prstGeom prst="rect">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563" name="Google Shape;563;p44"/>
          <p:cNvSpPr/>
          <p:nvPr/>
        </p:nvSpPr>
        <p:spPr>
          <a:xfrm>
            <a:off x="1828800" y="1828800"/>
            <a:ext cx="3276600" cy="762000"/>
          </a:xfrm>
          <a:prstGeom prst="rect">
            <a:avLst/>
          </a:prstGeom>
          <a:solidFill>
            <a:srgbClr val="990033"/>
          </a:solidFill>
          <a:ln cap="flat" cmpd="sng" w="254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564" name="Google Shape;564;p44"/>
          <p:cNvSpPr txBox="1"/>
          <p:nvPr>
            <p:ph type="title"/>
          </p:nvPr>
        </p:nvSpPr>
        <p:spPr>
          <a:xfrm>
            <a:off x="914400" y="0"/>
            <a:ext cx="8229600" cy="12954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b="1" lang="en-GB" sz="3200">
                <a:solidFill>
                  <a:srgbClr val="FFC000"/>
                </a:solidFill>
                <a:latin typeface="Arial Narrow"/>
                <a:ea typeface="Arial Narrow"/>
                <a:cs typeface="Arial Narrow"/>
                <a:sym typeface="Arial Narrow"/>
              </a:rPr>
              <a:t>	</a:t>
            </a:r>
            <a:r>
              <a:rPr lang="en-GB"/>
              <a:t>What does it contain?</a:t>
            </a:r>
            <a:endParaRPr/>
          </a:p>
        </p:txBody>
      </p:sp>
      <p:pic>
        <p:nvPicPr>
          <p:cNvPr descr="C:\Users\jseago\AppData\Local\Microsoft\Windows\Temporary Internet Files\Content.IE5\8GYOG5YI\MP910216311[1].png" id="565" name="Google Shape;565;p44"/>
          <p:cNvPicPr preferRelativeResize="0"/>
          <p:nvPr/>
        </p:nvPicPr>
        <p:blipFill rotWithShape="1">
          <a:blip r:embed="rId3">
            <a:alphaModFix/>
          </a:blip>
          <a:srcRect b="0" l="0" r="0" t="0"/>
          <a:stretch/>
        </p:blipFill>
        <p:spPr>
          <a:xfrm>
            <a:off x="304800" y="1143000"/>
            <a:ext cx="2108200" cy="2108200"/>
          </a:xfrm>
          <a:prstGeom prst="rect">
            <a:avLst/>
          </a:prstGeom>
          <a:noFill/>
          <a:ln>
            <a:noFill/>
          </a:ln>
        </p:spPr>
      </p:pic>
      <p:pic>
        <p:nvPicPr>
          <p:cNvPr descr="C:\Users\jseago\AppData\Local\Microsoft\Windows\Temporary Internet Files\Content.IE5\6KWBSXRH\MP900403414[1].jpg" id="566" name="Google Shape;566;p44"/>
          <p:cNvPicPr preferRelativeResize="0"/>
          <p:nvPr/>
        </p:nvPicPr>
        <p:blipFill rotWithShape="1">
          <a:blip r:embed="rId4">
            <a:alphaModFix/>
          </a:blip>
          <a:srcRect b="0" l="0" r="0" t="0"/>
          <a:stretch/>
        </p:blipFill>
        <p:spPr>
          <a:xfrm>
            <a:off x="6858000" y="2514600"/>
            <a:ext cx="1905000" cy="1524000"/>
          </a:xfrm>
          <a:prstGeom prst="rect">
            <a:avLst/>
          </a:prstGeom>
          <a:noFill/>
          <a:ln>
            <a:noFill/>
          </a:ln>
        </p:spPr>
      </p:pic>
      <p:pic>
        <p:nvPicPr>
          <p:cNvPr descr="C:\Users\jseago\AppData\Local\Microsoft\Windows\Temporary Internet Files\Content.IE5\J4CO0G1C\MP900398749[1].jpg" id="567" name="Google Shape;567;p44"/>
          <p:cNvPicPr preferRelativeResize="0"/>
          <p:nvPr/>
        </p:nvPicPr>
        <p:blipFill rotWithShape="1">
          <a:blip r:embed="rId5">
            <a:alphaModFix/>
          </a:blip>
          <a:srcRect b="0" l="0" r="0" t="0"/>
          <a:stretch/>
        </p:blipFill>
        <p:spPr>
          <a:xfrm>
            <a:off x="762000" y="3962400"/>
            <a:ext cx="1981200" cy="1414463"/>
          </a:xfrm>
          <a:prstGeom prst="rect">
            <a:avLst/>
          </a:prstGeom>
          <a:noFill/>
          <a:ln>
            <a:noFill/>
          </a:ln>
        </p:spPr>
      </p:pic>
      <p:pic>
        <p:nvPicPr>
          <p:cNvPr descr="C:\Users\jseago\AppData\Local\Microsoft\Windows\Temporary Internet Files\Content.IE5\IXAARRA0\MC900290924[1].wmf" id="568" name="Google Shape;568;p44"/>
          <p:cNvPicPr preferRelativeResize="0"/>
          <p:nvPr/>
        </p:nvPicPr>
        <p:blipFill rotWithShape="1">
          <a:blip r:embed="rId6">
            <a:alphaModFix/>
          </a:blip>
          <a:srcRect b="0" l="0" r="0" t="0"/>
          <a:stretch/>
        </p:blipFill>
        <p:spPr>
          <a:xfrm>
            <a:off x="6553200" y="4724400"/>
            <a:ext cx="1692275" cy="1665288"/>
          </a:xfrm>
          <a:prstGeom prst="rect">
            <a:avLst/>
          </a:prstGeom>
          <a:noFill/>
          <a:ln>
            <a:noFill/>
          </a:ln>
        </p:spPr>
      </p:pic>
      <p:sp>
        <p:nvSpPr>
          <p:cNvPr id="569" name="Google Shape;569;p44"/>
          <p:cNvSpPr txBox="1"/>
          <p:nvPr/>
        </p:nvSpPr>
        <p:spPr>
          <a:xfrm>
            <a:off x="4343400" y="5410200"/>
            <a:ext cx="253365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lt1"/>
                </a:solidFill>
                <a:latin typeface="Arial Narrow"/>
                <a:ea typeface="Arial Narrow"/>
                <a:cs typeface="Arial Narrow"/>
                <a:sym typeface="Arial Narrow"/>
              </a:rPr>
              <a:t>Alignment with standards</a:t>
            </a:r>
            <a:endParaRPr sz="2000">
              <a:solidFill>
                <a:schemeClr val="lt1"/>
              </a:solidFill>
              <a:latin typeface="Arial Narrow"/>
              <a:ea typeface="Arial Narrow"/>
              <a:cs typeface="Arial Narrow"/>
              <a:sym typeface="Arial Narrow"/>
            </a:endParaRPr>
          </a:p>
        </p:txBody>
      </p:sp>
      <p:sp>
        <p:nvSpPr>
          <p:cNvPr id="570" name="Google Shape;570;p44"/>
          <p:cNvSpPr txBox="1"/>
          <p:nvPr/>
        </p:nvSpPr>
        <p:spPr>
          <a:xfrm>
            <a:off x="2895600" y="4343400"/>
            <a:ext cx="207962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lt1"/>
                </a:solidFill>
                <a:latin typeface="Arial Narrow"/>
                <a:ea typeface="Arial Narrow"/>
                <a:cs typeface="Arial Narrow"/>
                <a:sym typeface="Arial Narrow"/>
              </a:rPr>
              <a:t>Enablers for support</a:t>
            </a:r>
            <a:endParaRPr sz="2000">
              <a:solidFill>
                <a:schemeClr val="lt1"/>
              </a:solidFill>
              <a:latin typeface="Arial Narrow"/>
              <a:ea typeface="Arial Narrow"/>
              <a:cs typeface="Arial Narrow"/>
              <a:sym typeface="Arial Narrow"/>
            </a:endParaRPr>
          </a:p>
        </p:txBody>
      </p:sp>
      <p:sp>
        <p:nvSpPr>
          <p:cNvPr id="571" name="Google Shape;571;p44"/>
          <p:cNvSpPr txBox="1"/>
          <p:nvPr/>
        </p:nvSpPr>
        <p:spPr>
          <a:xfrm>
            <a:off x="3429000" y="3124200"/>
            <a:ext cx="358775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lt1"/>
                </a:solidFill>
                <a:latin typeface="Arial Narrow"/>
                <a:ea typeface="Arial Narrow"/>
                <a:cs typeface="Arial Narrow"/>
                <a:sym typeface="Arial Narrow"/>
              </a:rPr>
              <a:t>Principles from infosec perspective</a:t>
            </a:r>
            <a:endParaRPr sz="2000">
              <a:solidFill>
                <a:schemeClr val="lt1"/>
              </a:solidFill>
              <a:latin typeface="Arial Narrow"/>
              <a:ea typeface="Arial Narrow"/>
              <a:cs typeface="Arial Narrow"/>
              <a:sym typeface="Arial Narrow"/>
            </a:endParaRPr>
          </a:p>
        </p:txBody>
      </p:sp>
      <p:sp>
        <p:nvSpPr>
          <p:cNvPr id="572" name="Google Shape;572;p44"/>
          <p:cNvSpPr txBox="1"/>
          <p:nvPr/>
        </p:nvSpPr>
        <p:spPr>
          <a:xfrm>
            <a:off x="2209800" y="1981200"/>
            <a:ext cx="358775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lt1"/>
                </a:solidFill>
                <a:latin typeface="Arial Narrow"/>
                <a:ea typeface="Arial Narrow"/>
                <a:cs typeface="Arial Narrow"/>
                <a:sym typeface="Arial Narrow"/>
              </a:rPr>
              <a:t>Guidance on drivers, benefits</a:t>
            </a:r>
            <a:endParaRPr sz="2000">
              <a:solidFill>
                <a:schemeClr val="lt1"/>
              </a:solidFill>
              <a:latin typeface="Arial Narrow"/>
              <a:ea typeface="Arial Narrow"/>
              <a:cs typeface="Arial Narrow"/>
              <a:sym typeface="Arial Narrow"/>
            </a:endParaRPr>
          </a:p>
        </p:txBody>
      </p:sp>
      <p:sp>
        <p:nvSpPr>
          <p:cNvPr id="573" name="Google Shape;573;p44"/>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45"/>
          <p:cNvSpPr txBox="1"/>
          <p:nvPr>
            <p:ph type="title"/>
          </p:nvPr>
        </p:nvSpPr>
        <p:spPr>
          <a:xfrm>
            <a:off x="685800" y="0"/>
            <a:ext cx="84582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Drivers</a:t>
            </a:r>
            <a:endParaRPr/>
          </a:p>
        </p:txBody>
      </p:sp>
      <p:sp>
        <p:nvSpPr>
          <p:cNvPr id="580" name="Google Shape;580;p45"/>
          <p:cNvSpPr txBox="1"/>
          <p:nvPr>
            <p:ph idx="1" type="body"/>
          </p:nvPr>
        </p:nvSpPr>
        <p:spPr>
          <a:xfrm>
            <a:off x="1219200" y="1371600"/>
            <a:ext cx="7620000" cy="4876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BD0D9"/>
              </a:buClr>
              <a:buSzPts val="2470"/>
              <a:buFont typeface="Times New Roman"/>
              <a:buNone/>
            </a:pPr>
            <a:r>
              <a:rPr b="1" i="0" lang="en-GB" sz="2600" u="none" cap="none" strike="noStrike">
                <a:solidFill>
                  <a:schemeClr val="dk1"/>
                </a:solidFill>
                <a:latin typeface="Times New Roman"/>
                <a:ea typeface="Times New Roman"/>
                <a:cs typeface="Times New Roman"/>
                <a:sym typeface="Times New Roman"/>
              </a:rPr>
              <a:t>The major drivers for the development of </a:t>
            </a:r>
            <a:r>
              <a:rPr b="1" i="1" lang="en-GB" sz="2600" u="none" cap="none" strike="noStrike">
                <a:solidFill>
                  <a:schemeClr val="dk1"/>
                </a:solidFill>
                <a:latin typeface="Times New Roman"/>
                <a:ea typeface="Times New Roman"/>
                <a:cs typeface="Times New Roman"/>
                <a:sym typeface="Times New Roman"/>
              </a:rPr>
              <a:t>COBIT 5 for Information Security</a:t>
            </a:r>
            <a:r>
              <a:rPr b="1" i="0" lang="en-GB" sz="2600" u="none" cap="none" strike="noStrike">
                <a:solidFill>
                  <a:schemeClr val="dk1"/>
                </a:solidFill>
                <a:latin typeface="Times New Roman"/>
                <a:ea typeface="Times New Roman"/>
                <a:cs typeface="Times New Roman"/>
                <a:sym typeface="Times New Roman"/>
              </a:rPr>
              <a:t> include:</a:t>
            </a:r>
            <a:endParaRPr b="0" i="0" sz="2600" u="none" cap="none" strike="noStrike">
              <a:solidFill>
                <a:schemeClr val="dk1"/>
              </a:solidFill>
              <a:latin typeface="Times New Roman"/>
              <a:ea typeface="Times New Roman"/>
              <a:cs typeface="Times New Roman"/>
              <a:sym typeface="Times New Roman"/>
            </a:endParaRPr>
          </a:p>
          <a:p>
            <a:pPr indent="-273050" lvl="0" marL="273050" marR="0" rtl="0" algn="l">
              <a:lnSpc>
                <a:spcPct val="100000"/>
              </a:lnSpc>
              <a:spcBef>
                <a:spcPts val="440"/>
              </a:spcBef>
              <a:spcAft>
                <a:spcPts val="0"/>
              </a:spcAft>
              <a:buClr>
                <a:srgbClr val="0BD0D9"/>
              </a:buClr>
              <a:buSzPts val="2090"/>
              <a:buFont typeface="Times New Roman"/>
              <a:buAutoNum type="arabicPeriod"/>
            </a:pPr>
            <a:r>
              <a:rPr b="0" i="0" lang="en-GB" sz="2200" u="none" cap="none" strike="noStrike">
                <a:solidFill>
                  <a:schemeClr val="dk1"/>
                </a:solidFill>
                <a:latin typeface="Times New Roman"/>
                <a:ea typeface="Times New Roman"/>
                <a:cs typeface="Times New Roman"/>
                <a:sym typeface="Times New Roman"/>
              </a:rPr>
              <a:t>The need to describe information security in an enterprise context</a:t>
            </a:r>
            <a:endParaRPr b="0" i="0" sz="2200" u="none" cap="none" strike="noStrike">
              <a:solidFill>
                <a:srgbClr val="FF0000"/>
              </a:solidFill>
              <a:latin typeface="Times New Roman"/>
              <a:ea typeface="Times New Roman"/>
              <a:cs typeface="Times New Roman"/>
              <a:sym typeface="Times New Roman"/>
            </a:endParaRPr>
          </a:p>
          <a:p>
            <a:pPr indent="-273050" lvl="0" marL="273050" marR="0" rtl="0" algn="l">
              <a:lnSpc>
                <a:spcPct val="100000"/>
              </a:lnSpc>
              <a:spcBef>
                <a:spcPts val="440"/>
              </a:spcBef>
              <a:spcAft>
                <a:spcPts val="0"/>
              </a:spcAft>
              <a:buClr>
                <a:srgbClr val="0BD0D9"/>
              </a:buClr>
              <a:buSzPts val="2090"/>
              <a:buFont typeface="Times New Roman"/>
              <a:buAutoNum type="arabicPeriod"/>
            </a:pPr>
            <a:r>
              <a:rPr b="0" i="0" lang="en-GB" sz="2200" u="none" cap="none" strike="noStrike">
                <a:solidFill>
                  <a:schemeClr val="dk1"/>
                </a:solidFill>
                <a:latin typeface="Times New Roman"/>
                <a:ea typeface="Times New Roman"/>
                <a:cs typeface="Times New Roman"/>
                <a:sym typeface="Times New Roman"/>
              </a:rPr>
              <a:t>An increasing need for enterprises to: </a:t>
            </a:r>
            <a:endParaRPr b="0" i="0" sz="2200" u="none" cap="none" strike="noStrike">
              <a:solidFill>
                <a:schemeClr val="dk1"/>
              </a:solidFill>
              <a:latin typeface="Times New Roman"/>
              <a:ea typeface="Times New Roman"/>
              <a:cs typeface="Times New Roman"/>
              <a:sym typeface="Times New Roman"/>
            </a:endParaRPr>
          </a:p>
          <a:p>
            <a:pPr indent="-354330" lvl="1" marL="640080" marR="0" rtl="0" algn="l">
              <a:lnSpc>
                <a:spcPct val="100000"/>
              </a:lnSpc>
              <a:spcBef>
                <a:spcPts val="440"/>
              </a:spcBef>
              <a:spcAft>
                <a:spcPts val="0"/>
              </a:spcAft>
              <a:buClr>
                <a:schemeClr val="accent1"/>
              </a:buClr>
              <a:buSzPts val="1870"/>
              <a:buFont typeface="Noto Sans Symbols"/>
              <a:buChar char="⚫"/>
            </a:pPr>
            <a:r>
              <a:rPr b="0" i="0" lang="en-GB" sz="2200" u="none" cap="none" strike="noStrike">
                <a:solidFill>
                  <a:schemeClr val="dk1"/>
                </a:solidFill>
                <a:latin typeface="Times New Roman"/>
                <a:ea typeface="Times New Roman"/>
                <a:cs typeface="Times New Roman"/>
                <a:sym typeface="Times New Roman"/>
              </a:rPr>
              <a:t>Keep risk at acceptable levels.</a:t>
            </a:r>
            <a:endParaRPr b="0" i="0" sz="2200" u="none" cap="none" strike="noStrike">
              <a:solidFill>
                <a:schemeClr val="dk1"/>
              </a:solidFill>
              <a:latin typeface="Times New Roman"/>
              <a:ea typeface="Times New Roman"/>
              <a:cs typeface="Times New Roman"/>
              <a:sym typeface="Times New Roman"/>
            </a:endParaRPr>
          </a:p>
          <a:p>
            <a:pPr indent="-354330" lvl="1" marL="640080" marR="0" rtl="0" algn="l">
              <a:lnSpc>
                <a:spcPct val="100000"/>
              </a:lnSpc>
              <a:spcBef>
                <a:spcPts val="440"/>
              </a:spcBef>
              <a:spcAft>
                <a:spcPts val="0"/>
              </a:spcAft>
              <a:buClr>
                <a:schemeClr val="accent1"/>
              </a:buClr>
              <a:buSzPts val="1870"/>
              <a:buFont typeface="Noto Sans Symbols"/>
              <a:buChar char="⚫"/>
            </a:pPr>
            <a:r>
              <a:rPr b="0" i="0" lang="en-GB" sz="2200" u="none" cap="none" strike="noStrike">
                <a:solidFill>
                  <a:schemeClr val="dk1"/>
                </a:solidFill>
                <a:latin typeface="Times New Roman"/>
                <a:ea typeface="Times New Roman"/>
                <a:cs typeface="Times New Roman"/>
                <a:sym typeface="Times New Roman"/>
              </a:rPr>
              <a:t>Maintain availability to systems and services.</a:t>
            </a:r>
            <a:endParaRPr b="0" i="0" sz="2200" u="none" cap="none" strike="noStrike">
              <a:solidFill>
                <a:schemeClr val="dk1"/>
              </a:solidFill>
              <a:latin typeface="Times New Roman"/>
              <a:ea typeface="Times New Roman"/>
              <a:cs typeface="Times New Roman"/>
              <a:sym typeface="Times New Roman"/>
            </a:endParaRPr>
          </a:p>
          <a:p>
            <a:pPr indent="-354330" lvl="1" marL="640080" marR="0" rtl="0" algn="l">
              <a:lnSpc>
                <a:spcPct val="100000"/>
              </a:lnSpc>
              <a:spcBef>
                <a:spcPts val="440"/>
              </a:spcBef>
              <a:spcAft>
                <a:spcPts val="0"/>
              </a:spcAft>
              <a:buClr>
                <a:schemeClr val="accent1"/>
              </a:buClr>
              <a:buSzPts val="1870"/>
              <a:buFont typeface="Noto Sans Symbols"/>
              <a:buChar char="⚫"/>
            </a:pPr>
            <a:r>
              <a:rPr b="0" i="0" lang="en-GB" sz="2200" u="none" cap="none" strike="noStrike">
                <a:solidFill>
                  <a:schemeClr val="dk1"/>
                </a:solidFill>
                <a:latin typeface="Times New Roman"/>
                <a:ea typeface="Times New Roman"/>
                <a:cs typeface="Times New Roman"/>
                <a:sym typeface="Times New Roman"/>
              </a:rPr>
              <a:t>Comply with relevant laws and regulation.</a:t>
            </a:r>
            <a:endParaRPr b="0" i="0" sz="2200" u="none" cap="none" strike="noStrike">
              <a:solidFill>
                <a:schemeClr val="dk1"/>
              </a:solidFill>
              <a:latin typeface="Times New Roman"/>
              <a:ea typeface="Times New Roman"/>
              <a:cs typeface="Times New Roman"/>
              <a:sym typeface="Times New Roman"/>
            </a:endParaRPr>
          </a:p>
          <a:p>
            <a:pPr indent="-273050" lvl="0" marL="273050" marR="0" rtl="0" algn="l">
              <a:lnSpc>
                <a:spcPct val="100000"/>
              </a:lnSpc>
              <a:spcBef>
                <a:spcPts val="440"/>
              </a:spcBef>
              <a:spcAft>
                <a:spcPts val="0"/>
              </a:spcAft>
              <a:buClr>
                <a:srgbClr val="0BD0D9"/>
              </a:buClr>
              <a:buSzPts val="2090"/>
              <a:buFont typeface="Times New Roman"/>
              <a:buAutoNum type="arabicPeriod"/>
            </a:pPr>
            <a:r>
              <a:rPr b="0" i="0" lang="en-GB" sz="2200" u="none" cap="none" strike="noStrike">
                <a:solidFill>
                  <a:schemeClr val="dk1"/>
                </a:solidFill>
                <a:latin typeface="Times New Roman"/>
                <a:ea typeface="Times New Roman"/>
                <a:cs typeface="Times New Roman"/>
                <a:sym typeface="Times New Roman"/>
              </a:rPr>
              <a:t>The need to connect to and align with other major standards and frameworks</a:t>
            </a:r>
            <a:endParaRPr b="0" i="0" sz="2200" u="none" cap="none" strike="noStrike">
              <a:solidFill>
                <a:schemeClr val="dk1"/>
              </a:solidFill>
              <a:latin typeface="Times New Roman"/>
              <a:ea typeface="Times New Roman"/>
              <a:cs typeface="Times New Roman"/>
              <a:sym typeface="Times New Roman"/>
            </a:endParaRPr>
          </a:p>
          <a:p>
            <a:pPr indent="-273050" lvl="0" marL="273050" marR="0" rtl="0" algn="l">
              <a:lnSpc>
                <a:spcPct val="100000"/>
              </a:lnSpc>
              <a:spcBef>
                <a:spcPts val="440"/>
              </a:spcBef>
              <a:spcAft>
                <a:spcPts val="0"/>
              </a:spcAft>
              <a:buClr>
                <a:srgbClr val="0BD0D9"/>
              </a:buClr>
              <a:buSzPts val="2090"/>
              <a:buFont typeface="Times New Roman"/>
              <a:buAutoNum type="arabicPeriod"/>
            </a:pPr>
            <a:r>
              <a:rPr b="0" i="0" lang="en-GB" sz="2200" u="none" cap="none" strike="noStrike">
                <a:solidFill>
                  <a:schemeClr val="dk1"/>
                </a:solidFill>
                <a:latin typeface="Times New Roman"/>
                <a:ea typeface="Times New Roman"/>
                <a:cs typeface="Times New Roman"/>
                <a:sym typeface="Times New Roman"/>
              </a:rPr>
              <a:t>The need to link together all major ISACA research, frameworks and guidance</a:t>
            </a:r>
            <a:endParaRPr b="0" i="0" sz="2200" u="none" cap="none" strike="noStrike">
              <a:solidFill>
                <a:schemeClr val="dk1"/>
              </a:solidFill>
              <a:latin typeface="Times New Roman"/>
              <a:ea typeface="Times New Roman"/>
              <a:cs typeface="Times New Roman"/>
              <a:sym typeface="Times New Roman"/>
            </a:endParaRPr>
          </a:p>
          <a:p>
            <a:pPr indent="-116204" lvl="0" marL="273050" marR="0" rtl="0" algn="l">
              <a:lnSpc>
                <a:spcPct val="100000"/>
              </a:lnSpc>
              <a:spcBef>
                <a:spcPts val="520"/>
              </a:spcBef>
              <a:spcAft>
                <a:spcPts val="0"/>
              </a:spcAft>
              <a:buClr>
                <a:srgbClr val="0BD0D9"/>
              </a:buClr>
              <a:buSzPts val="2470"/>
              <a:buFont typeface="Constantia"/>
              <a:buNone/>
            </a:pPr>
            <a:r>
              <a:t/>
            </a:r>
            <a:endParaRPr b="0" i="0" sz="2600" u="none" cap="none" strike="noStrike">
              <a:solidFill>
                <a:schemeClr val="dk1"/>
              </a:solidFill>
              <a:latin typeface="Times New Roman"/>
              <a:ea typeface="Times New Roman"/>
              <a:cs typeface="Times New Roman"/>
              <a:sym typeface="Times New Roman"/>
            </a:endParaRPr>
          </a:p>
        </p:txBody>
      </p:sp>
      <p:sp>
        <p:nvSpPr>
          <p:cNvPr id="581" name="Google Shape;581;p4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2" name="Google Shape;582;p45"/>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6"/>
          <p:cNvSpPr txBox="1"/>
          <p:nvPr>
            <p:ph type="title"/>
          </p:nvPr>
        </p:nvSpPr>
        <p:spPr>
          <a:xfrm>
            <a:off x="685800" y="0"/>
            <a:ext cx="84582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sz="4800"/>
              <a:t>Benefits</a:t>
            </a:r>
            <a:endParaRPr sz="1800"/>
          </a:p>
        </p:txBody>
      </p:sp>
      <p:sp>
        <p:nvSpPr>
          <p:cNvPr id="589" name="Google Shape;589;p46"/>
          <p:cNvSpPr txBox="1"/>
          <p:nvPr>
            <p:ph idx="1" type="body"/>
          </p:nvPr>
        </p:nvSpPr>
        <p:spPr>
          <a:xfrm>
            <a:off x="685800" y="1143000"/>
            <a:ext cx="8229600" cy="5181600"/>
          </a:xfrm>
          <a:prstGeom prst="rect">
            <a:avLst/>
          </a:prstGeom>
          <a:noFill/>
          <a:ln>
            <a:noFill/>
          </a:ln>
        </p:spPr>
        <p:txBody>
          <a:bodyPr anchorCtr="0" anchor="t" bIns="45700" lIns="91425" spcFirstLastPara="1" rIns="91425" wrap="square" tIns="45700">
            <a:normAutofit fontScale="77500" lnSpcReduction="20000"/>
          </a:bodyPr>
          <a:lstStyle/>
          <a:p>
            <a:pPr indent="-274320" lvl="0" marL="274320" marR="0" rtl="0" algn="l">
              <a:lnSpc>
                <a:spcPct val="100000"/>
              </a:lnSpc>
              <a:spcBef>
                <a:spcPts val="0"/>
              </a:spcBef>
              <a:spcAft>
                <a:spcPts val="0"/>
              </a:spcAft>
              <a:buClr>
                <a:schemeClr val="accent3"/>
              </a:buClr>
              <a:buSzPct val="95000"/>
              <a:buFont typeface="Constantia"/>
              <a:buNone/>
            </a:pPr>
            <a:r>
              <a:t/>
            </a:r>
            <a:endParaRPr b="1" i="0" sz="2400" u="none" cap="none" strike="noStrike">
              <a:solidFill>
                <a:schemeClr val="dk1"/>
              </a:solidFill>
              <a:latin typeface="Constantia"/>
              <a:ea typeface="Constantia"/>
              <a:cs typeface="Constantia"/>
              <a:sym typeface="Constantia"/>
            </a:endParaRPr>
          </a:p>
          <a:p>
            <a:pPr indent="0" lvl="0" marL="0" marR="0" rtl="0" algn="l">
              <a:lnSpc>
                <a:spcPct val="100000"/>
              </a:lnSpc>
              <a:spcBef>
                <a:spcPts val="434"/>
              </a:spcBef>
              <a:spcAft>
                <a:spcPts val="0"/>
              </a:spcAft>
              <a:buClr>
                <a:schemeClr val="accent3"/>
              </a:buClr>
              <a:buSzPct val="95000"/>
              <a:buFont typeface="Times New Roman"/>
              <a:buNone/>
            </a:pPr>
            <a:r>
              <a:rPr b="1" i="0" lang="en-GB" sz="2800" u="none" cap="none" strike="noStrike">
                <a:solidFill>
                  <a:schemeClr val="dk1"/>
                </a:solidFill>
                <a:latin typeface="Times New Roman"/>
                <a:ea typeface="Times New Roman"/>
                <a:cs typeface="Times New Roman"/>
                <a:sym typeface="Times New Roman"/>
              </a:rPr>
              <a:t>Using </a:t>
            </a:r>
            <a:r>
              <a:rPr b="1" i="1" lang="en-GB" sz="2800" u="none" cap="none" strike="noStrike">
                <a:solidFill>
                  <a:schemeClr val="dk1"/>
                </a:solidFill>
                <a:latin typeface="Times New Roman"/>
                <a:ea typeface="Times New Roman"/>
                <a:cs typeface="Times New Roman"/>
                <a:sym typeface="Times New Roman"/>
              </a:rPr>
              <a:t>COBIT 5 for Information Security </a:t>
            </a:r>
            <a:r>
              <a:rPr b="1" i="0" lang="en-GB" sz="2800" u="none" cap="none" strike="noStrike">
                <a:solidFill>
                  <a:schemeClr val="dk1"/>
                </a:solidFill>
                <a:latin typeface="Times New Roman"/>
                <a:ea typeface="Times New Roman"/>
                <a:cs typeface="Times New Roman"/>
                <a:sym typeface="Times New Roman"/>
              </a:rPr>
              <a:t>can result in a number of benefits, including:</a:t>
            </a:r>
            <a:endParaRPr b="1" i="0" sz="28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434"/>
              </a:spcBef>
              <a:spcAft>
                <a:spcPts val="0"/>
              </a:spcAft>
              <a:buClr>
                <a:schemeClr val="accent3"/>
              </a:buClr>
              <a:buSzPct val="95000"/>
              <a:buFont typeface="Arial"/>
              <a:buChar char="•"/>
            </a:pPr>
            <a:r>
              <a:rPr b="0" i="0" lang="en-GB" sz="2800" u="none" cap="none" strike="noStrike">
                <a:solidFill>
                  <a:schemeClr val="dk1"/>
                </a:solidFill>
                <a:latin typeface="Times New Roman"/>
                <a:ea typeface="Times New Roman"/>
                <a:cs typeface="Times New Roman"/>
                <a:sym typeface="Times New Roman"/>
              </a:rPr>
              <a:t>Reduced complexity and increased cost-effectiveness due to improved and easier integration of information security standards</a:t>
            </a:r>
            <a:endParaRPr b="0" i="0" sz="28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434"/>
              </a:spcBef>
              <a:spcAft>
                <a:spcPts val="0"/>
              </a:spcAft>
              <a:buClr>
                <a:schemeClr val="accent3"/>
              </a:buClr>
              <a:buSzPct val="95000"/>
              <a:buFont typeface="Arial"/>
              <a:buChar char="•"/>
            </a:pPr>
            <a:r>
              <a:rPr b="0" i="0" lang="en-GB" sz="2800" u="none" cap="none" strike="noStrike">
                <a:solidFill>
                  <a:schemeClr val="dk1"/>
                </a:solidFill>
                <a:latin typeface="Times New Roman"/>
                <a:ea typeface="Times New Roman"/>
                <a:cs typeface="Times New Roman"/>
                <a:sym typeface="Times New Roman"/>
              </a:rPr>
              <a:t>Increased user satisfaction with information security arrangements and outcomes</a:t>
            </a:r>
            <a:endParaRPr b="0" i="0" sz="28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434"/>
              </a:spcBef>
              <a:spcAft>
                <a:spcPts val="0"/>
              </a:spcAft>
              <a:buClr>
                <a:schemeClr val="accent3"/>
              </a:buClr>
              <a:buSzPct val="95000"/>
              <a:buFont typeface="Arial"/>
              <a:buChar char="•"/>
            </a:pPr>
            <a:r>
              <a:rPr b="0" i="0" lang="en-GB" sz="2800" u="none" cap="none" strike="noStrike">
                <a:solidFill>
                  <a:schemeClr val="dk1"/>
                </a:solidFill>
                <a:latin typeface="Times New Roman"/>
                <a:ea typeface="Times New Roman"/>
                <a:cs typeface="Times New Roman"/>
                <a:sym typeface="Times New Roman"/>
              </a:rPr>
              <a:t>Improved integration of information security in the enterprise</a:t>
            </a:r>
            <a:endParaRPr b="0" i="0" sz="28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434"/>
              </a:spcBef>
              <a:spcAft>
                <a:spcPts val="0"/>
              </a:spcAft>
              <a:buClr>
                <a:schemeClr val="accent3"/>
              </a:buClr>
              <a:buSzPct val="95000"/>
              <a:buFont typeface="Arial"/>
              <a:buChar char="•"/>
            </a:pPr>
            <a:r>
              <a:rPr b="0" i="0" lang="en-GB" sz="2800" u="none" cap="none" strike="noStrike">
                <a:solidFill>
                  <a:schemeClr val="dk1"/>
                </a:solidFill>
                <a:latin typeface="Times New Roman"/>
                <a:ea typeface="Times New Roman"/>
                <a:cs typeface="Times New Roman"/>
                <a:sym typeface="Times New Roman"/>
              </a:rPr>
              <a:t>Informed risk decisions and risk awareness</a:t>
            </a:r>
            <a:endParaRPr b="0" i="0" sz="28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434"/>
              </a:spcBef>
              <a:spcAft>
                <a:spcPts val="0"/>
              </a:spcAft>
              <a:buClr>
                <a:schemeClr val="accent3"/>
              </a:buClr>
              <a:buSzPct val="95000"/>
              <a:buFont typeface="Arial"/>
              <a:buChar char="•"/>
            </a:pPr>
            <a:r>
              <a:rPr b="0" i="0" lang="en-GB" sz="2800" u="none" cap="none" strike="noStrike">
                <a:solidFill>
                  <a:schemeClr val="dk1"/>
                </a:solidFill>
                <a:latin typeface="Times New Roman"/>
                <a:ea typeface="Times New Roman"/>
                <a:cs typeface="Times New Roman"/>
                <a:sym typeface="Times New Roman"/>
              </a:rPr>
              <a:t>Improved prevention, detection and recovery</a:t>
            </a:r>
            <a:endParaRPr b="0" i="0" sz="28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434"/>
              </a:spcBef>
              <a:spcAft>
                <a:spcPts val="0"/>
              </a:spcAft>
              <a:buClr>
                <a:schemeClr val="accent3"/>
              </a:buClr>
              <a:buSzPct val="95000"/>
              <a:buFont typeface="Arial"/>
              <a:buChar char="•"/>
            </a:pPr>
            <a:r>
              <a:rPr b="0" i="0" lang="en-GB" sz="2800" u="none" cap="none" strike="noStrike">
                <a:solidFill>
                  <a:schemeClr val="dk1"/>
                </a:solidFill>
                <a:latin typeface="Times New Roman"/>
                <a:ea typeface="Times New Roman"/>
                <a:cs typeface="Times New Roman"/>
                <a:sym typeface="Times New Roman"/>
              </a:rPr>
              <a:t>Reduced impact of security incidents</a:t>
            </a:r>
            <a:endParaRPr b="0" i="0" sz="28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434"/>
              </a:spcBef>
              <a:spcAft>
                <a:spcPts val="0"/>
              </a:spcAft>
              <a:buClr>
                <a:schemeClr val="accent3"/>
              </a:buClr>
              <a:buSzPct val="95000"/>
              <a:buFont typeface="Arial"/>
              <a:buChar char="•"/>
            </a:pPr>
            <a:r>
              <a:rPr b="0" i="0" lang="en-GB" sz="2800" u="none" cap="none" strike="noStrike">
                <a:solidFill>
                  <a:schemeClr val="dk1"/>
                </a:solidFill>
                <a:latin typeface="Times New Roman"/>
                <a:ea typeface="Times New Roman"/>
                <a:cs typeface="Times New Roman"/>
                <a:sym typeface="Times New Roman"/>
              </a:rPr>
              <a:t>Enhanced support for innovation and competitiveness</a:t>
            </a:r>
            <a:endParaRPr b="0" i="0" sz="28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434"/>
              </a:spcBef>
              <a:spcAft>
                <a:spcPts val="0"/>
              </a:spcAft>
              <a:buClr>
                <a:schemeClr val="accent3"/>
              </a:buClr>
              <a:buSzPct val="95000"/>
              <a:buFont typeface="Arial"/>
              <a:buChar char="•"/>
            </a:pPr>
            <a:r>
              <a:rPr b="0" i="0" lang="en-GB" sz="2800" u="none" cap="none" strike="noStrike">
                <a:solidFill>
                  <a:schemeClr val="dk1"/>
                </a:solidFill>
                <a:latin typeface="Times New Roman"/>
                <a:ea typeface="Times New Roman"/>
                <a:cs typeface="Times New Roman"/>
                <a:sym typeface="Times New Roman"/>
              </a:rPr>
              <a:t>Improved management of costs related to the information security function</a:t>
            </a:r>
            <a:endParaRPr b="0" i="0" sz="28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434"/>
              </a:spcBef>
              <a:spcAft>
                <a:spcPts val="0"/>
              </a:spcAft>
              <a:buClr>
                <a:schemeClr val="accent3"/>
              </a:buClr>
              <a:buSzPct val="95000"/>
              <a:buFont typeface="Arial"/>
              <a:buChar char="•"/>
            </a:pPr>
            <a:r>
              <a:rPr b="0" i="0" lang="en-GB" sz="2800" u="none" cap="none" strike="noStrike">
                <a:solidFill>
                  <a:schemeClr val="dk1"/>
                </a:solidFill>
                <a:latin typeface="Times New Roman"/>
                <a:ea typeface="Times New Roman"/>
                <a:cs typeface="Times New Roman"/>
                <a:sym typeface="Times New Roman"/>
              </a:rPr>
              <a:t>Better understanding of information security</a:t>
            </a:r>
            <a:endParaRPr b="0" i="0" sz="2800" u="none" cap="none" strike="noStrike">
              <a:solidFill>
                <a:schemeClr val="dk1"/>
              </a:solidFill>
              <a:latin typeface="Times New Roman"/>
              <a:ea typeface="Times New Roman"/>
              <a:cs typeface="Times New Roman"/>
              <a:sym typeface="Times New Roman"/>
            </a:endParaRPr>
          </a:p>
        </p:txBody>
      </p:sp>
      <p:sp>
        <p:nvSpPr>
          <p:cNvPr id="590" name="Google Shape;590;p4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1" name="Google Shape;591;p46"/>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7"/>
          <p:cNvSpPr txBox="1"/>
          <p:nvPr>
            <p:ph type="title"/>
          </p:nvPr>
        </p:nvSpPr>
        <p:spPr>
          <a:xfrm>
            <a:off x="914400" y="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sz="4800"/>
              <a:t>Information Security Defined</a:t>
            </a:r>
            <a:endParaRPr sz="1800"/>
          </a:p>
        </p:txBody>
      </p:sp>
      <p:sp>
        <p:nvSpPr>
          <p:cNvPr id="598" name="Google Shape;598;p47"/>
          <p:cNvSpPr txBox="1"/>
          <p:nvPr>
            <p:ph idx="1" type="body"/>
          </p:nvPr>
        </p:nvSpPr>
        <p:spPr>
          <a:xfrm>
            <a:off x="457200" y="1935163"/>
            <a:ext cx="8229600" cy="4389437"/>
          </a:xfrm>
          <a:prstGeom prst="rect">
            <a:avLst/>
          </a:prstGeom>
          <a:noFill/>
          <a:ln>
            <a:noFill/>
          </a:ln>
        </p:spPr>
        <p:txBody>
          <a:bodyPr anchorCtr="0" anchor="t" bIns="45700" lIns="91425" spcFirstLastPara="1" rIns="91425" wrap="square" tIns="45700">
            <a:noAutofit/>
          </a:bodyPr>
          <a:lstStyle/>
          <a:p>
            <a:pPr indent="-12700" lvl="0" marL="285750" rtl="0" algn="l">
              <a:spcBef>
                <a:spcPts val="0"/>
              </a:spcBef>
              <a:spcAft>
                <a:spcPts val="0"/>
              </a:spcAft>
              <a:buSzPts val="2470"/>
              <a:buChar char="⚫"/>
            </a:pPr>
            <a:r>
              <a:rPr lang="en-GB"/>
              <a:t>ISACA defines information security as something that:</a:t>
            </a:r>
            <a:endParaRPr/>
          </a:p>
          <a:p>
            <a:pPr indent="-116840" lvl="1" marL="640080" rtl="0" algn="l">
              <a:spcBef>
                <a:spcPts val="480"/>
              </a:spcBef>
              <a:spcAft>
                <a:spcPts val="0"/>
              </a:spcAft>
              <a:buSzPts val="2040"/>
              <a:buNone/>
            </a:pPr>
            <a:r>
              <a:t/>
            </a:r>
            <a:endParaRPr i="1"/>
          </a:p>
          <a:p>
            <a:pPr indent="-246380" lvl="1" marL="640080" rtl="0" algn="l">
              <a:spcBef>
                <a:spcPts val="560"/>
              </a:spcBef>
              <a:spcAft>
                <a:spcPts val="0"/>
              </a:spcAft>
              <a:buSzPts val="2380"/>
              <a:buNone/>
            </a:pPr>
            <a:r>
              <a:rPr i="1" lang="en-GB" sz="2800"/>
              <a:t>   Ensures that within the enterprise, information is protected against disclosure to unauthorized users (confidentiality), improper modification (integrity) and non-access when required (availability).</a:t>
            </a:r>
            <a:endParaRPr i="1" sz="2800"/>
          </a:p>
          <a:p>
            <a:pPr indent="-245744" lvl="2" marL="914400" rtl="0" algn="l">
              <a:spcBef>
                <a:spcPts val="420"/>
              </a:spcBef>
              <a:spcAft>
                <a:spcPts val="0"/>
              </a:spcAft>
              <a:buSzPts val="1470"/>
              <a:buNone/>
            </a:pPr>
            <a:r>
              <a:t/>
            </a:r>
            <a:endParaRPr/>
          </a:p>
        </p:txBody>
      </p:sp>
      <p:sp>
        <p:nvSpPr>
          <p:cNvPr id="599" name="Google Shape;599;p4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0" name="Google Shape;600;p47"/>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8"/>
          <p:cNvSpPr txBox="1"/>
          <p:nvPr>
            <p:ph type="title"/>
          </p:nvPr>
        </p:nvSpPr>
        <p:spPr>
          <a:xfrm>
            <a:off x="609600" y="0"/>
            <a:ext cx="8534400" cy="13716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b="1" lang="en-GB" sz="4000"/>
              <a:t>Using COBIT 5 Enablers for Implementing Information Security</a:t>
            </a:r>
            <a:endParaRPr b="1" sz="4000"/>
          </a:p>
        </p:txBody>
      </p:sp>
      <p:sp>
        <p:nvSpPr>
          <p:cNvPr id="607" name="Google Shape;607;p48"/>
          <p:cNvSpPr txBox="1"/>
          <p:nvPr>
            <p:ph idx="1" type="body"/>
          </p:nvPr>
        </p:nvSpPr>
        <p:spPr>
          <a:xfrm>
            <a:off x="457200" y="990600"/>
            <a:ext cx="8305800" cy="5638800"/>
          </a:xfrm>
          <a:prstGeom prst="rect">
            <a:avLst/>
          </a:prstGeom>
          <a:noFill/>
          <a:ln>
            <a:noFill/>
          </a:ln>
        </p:spPr>
        <p:txBody>
          <a:bodyPr anchorCtr="0" anchor="t" bIns="45700" lIns="91425" spcFirstLastPara="1" rIns="91425" wrap="square" tIns="45700">
            <a:normAutofit lnSpcReduction="10000"/>
          </a:bodyPr>
          <a:lstStyle/>
          <a:p>
            <a:pPr indent="-274320" lvl="0" marL="274320" marR="0" rtl="0" algn="l">
              <a:lnSpc>
                <a:spcPct val="100000"/>
              </a:lnSpc>
              <a:spcBef>
                <a:spcPts val="0"/>
              </a:spcBef>
              <a:spcAft>
                <a:spcPts val="0"/>
              </a:spcAft>
              <a:buClr>
                <a:schemeClr val="accent3"/>
              </a:buClr>
              <a:buSzPts val="2280"/>
              <a:buFont typeface="Constantia"/>
              <a:buNone/>
            </a:pPr>
            <a:r>
              <a:t/>
            </a:r>
            <a:endParaRPr b="1" i="0" sz="2400" u="none" cap="none" strike="noStrike">
              <a:solidFill>
                <a:schemeClr val="dk1"/>
              </a:solidFill>
              <a:latin typeface="Constantia"/>
              <a:ea typeface="Constantia"/>
              <a:cs typeface="Constantia"/>
              <a:sym typeface="Constantia"/>
            </a:endParaRPr>
          </a:p>
          <a:p>
            <a:pPr indent="0" lvl="0" marL="0" marR="0" rtl="0" algn="l">
              <a:lnSpc>
                <a:spcPct val="100000"/>
              </a:lnSpc>
              <a:spcBef>
                <a:spcPts val="480"/>
              </a:spcBef>
              <a:spcAft>
                <a:spcPts val="0"/>
              </a:spcAft>
              <a:buClr>
                <a:schemeClr val="accent3"/>
              </a:buClr>
              <a:buSzPts val="2280"/>
              <a:buFont typeface="Noto Sans Symbols"/>
              <a:buNone/>
            </a:pPr>
            <a:r>
              <a:rPr b="0" i="1" lang="en-GB" sz="2400" u="none" cap="none" strike="noStrike">
                <a:solidFill>
                  <a:schemeClr val="dk1"/>
                </a:solidFill>
                <a:latin typeface="Times New Roman"/>
                <a:ea typeface="Times New Roman"/>
                <a:cs typeface="Times New Roman"/>
                <a:sym typeface="Times New Roman"/>
              </a:rPr>
              <a:t>COBIT 5 for Information Security </a:t>
            </a:r>
            <a:r>
              <a:rPr b="0" i="0" lang="en-GB" sz="2400" u="none" cap="none" strike="noStrike">
                <a:solidFill>
                  <a:schemeClr val="dk1"/>
                </a:solidFill>
                <a:latin typeface="Times New Roman"/>
                <a:ea typeface="Times New Roman"/>
                <a:cs typeface="Times New Roman"/>
                <a:sym typeface="Times New Roman"/>
              </a:rPr>
              <a:t>provides specific guidance related to all enablers</a:t>
            </a:r>
            <a:endParaRPr b="0" i="0" sz="24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480"/>
              </a:spcBef>
              <a:spcAft>
                <a:spcPts val="0"/>
              </a:spcAft>
              <a:buClr>
                <a:schemeClr val="accent3"/>
              </a:buClr>
              <a:buSzPts val="2280"/>
              <a:buFont typeface="Calibri"/>
              <a:buAutoNum type="arabicPeriod"/>
            </a:pPr>
            <a:r>
              <a:rPr b="0" i="0" lang="en-GB" sz="2400" u="none" cap="none" strike="noStrike">
                <a:solidFill>
                  <a:schemeClr val="dk1"/>
                </a:solidFill>
                <a:latin typeface="Times New Roman"/>
                <a:ea typeface="Times New Roman"/>
                <a:cs typeface="Times New Roman"/>
                <a:sym typeface="Times New Roman"/>
              </a:rPr>
              <a:t>Information security </a:t>
            </a:r>
            <a:r>
              <a:rPr b="1" i="0" lang="en-GB" sz="2400" u="none" cap="none" strike="noStrike">
                <a:solidFill>
                  <a:schemeClr val="dk1"/>
                </a:solidFill>
                <a:latin typeface="Times New Roman"/>
                <a:ea typeface="Times New Roman"/>
                <a:cs typeface="Times New Roman"/>
                <a:sym typeface="Times New Roman"/>
              </a:rPr>
              <a:t>policies, principles, and frameworks</a:t>
            </a:r>
            <a:endParaRPr b="1" i="0" sz="24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480"/>
              </a:spcBef>
              <a:spcAft>
                <a:spcPts val="0"/>
              </a:spcAft>
              <a:buClr>
                <a:schemeClr val="accent3"/>
              </a:buClr>
              <a:buSzPts val="2280"/>
              <a:buFont typeface="Calibri"/>
              <a:buAutoNum type="arabicPeriod"/>
            </a:pPr>
            <a:r>
              <a:rPr b="1" i="0" lang="en-GB" sz="2400" u="none" cap="none" strike="noStrike">
                <a:solidFill>
                  <a:schemeClr val="dk1"/>
                </a:solidFill>
                <a:latin typeface="Times New Roman"/>
                <a:ea typeface="Times New Roman"/>
                <a:cs typeface="Times New Roman"/>
                <a:sym typeface="Times New Roman"/>
              </a:rPr>
              <a:t>Processes, </a:t>
            </a:r>
            <a:r>
              <a:rPr b="0" i="0" lang="en-GB" sz="2400" u="none" cap="none" strike="noStrike">
                <a:solidFill>
                  <a:schemeClr val="dk1"/>
                </a:solidFill>
                <a:latin typeface="Times New Roman"/>
                <a:ea typeface="Times New Roman"/>
                <a:cs typeface="Times New Roman"/>
                <a:sym typeface="Times New Roman"/>
              </a:rPr>
              <a:t>including information security-specific details and activities</a:t>
            </a:r>
            <a:endParaRPr b="0" i="0" sz="24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480"/>
              </a:spcBef>
              <a:spcAft>
                <a:spcPts val="0"/>
              </a:spcAft>
              <a:buClr>
                <a:schemeClr val="accent3"/>
              </a:buClr>
              <a:buSzPts val="2280"/>
              <a:buFont typeface="Calibri"/>
              <a:buAutoNum type="arabicPeriod"/>
            </a:pPr>
            <a:r>
              <a:rPr b="0" i="0" lang="en-GB" sz="2400" u="none" cap="none" strike="noStrike">
                <a:solidFill>
                  <a:schemeClr val="dk1"/>
                </a:solidFill>
                <a:latin typeface="Times New Roman"/>
                <a:ea typeface="Times New Roman"/>
                <a:cs typeface="Times New Roman"/>
                <a:sym typeface="Times New Roman"/>
              </a:rPr>
              <a:t>Information security-specific </a:t>
            </a:r>
            <a:r>
              <a:rPr b="1" i="0" lang="en-GB" sz="2400" u="none" cap="none" strike="noStrike">
                <a:solidFill>
                  <a:schemeClr val="dk1"/>
                </a:solidFill>
                <a:latin typeface="Times New Roman"/>
                <a:ea typeface="Times New Roman"/>
                <a:cs typeface="Times New Roman"/>
                <a:sym typeface="Times New Roman"/>
              </a:rPr>
              <a:t>organisational structures</a:t>
            </a:r>
            <a:endParaRPr b="1" i="0" sz="24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480"/>
              </a:spcBef>
              <a:spcAft>
                <a:spcPts val="0"/>
              </a:spcAft>
              <a:buClr>
                <a:schemeClr val="accent3"/>
              </a:buClr>
              <a:buSzPts val="2280"/>
              <a:buFont typeface="Calibri"/>
              <a:buAutoNum type="arabicPeriod"/>
            </a:pPr>
            <a:r>
              <a:rPr b="0" i="0" lang="en-GB" sz="2400" u="none" cap="none" strike="noStrike">
                <a:solidFill>
                  <a:schemeClr val="dk1"/>
                </a:solidFill>
                <a:latin typeface="Times New Roman"/>
                <a:ea typeface="Times New Roman"/>
                <a:cs typeface="Times New Roman"/>
                <a:sym typeface="Times New Roman"/>
              </a:rPr>
              <a:t>In terms of </a:t>
            </a:r>
            <a:r>
              <a:rPr b="1" i="0" lang="en-GB" sz="2400" u="none" cap="none" strike="noStrike">
                <a:solidFill>
                  <a:schemeClr val="dk1"/>
                </a:solidFill>
                <a:latin typeface="Times New Roman"/>
                <a:ea typeface="Times New Roman"/>
                <a:cs typeface="Times New Roman"/>
                <a:sym typeface="Times New Roman"/>
              </a:rPr>
              <a:t>culture, ethics and behaviour</a:t>
            </a:r>
            <a:r>
              <a:rPr b="0" i="0" lang="en-GB" sz="2400" u="none" cap="none" strike="noStrike">
                <a:solidFill>
                  <a:schemeClr val="dk1"/>
                </a:solidFill>
                <a:latin typeface="Times New Roman"/>
                <a:ea typeface="Times New Roman"/>
                <a:cs typeface="Times New Roman"/>
                <a:sym typeface="Times New Roman"/>
              </a:rPr>
              <a:t>, factors determining the success of information security governance and management</a:t>
            </a:r>
            <a:endParaRPr b="0" i="0" sz="24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480"/>
              </a:spcBef>
              <a:spcAft>
                <a:spcPts val="0"/>
              </a:spcAft>
              <a:buClr>
                <a:schemeClr val="accent3"/>
              </a:buClr>
              <a:buSzPts val="2280"/>
              <a:buFont typeface="Calibri"/>
              <a:buAutoNum type="arabicPeriod"/>
            </a:pPr>
            <a:r>
              <a:rPr b="0" i="0" lang="en-GB" sz="2400" u="none" cap="none" strike="noStrike">
                <a:solidFill>
                  <a:schemeClr val="dk1"/>
                </a:solidFill>
                <a:latin typeface="Times New Roman"/>
                <a:ea typeface="Times New Roman"/>
                <a:cs typeface="Times New Roman"/>
                <a:sym typeface="Times New Roman"/>
              </a:rPr>
              <a:t>Information security-specific </a:t>
            </a:r>
            <a:r>
              <a:rPr b="1" i="0" lang="en-GB" sz="2400" u="none" cap="none" strike="noStrike">
                <a:solidFill>
                  <a:schemeClr val="dk1"/>
                </a:solidFill>
                <a:latin typeface="Times New Roman"/>
                <a:ea typeface="Times New Roman"/>
                <a:cs typeface="Times New Roman"/>
                <a:sym typeface="Times New Roman"/>
              </a:rPr>
              <a:t>information</a:t>
            </a:r>
            <a:r>
              <a:rPr b="0" i="0" lang="en-GB" sz="2400" u="none" cap="none" strike="noStrike">
                <a:solidFill>
                  <a:schemeClr val="dk1"/>
                </a:solidFill>
                <a:latin typeface="Times New Roman"/>
                <a:ea typeface="Times New Roman"/>
                <a:cs typeface="Times New Roman"/>
                <a:sym typeface="Times New Roman"/>
              </a:rPr>
              <a:t> types</a:t>
            </a:r>
            <a:endParaRPr b="0" i="0" sz="24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480"/>
              </a:spcBef>
              <a:spcAft>
                <a:spcPts val="0"/>
              </a:spcAft>
              <a:buClr>
                <a:schemeClr val="accent3"/>
              </a:buClr>
              <a:buSzPts val="2280"/>
              <a:buFont typeface="Calibri"/>
              <a:buAutoNum type="arabicPeriod"/>
            </a:pPr>
            <a:r>
              <a:rPr b="1" i="0" lang="en-GB" sz="2400" u="none" cap="none" strike="noStrike">
                <a:solidFill>
                  <a:schemeClr val="dk1"/>
                </a:solidFill>
                <a:latin typeface="Times New Roman"/>
                <a:ea typeface="Times New Roman"/>
                <a:cs typeface="Times New Roman"/>
                <a:sym typeface="Times New Roman"/>
              </a:rPr>
              <a:t>Service capabilities </a:t>
            </a:r>
            <a:r>
              <a:rPr b="0" i="0" lang="en-GB" sz="2400" u="none" cap="none" strike="noStrike">
                <a:solidFill>
                  <a:schemeClr val="dk1"/>
                </a:solidFill>
                <a:latin typeface="Times New Roman"/>
                <a:ea typeface="Times New Roman"/>
                <a:cs typeface="Times New Roman"/>
                <a:sym typeface="Times New Roman"/>
              </a:rPr>
              <a:t>required to provide information security functions to an enterprise</a:t>
            </a:r>
            <a:endParaRPr b="0" i="0" sz="24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480"/>
              </a:spcBef>
              <a:spcAft>
                <a:spcPts val="0"/>
              </a:spcAft>
              <a:buClr>
                <a:schemeClr val="accent3"/>
              </a:buClr>
              <a:buSzPts val="2280"/>
              <a:buFont typeface="Calibri"/>
              <a:buAutoNum type="arabicPeriod"/>
            </a:pPr>
            <a:r>
              <a:rPr b="1" i="0" lang="en-GB" sz="2400" u="none" cap="none" strike="noStrike">
                <a:solidFill>
                  <a:schemeClr val="dk1"/>
                </a:solidFill>
                <a:latin typeface="Times New Roman"/>
                <a:ea typeface="Times New Roman"/>
                <a:cs typeface="Times New Roman"/>
                <a:sym typeface="Times New Roman"/>
              </a:rPr>
              <a:t>People, skills and competencies </a:t>
            </a:r>
            <a:r>
              <a:rPr b="0" i="0" lang="en-GB" sz="2400" u="none" cap="none" strike="noStrike">
                <a:solidFill>
                  <a:schemeClr val="dk1"/>
                </a:solidFill>
                <a:latin typeface="Times New Roman"/>
                <a:ea typeface="Times New Roman"/>
                <a:cs typeface="Times New Roman"/>
                <a:sym typeface="Times New Roman"/>
              </a:rPr>
              <a:t>specific for information security</a:t>
            </a:r>
            <a:endParaRPr b="0" i="0" sz="2400" u="none" cap="none" strike="noStrike">
              <a:solidFill>
                <a:schemeClr val="dk1"/>
              </a:solidFill>
              <a:latin typeface="Times New Roman"/>
              <a:ea typeface="Times New Roman"/>
              <a:cs typeface="Times New Roman"/>
              <a:sym typeface="Times New Roman"/>
            </a:endParaRPr>
          </a:p>
        </p:txBody>
      </p:sp>
      <p:sp>
        <p:nvSpPr>
          <p:cNvPr id="608" name="Google Shape;608;p4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9" name="Google Shape;609;p48"/>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49"/>
          <p:cNvSpPr txBox="1"/>
          <p:nvPr>
            <p:ph type="title"/>
          </p:nvPr>
        </p:nvSpPr>
        <p:spPr>
          <a:xfrm>
            <a:off x="838200" y="609600"/>
            <a:ext cx="8305800" cy="1066800"/>
          </a:xfrm>
          <a:prstGeom prst="rect">
            <a:avLst/>
          </a:prstGeom>
          <a:noFill/>
          <a:ln>
            <a:noFill/>
          </a:ln>
        </p:spPr>
        <p:txBody>
          <a:bodyPr anchorCtr="0" anchor="b" bIns="0" lIns="0" spcFirstLastPara="1" rIns="0" wrap="square" tIns="45700">
            <a:noAutofit/>
          </a:bodyPr>
          <a:lstStyle/>
          <a:p>
            <a:pPr indent="0" lvl="0" marL="0" marR="0" rtl="0" algn="l">
              <a:lnSpc>
                <a:spcPct val="100000"/>
              </a:lnSpc>
              <a:spcBef>
                <a:spcPts val="0"/>
              </a:spcBef>
              <a:spcAft>
                <a:spcPts val="0"/>
              </a:spcAft>
              <a:buClr>
                <a:schemeClr val="dk2"/>
              </a:buClr>
              <a:buSzPts val="5000"/>
              <a:buFont typeface="Calibri"/>
              <a:buNone/>
            </a:pPr>
            <a:r>
              <a:rPr b="0" i="0" lang="en-GB" sz="5000" u="none" cap="none" strike="noStrike">
                <a:solidFill>
                  <a:schemeClr val="dk2"/>
                </a:solidFill>
                <a:latin typeface="Calibri"/>
                <a:ea typeface="Calibri"/>
                <a:cs typeface="Calibri"/>
                <a:sym typeface="Calibri"/>
              </a:rPr>
              <a:t>Enabler:  Principles, Policies </a:t>
            </a:r>
            <a:br>
              <a:rPr b="0" i="0" lang="en-GB" sz="5000" u="none" cap="none" strike="noStrike">
                <a:solidFill>
                  <a:schemeClr val="dk2"/>
                </a:solidFill>
                <a:latin typeface="Calibri"/>
                <a:ea typeface="Calibri"/>
                <a:cs typeface="Calibri"/>
                <a:sym typeface="Calibri"/>
              </a:rPr>
            </a:br>
            <a:r>
              <a:rPr b="0" i="0" lang="en-GB" sz="5000" u="none" cap="none" strike="noStrike">
                <a:solidFill>
                  <a:schemeClr val="dk2"/>
                </a:solidFill>
                <a:latin typeface="Calibri"/>
                <a:ea typeface="Calibri"/>
                <a:cs typeface="Calibri"/>
                <a:sym typeface="Calibri"/>
              </a:rPr>
              <a:t>and Frameworks</a:t>
            </a:r>
            <a:endParaRPr b="0" i="0" sz="5000" u="none" cap="none" strike="noStrike">
              <a:solidFill>
                <a:schemeClr val="dk2"/>
              </a:solidFill>
              <a:latin typeface="Calibri"/>
              <a:ea typeface="Calibri"/>
              <a:cs typeface="Calibri"/>
              <a:sym typeface="Calibri"/>
            </a:endParaRPr>
          </a:p>
        </p:txBody>
      </p:sp>
      <p:sp>
        <p:nvSpPr>
          <p:cNvPr id="616" name="Google Shape;616;p49"/>
          <p:cNvSpPr txBox="1"/>
          <p:nvPr>
            <p:ph idx="1" type="body"/>
          </p:nvPr>
        </p:nvSpPr>
        <p:spPr>
          <a:xfrm>
            <a:off x="609600" y="1828800"/>
            <a:ext cx="8229600" cy="43434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3"/>
              </a:buClr>
              <a:buSzPts val="2470"/>
              <a:buFont typeface="Times New Roman"/>
              <a:buNone/>
            </a:pPr>
            <a:r>
              <a:rPr b="0" i="0" lang="en-GB" sz="2600" u="none" cap="none" strike="noStrike">
                <a:solidFill>
                  <a:schemeClr val="dk1"/>
                </a:solidFill>
                <a:latin typeface="Times New Roman"/>
                <a:ea typeface="Times New Roman"/>
                <a:cs typeface="Times New Roman"/>
                <a:sym typeface="Times New Roman"/>
              </a:rPr>
              <a:t>Principles, policies and frameworks refer to the communication mechanisms put in place to convey the direction and instructions of the governing bodies and management, including:</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52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Principles, policies and framework model</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52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Information security principles</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52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Information security policies</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52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Adapting policies to the enterprises environment</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52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Policy life cycle</a:t>
            </a:r>
            <a:r>
              <a:rPr b="1" i="0" lang="en-GB" sz="2400" u="none" cap="none" strike="noStrike">
                <a:solidFill>
                  <a:schemeClr val="dk1"/>
                </a:solidFill>
                <a:latin typeface="Constantia"/>
                <a:ea typeface="Constantia"/>
                <a:cs typeface="Constantia"/>
                <a:sym typeface="Constantia"/>
              </a:rPr>
              <a:t>	</a:t>
            </a:r>
            <a:endParaRPr b="1" i="0" sz="2400" u="none" cap="none" strike="noStrike">
              <a:solidFill>
                <a:schemeClr val="dk1"/>
              </a:solidFill>
              <a:latin typeface="Constantia"/>
              <a:ea typeface="Constantia"/>
              <a:cs typeface="Constantia"/>
              <a:sym typeface="Constantia"/>
            </a:endParaRPr>
          </a:p>
        </p:txBody>
      </p:sp>
      <p:sp>
        <p:nvSpPr>
          <p:cNvPr id="617" name="Google Shape;617;p4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8" name="Google Shape;618;p49"/>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50"/>
          <p:cNvSpPr txBox="1"/>
          <p:nvPr>
            <p:ph type="title"/>
          </p:nvPr>
        </p:nvSpPr>
        <p:spPr>
          <a:xfrm>
            <a:off x="762000" y="38100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Enabler:  Principles, Policies and Frameworks </a:t>
            </a:r>
            <a:r>
              <a:rPr lang="en-GB" sz="4000"/>
              <a:t>(cont.)</a:t>
            </a:r>
            <a:endParaRPr/>
          </a:p>
        </p:txBody>
      </p:sp>
      <p:sp>
        <p:nvSpPr>
          <p:cNvPr id="625" name="Google Shape;625;p5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626" name="Google Shape;626;p50"/>
          <p:cNvPicPr preferRelativeResize="0"/>
          <p:nvPr>
            <p:ph idx="1" type="body"/>
          </p:nvPr>
        </p:nvPicPr>
        <p:blipFill rotWithShape="1">
          <a:blip r:embed="rId3">
            <a:alphaModFix/>
          </a:blip>
          <a:srcRect b="0" l="0" r="0" t="0"/>
          <a:stretch/>
        </p:blipFill>
        <p:spPr>
          <a:xfrm>
            <a:off x="1371600" y="1600200"/>
            <a:ext cx="6292850" cy="4389438"/>
          </a:xfrm>
          <a:prstGeom prst="rect">
            <a:avLst/>
          </a:prstGeom>
          <a:noFill/>
          <a:ln>
            <a:noFill/>
          </a:ln>
        </p:spPr>
      </p:pic>
      <p:sp>
        <p:nvSpPr>
          <p:cNvPr id="627" name="Google Shape;627;p50"/>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
        <p:nvSpPr>
          <p:cNvPr id="628" name="Google Shape;628;p50"/>
          <p:cNvSpPr txBox="1"/>
          <p:nvPr/>
        </p:nvSpPr>
        <p:spPr>
          <a:xfrm>
            <a:off x="1676400" y="6096000"/>
            <a:ext cx="5867400" cy="2460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000">
                <a:solidFill>
                  <a:schemeClr val="dk1"/>
                </a:solidFill>
                <a:latin typeface="Arial"/>
                <a:ea typeface="Arial"/>
                <a:cs typeface="Arial"/>
                <a:sym typeface="Arial"/>
              </a:rPr>
              <a:t>Source:  </a:t>
            </a:r>
            <a:r>
              <a:rPr i="1" lang="en-GB" sz="1000">
                <a:solidFill>
                  <a:schemeClr val="dk1"/>
                </a:solidFill>
                <a:latin typeface="Arial"/>
                <a:ea typeface="Arial"/>
                <a:cs typeface="Arial"/>
                <a:sym typeface="Arial"/>
              </a:rPr>
              <a:t>COBIT 5 for Information Security, f</a:t>
            </a:r>
            <a:r>
              <a:rPr lang="en-GB" sz="1000">
                <a:solidFill>
                  <a:schemeClr val="dk1"/>
                </a:solidFill>
                <a:latin typeface="Arial"/>
                <a:ea typeface="Arial"/>
                <a:cs typeface="Arial"/>
                <a:sym typeface="Arial"/>
              </a:rPr>
              <a:t>igure 10. © 2012 ISACA</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All rights reserved</a:t>
            </a:r>
            <a:endParaRPr i="1" sz="1000">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51"/>
          <p:cNvSpPr txBox="1"/>
          <p:nvPr>
            <p:ph type="title"/>
          </p:nvPr>
        </p:nvSpPr>
        <p:spPr>
          <a:xfrm>
            <a:off x="685800" y="228600"/>
            <a:ext cx="8458200" cy="6858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Information Security Principles</a:t>
            </a:r>
            <a:endParaRPr/>
          </a:p>
        </p:txBody>
      </p:sp>
      <p:sp>
        <p:nvSpPr>
          <p:cNvPr id="635" name="Google Shape;635;p51"/>
          <p:cNvSpPr txBox="1"/>
          <p:nvPr>
            <p:ph idx="1" type="body"/>
          </p:nvPr>
        </p:nvSpPr>
        <p:spPr>
          <a:xfrm>
            <a:off x="381000" y="914400"/>
            <a:ext cx="8763000" cy="5715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3"/>
              </a:buClr>
              <a:buSzPts val="2470"/>
              <a:buFont typeface="Times New Roman"/>
              <a:buNone/>
            </a:pPr>
            <a:r>
              <a:rPr b="0" i="0" lang="en-GB" sz="2600" u="none" cap="none" strike="noStrike">
                <a:solidFill>
                  <a:schemeClr val="dk1"/>
                </a:solidFill>
                <a:latin typeface="Times New Roman"/>
                <a:ea typeface="Times New Roman"/>
                <a:cs typeface="Times New Roman"/>
                <a:sym typeface="Times New Roman"/>
              </a:rPr>
              <a:t>Information security principles communicate the rules of the enterprise.  These principles need to be:</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Limited in number</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Expressed in simple language</a:t>
            </a:r>
            <a:endParaRPr b="0" i="0" sz="2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chemeClr val="accent3"/>
              </a:buClr>
              <a:buSzPts val="1710"/>
              <a:buFont typeface="Noto Sans Symbols"/>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520"/>
              </a:spcBef>
              <a:spcAft>
                <a:spcPts val="0"/>
              </a:spcAft>
              <a:buClr>
                <a:schemeClr val="accent3"/>
              </a:buClr>
              <a:buSzPts val="2470"/>
              <a:buFont typeface="Noto Sans Symbols"/>
              <a:buNone/>
            </a:pPr>
            <a:r>
              <a:rPr b="0" i="0" lang="en-GB" sz="2600" u="none" cap="none" strike="noStrike">
                <a:solidFill>
                  <a:schemeClr val="dk1"/>
                </a:solidFill>
                <a:latin typeface="Times New Roman"/>
                <a:ea typeface="Times New Roman"/>
                <a:cs typeface="Times New Roman"/>
                <a:sym typeface="Times New Roman"/>
              </a:rPr>
              <a:t>In 2010 ISACA, ISF and ISC</a:t>
            </a:r>
            <a:r>
              <a:rPr b="0" baseline="30000" i="0" lang="en-GB" sz="2600" u="none" cap="none" strike="noStrike">
                <a:solidFill>
                  <a:schemeClr val="dk1"/>
                </a:solidFill>
                <a:latin typeface="Times New Roman"/>
                <a:ea typeface="Times New Roman"/>
                <a:cs typeface="Times New Roman"/>
                <a:sym typeface="Times New Roman"/>
              </a:rPr>
              <a:t>2</a:t>
            </a:r>
            <a:r>
              <a:rPr b="0" i="0" lang="en-GB" sz="2600" u="none" cap="none" strike="noStrike">
                <a:solidFill>
                  <a:schemeClr val="dk1"/>
                </a:solidFill>
                <a:latin typeface="Times New Roman"/>
                <a:ea typeface="Times New Roman"/>
                <a:cs typeface="Times New Roman"/>
                <a:sym typeface="Times New Roman"/>
              </a:rPr>
              <a:t> worked together to create 12 principles* that will help information security professionals add value to their organisations.  The principles support 3 tasks:</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Support the business.</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Defend the business.</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Promote responsible information security behaviour.</a:t>
            </a:r>
            <a:endParaRPr b="0" i="0" sz="2600" u="none" cap="none" strike="noStrike">
              <a:solidFill>
                <a:schemeClr val="dk1"/>
              </a:solidFill>
              <a:latin typeface="Times New Roman"/>
              <a:ea typeface="Times New Roman"/>
              <a:cs typeface="Times New Roman"/>
              <a:sym typeface="Times New Roman"/>
            </a:endParaRPr>
          </a:p>
          <a:p>
            <a:pPr indent="-228600" lvl="0" marL="228600" marR="0" rtl="0" algn="l">
              <a:lnSpc>
                <a:spcPct val="100000"/>
              </a:lnSpc>
              <a:spcBef>
                <a:spcPts val="360"/>
              </a:spcBef>
              <a:spcAft>
                <a:spcPts val="0"/>
              </a:spcAft>
              <a:buClr>
                <a:schemeClr val="accent3"/>
              </a:buClr>
              <a:buSzPts val="1710"/>
              <a:buFont typeface="Noto Sans Symbols"/>
              <a:buNone/>
            </a:pPr>
            <a:r>
              <a:t/>
            </a:r>
            <a:endParaRPr b="0" i="0" sz="1800" u="none" cap="none" strike="noStrike">
              <a:solidFill>
                <a:schemeClr val="dk1"/>
              </a:solidFill>
              <a:latin typeface="Times New Roman"/>
              <a:ea typeface="Times New Roman"/>
              <a:cs typeface="Times New Roman"/>
              <a:sym typeface="Times New Roman"/>
            </a:endParaRPr>
          </a:p>
          <a:p>
            <a:pPr indent="-228600" lvl="0" marL="228600" marR="0" rtl="0" algn="l">
              <a:lnSpc>
                <a:spcPct val="100000"/>
              </a:lnSpc>
              <a:spcBef>
                <a:spcPts val="520"/>
              </a:spcBef>
              <a:spcAft>
                <a:spcPts val="0"/>
              </a:spcAft>
              <a:buClr>
                <a:schemeClr val="accent3"/>
              </a:buClr>
              <a:buSzPts val="2470"/>
              <a:buFont typeface="Noto Sans Symbols"/>
              <a:buNone/>
            </a:pPr>
            <a:r>
              <a:rPr b="0" i="0" lang="en-GB" sz="2600" u="none" cap="none" strike="noStrike">
                <a:solidFill>
                  <a:schemeClr val="dk1"/>
                </a:solidFill>
                <a:latin typeface="Times New Roman"/>
                <a:ea typeface="Times New Roman"/>
                <a:cs typeface="Times New Roman"/>
                <a:sym typeface="Times New Roman"/>
              </a:rPr>
              <a:t>* Principles are covered in </a:t>
            </a:r>
            <a:r>
              <a:rPr b="0" i="1" lang="en-GB" sz="2600" u="none" cap="none" strike="noStrike">
                <a:solidFill>
                  <a:schemeClr val="dk1"/>
                </a:solidFill>
                <a:latin typeface="Times New Roman"/>
                <a:ea typeface="Times New Roman"/>
                <a:cs typeface="Times New Roman"/>
                <a:sym typeface="Times New Roman"/>
              </a:rPr>
              <a:t>COBIT 5 for Information Security </a:t>
            </a:r>
            <a:r>
              <a:rPr b="0" i="0" lang="en-GB" sz="2600" u="none" cap="none" strike="noStrike">
                <a:solidFill>
                  <a:schemeClr val="dk1"/>
                </a:solidFill>
                <a:latin typeface="Times New Roman"/>
                <a:ea typeface="Times New Roman"/>
                <a:cs typeface="Times New Roman"/>
                <a:sym typeface="Times New Roman"/>
              </a:rPr>
              <a:t>and can also be located at </a:t>
            </a:r>
            <a:r>
              <a:rPr b="0" i="1" lang="en-GB" sz="2600" u="none" cap="none" strike="noStrike">
                <a:solidFill>
                  <a:schemeClr val="dk1"/>
                </a:solidFill>
                <a:latin typeface="Times New Roman"/>
                <a:ea typeface="Times New Roman"/>
                <a:cs typeface="Times New Roman"/>
                <a:sym typeface="Times New Roman"/>
              </a:rPr>
              <a:t>www.isaca.org/standards</a:t>
            </a:r>
            <a:endParaRPr b="0" i="1" sz="2600" u="none" cap="none" strike="noStrike">
              <a:solidFill>
                <a:schemeClr val="dk1"/>
              </a:solidFill>
              <a:latin typeface="Times New Roman"/>
              <a:ea typeface="Times New Roman"/>
              <a:cs typeface="Times New Roman"/>
              <a:sym typeface="Times New Roman"/>
            </a:endParaRPr>
          </a:p>
        </p:txBody>
      </p:sp>
      <p:sp>
        <p:nvSpPr>
          <p:cNvPr id="636" name="Google Shape;636;p5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7" name="Google Shape;637;p51"/>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2"/>
          <p:cNvSpPr txBox="1"/>
          <p:nvPr>
            <p:ph type="title"/>
          </p:nvPr>
        </p:nvSpPr>
        <p:spPr>
          <a:xfrm>
            <a:off x="838200" y="0"/>
            <a:ext cx="8305800" cy="9906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Information Security Policies</a:t>
            </a:r>
            <a:endParaRPr/>
          </a:p>
        </p:txBody>
      </p:sp>
      <p:sp>
        <p:nvSpPr>
          <p:cNvPr id="644" name="Google Shape;644;p52"/>
          <p:cNvSpPr txBox="1"/>
          <p:nvPr>
            <p:ph idx="1" type="body"/>
          </p:nvPr>
        </p:nvSpPr>
        <p:spPr>
          <a:xfrm>
            <a:off x="533400" y="990600"/>
            <a:ext cx="8610600" cy="4876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BD0D9"/>
              </a:buClr>
              <a:buSzPts val="2470"/>
              <a:buFont typeface="Times New Roman"/>
              <a:buNone/>
            </a:pPr>
            <a:r>
              <a:rPr b="0" i="0" lang="en-GB" sz="2600" u="none" cap="none" strike="noStrike">
                <a:solidFill>
                  <a:schemeClr val="dk1"/>
                </a:solidFill>
                <a:latin typeface="Times New Roman"/>
                <a:ea typeface="Times New Roman"/>
                <a:cs typeface="Times New Roman"/>
                <a:sym typeface="Times New Roman"/>
              </a:rPr>
              <a:t>Policies provide more detailed guidance on how to put principles into practice.  Some enterprises may include policies such as:</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Information security policy</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Access control policy</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Personnel information security policy</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Incident management policy</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Asset management policy</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360"/>
              </a:spcBef>
              <a:spcAft>
                <a:spcPts val="0"/>
              </a:spcAft>
              <a:buClr>
                <a:srgbClr val="0BD0D9"/>
              </a:buClr>
              <a:buSzPts val="1710"/>
              <a:buFont typeface="Noto Sans Symbols"/>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520"/>
              </a:spcBef>
              <a:spcAft>
                <a:spcPts val="0"/>
              </a:spcAft>
              <a:buClr>
                <a:srgbClr val="0BD0D9"/>
              </a:buClr>
              <a:buSzPts val="2470"/>
              <a:buFont typeface="Noto Sans Symbols"/>
              <a:buNone/>
            </a:pPr>
            <a:r>
              <a:rPr b="0" i="1" lang="en-GB" sz="2600" u="none" cap="none" strike="noStrike">
                <a:solidFill>
                  <a:schemeClr val="dk1"/>
                </a:solidFill>
                <a:latin typeface="Times New Roman"/>
                <a:ea typeface="Times New Roman"/>
                <a:cs typeface="Times New Roman"/>
                <a:sym typeface="Times New Roman"/>
              </a:rPr>
              <a:t>COBIT 5 for Information Security </a:t>
            </a:r>
            <a:r>
              <a:rPr b="0" i="0" lang="en-GB" sz="2600" u="none" cap="none" strike="noStrike">
                <a:solidFill>
                  <a:schemeClr val="dk1"/>
                </a:solidFill>
                <a:latin typeface="Times New Roman"/>
                <a:ea typeface="Times New Roman"/>
                <a:cs typeface="Times New Roman"/>
                <a:sym typeface="Times New Roman"/>
              </a:rPr>
              <a:t>describes the following attributes of each policy:</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Scope</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Validity</a:t>
            </a:r>
            <a:endParaRPr b="0" i="0" sz="26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Goals</a:t>
            </a:r>
            <a:endParaRPr b="0" i="0" sz="2600" u="none" cap="none" strike="noStrike">
              <a:solidFill>
                <a:schemeClr val="dk1"/>
              </a:solidFill>
              <a:latin typeface="Times New Roman"/>
              <a:ea typeface="Times New Roman"/>
              <a:cs typeface="Times New Roman"/>
              <a:sym typeface="Times New Roman"/>
            </a:endParaRPr>
          </a:p>
          <a:p>
            <a:pPr indent="-336550" lvl="0" marL="457200" marR="0" rtl="0" algn="l">
              <a:lnSpc>
                <a:spcPct val="100000"/>
              </a:lnSpc>
              <a:spcBef>
                <a:spcPts val="400"/>
              </a:spcBef>
              <a:spcAft>
                <a:spcPts val="0"/>
              </a:spcAft>
              <a:buClr>
                <a:srgbClr val="0BD0D9"/>
              </a:buClr>
              <a:buSzPts val="1900"/>
              <a:buFont typeface="Calibri"/>
              <a:buNone/>
            </a:pPr>
            <a:r>
              <a:t/>
            </a:r>
            <a:endParaRPr b="0" i="0" sz="2000" u="none" cap="none" strike="noStrike">
              <a:solidFill>
                <a:schemeClr val="dk1"/>
              </a:solidFill>
              <a:latin typeface="Constantia"/>
              <a:ea typeface="Constantia"/>
              <a:cs typeface="Constantia"/>
              <a:sym typeface="Constantia"/>
            </a:endParaRPr>
          </a:p>
        </p:txBody>
      </p:sp>
      <p:sp>
        <p:nvSpPr>
          <p:cNvPr id="645" name="Google Shape;645;p5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6" name="Google Shape;646;p52"/>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3"/>
          <p:cNvSpPr txBox="1"/>
          <p:nvPr>
            <p:ph idx="1" type="body"/>
          </p:nvPr>
        </p:nvSpPr>
        <p:spPr>
          <a:xfrm>
            <a:off x="533400" y="1219200"/>
            <a:ext cx="8229600" cy="518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C9900"/>
              </a:buClr>
              <a:buSzPts val="2470"/>
              <a:buFont typeface="Noto Sans Symbols"/>
              <a:buNone/>
            </a:pPr>
            <a:r>
              <a:rPr b="0" i="0" lang="en-GB" sz="2600" u="none" cap="none" strike="noStrike">
                <a:solidFill>
                  <a:schemeClr val="dk1"/>
                </a:solidFill>
                <a:latin typeface="Times New Roman"/>
                <a:ea typeface="Times New Roman"/>
                <a:cs typeface="Times New Roman"/>
                <a:sym typeface="Times New Roman"/>
              </a:rPr>
              <a:t>The COBIT 5 process reference model subdivides the       IT-related practices and activities of the enterprise into two main areas—governance and management—with management further divided into domains of processes:</a:t>
            </a:r>
            <a:endParaRPr b="0" i="0" sz="2600" u="none" cap="none" strike="noStrike">
              <a:solidFill>
                <a:schemeClr val="dk1"/>
              </a:solidFill>
              <a:latin typeface="Times New Roman"/>
              <a:ea typeface="Times New Roman"/>
              <a:cs typeface="Times New Roman"/>
              <a:sym typeface="Times New Roman"/>
            </a:endParaRPr>
          </a:p>
          <a:p>
            <a:pPr indent="-457200" lvl="1" marL="457200" marR="0" rtl="0" algn="l">
              <a:lnSpc>
                <a:spcPct val="100000"/>
              </a:lnSpc>
              <a:spcBef>
                <a:spcPts val="560"/>
              </a:spcBef>
              <a:spcAft>
                <a:spcPts val="0"/>
              </a:spcAft>
              <a:buClr>
                <a:srgbClr val="21B2C8"/>
              </a:buClr>
              <a:buSzPts val="2210"/>
              <a:buFont typeface="Noto Sans Symbols"/>
              <a:buChar char="⚫"/>
            </a:pPr>
            <a:r>
              <a:rPr b="0" i="0" lang="en-GB" sz="2600" u="none" cap="none" strike="noStrike">
                <a:solidFill>
                  <a:schemeClr val="dk1"/>
                </a:solidFill>
                <a:latin typeface="Times New Roman"/>
                <a:ea typeface="Times New Roman"/>
                <a:cs typeface="Times New Roman"/>
                <a:sym typeface="Times New Roman"/>
              </a:rPr>
              <a:t>The G</a:t>
            </a:r>
            <a:r>
              <a:rPr b="0" i="0" lang="en-GB" sz="2800" u="none" cap="none" strike="noStrike">
                <a:solidFill>
                  <a:schemeClr val="dk1"/>
                </a:solidFill>
                <a:latin typeface="Times New Roman"/>
                <a:ea typeface="Times New Roman"/>
                <a:cs typeface="Times New Roman"/>
                <a:sym typeface="Times New Roman"/>
              </a:rPr>
              <a:t>overnance</a:t>
            </a:r>
            <a:r>
              <a:rPr b="0" i="0" lang="en-GB" sz="2600" u="none" cap="none" strike="noStrike">
                <a:solidFill>
                  <a:schemeClr val="dk1"/>
                </a:solidFill>
                <a:latin typeface="Times New Roman"/>
                <a:ea typeface="Times New Roman"/>
                <a:cs typeface="Times New Roman"/>
                <a:sym typeface="Times New Roman"/>
              </a:rPr>
              <a:t> domain contains five governance processes; within each process, evaluate, direct and monitor (EDM) practices are defined.</a:t>
            </a:r>
            <a:endParaRPr b="0" i="0" sz="2600" u="none" cap="none" strike="noStrike">
              <a:solidFill>
                <a:schemeClr val="dk1"/>
              </a:solidFill>
              <a:latin typeface="Times New Roman"/>
              <a:ea typeface="Times New Roman"/>
              <a:cs typeface="Times New Roman"/>
              <a:sym typeface="Times New Roman"/>
            </a:endParaRPr>
          </a:p>
          <a:p>
            <a:pPr indent="-457200" lvl="1" marL="457200" marR="0" rtl="0" algn="l">
              <a:lnSpc>
                <a:spcPct val="100000"/>
              </a:lnSpc>
              <a:spcBef>
                <a:spcPts val="520"/>
              </a:spcBef>
              <a:spcAft>
                <a:spcPts val="0"/>
              </a:spcAft>
              <a:buClr>
                <a:srgbClr val="21B2C8"/>
              </a:buClr>
              <a:buSzPts val="2210"/>
              <a:buFont typeface="Noto Sans Symbols"/>
              <a:buChar char="⚫"/>
            </a:pPr>
            <a:r>
              <a:rPr b="0" i="0" lang="en-GB" sz="2600" u="none" cap="none" strike="noStrike">
                <a:solidFill>
                  <a:schemeClr val="dk1"/>
                </a:solidFill>
                <a:latin typeface="Times New Roman"/>
                <a:ea typeface="Times New Roman"/>
                <a:cs typeface="Times New Roman"/>
                <a:sym typeface="Times New Roman"/>
              </a:rPr>
              <a:t>The four Management domains</a:t>
            </a:r>
            <a:r>
              <a:rPr b="0" i="0" lang="en-GB" sz="2600" u="none" cap="none" strike="noStrike">
                <a:solidFill>
                  <a:srgbClr val="FF0000"/>
                </a:solidFill>
                <a:latin typeface="Times New Roman"/>
                <a:ea typeface="Times New Roman"/>
                <a:cs typeface="Times New Roman"/>
                <a:sym typeface="Times New Roman"/>
              </a:rPr>
              <a:t> </a:t>
            </a:r>
            <a:r>
              <a:rPr b="0" i="0" lang="en-GB" sz="2600" u="none" cap="none" strike="noStrike">
                <a:solidFill>
                  <a:schemeClr val="dk1"/>
                </a:solidFill>
                <a:latin typeface="Times New Roman"/>
                <a:ea typeface="Times New Roman"/>
                <a:cs typeface="Times New Roman"/>
                <a:sym typeface="Times New Roman"/>
              </a:rPr>
              <a:t>are in line with the responsibility areas of plan, build, run and monitor (PBRM).</a:t>
            </a:r>
            <a:endParaRPr b="0" i="0" sz="2600" u="none" cap="none" strike="noStrike">
              <a:solidFill>
                <a:schemeClr val="dk1"/>
              </a:solidFill>
              <a:latin typeface="Times New Roman"/>
              <a:ea typeface="Times New Roman"/>
              <a:cs typeface="Times New Roman"/>
              <a:sym typeface="Times New Roman"/>
            </a:endParaRPr>
          </a:p>
          <a:p>
            <a:pPr indent="-457200" lvl="1" marL="457200" marR="0" rtl="0" algn="l">
              <a:lnSpc>
                <a:spcPct val="100000"/>
              </a:lnSpc>
              <a:spcBef>
                <a:spcPts val="520"/>
              </a:spcBef>
              <a:spcAft>
                <a:spcPts val="0"/>
              </a:spcAft>
              <a:buClr>
                <a:srgbClr val="21B2C8"/>
              </a:buClr>
              <a:buSzPts val="2210"/>
              <a:buFont typeface="Noto Sans Symbols"/>
              <a:buChar char="⚫"/>
            </a:pPr>
            <a:r>
              <a:rPr b="0" i="1" lang="en-GB" sz="2600" u="none" cap="none" strike="noStrike">
                <a:solidFill>
                  <a:schemeClr val="dk1"/>
                </a:solidFill>
                <a:latin typeface="Times New Roman"/>
                <a:ea typeface="Times New Roman"/>
                <a:cs typeface="Times New Roman"/>
                <a:sym typeface="Times New Roman"/>
              </a:rPr>
              <a:t>COBIT 5 for Information Security </a:t>
            </a:r>
            <a:r>
              <a:rPr b="0" i="0" lang="en-GB" sz="2600" u="none" cap="none" strike="noStrike">
                <a:solidFill>
                  <a:schemeClr val="dk1"/>
                </a:solidFill>
                <a:latin typeface="Times New Roman"/>
                <a:ea typeface="Times New Roman"/>
                <a:cs typeface="Times New Roman"/>
                <a:sym typeface="Times New Roman"/>
              </a:rPr>
              <a:t>examines each of the processes from an information security perspective.</a:t>
            </a:r>
            <a:endParaRPr b="0" i="0" sz="2600" u="none" cap="none" strike="noStrike">
              <a:solidFill>
                <a:schemeClr val="dk1"/>
              </a:solidFill>
              <a:latin typeface="Times New Roman"/>
              <a:ea typeface="Times New Roman"/>
              <a:cs typeface="Times New Roman"/>
              <a:sym typeface="Times New Roman"/>
            </a:endParaRPr>
          </a:p>
        </p:txBody>
      </p:sp>
      <p:sp>
        <p:nvSpPr>
          <p:cNvPr id="653" name="Google Shape;653;p53"/>
          <p:cNvSpPr txBox="1"/>
          <p:nvPr>
            <p:ph type="title"/>
          </p:nvPr>
        </p:nvSpPr>
        <p:spPr>
          <a:xfrm>
            <a:off x="838200" y="0"/>
            <a:ext cx="8229600" cy="9906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Enabler:  Processes</a:t>
            </a:r>
            <a:endParaRPr/>
          </a:p>
        </p:txBody>
      </p:sp>
      <p:sp>
        <p:nvSpPr>
          <p:cNvPr id="654" name="Google Shape;654;p5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5" name="Google Shape;655;p53"/>
          <p:cNvSpPr/>
          <p:nvPr/>
        </p:nvSpPr>
        <p:spPr>
          <a:xfrm>
            <a:off x="2362200" y="6611938"/>
            <a:ext cx="4876800" cy="2460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000">
              <a:solidFill>
                <a:schemeClr val="dk1"/>
              </a:solidFill>
              <a:latin typeface="Arial"/>
              <a:ea typeface="Arial"/>
              <a:cs typeface="Arial"/>
              <a:sym typeface="Arial"/>
            </a:endParaRPr>
          </a:p>
        </p:txBody>
      </p:sp>
      <p:sp>
        <p:nvSpPr>
          <p:cNvPr id="656" name="Google Shape;656;p53"/>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54"/>
          <p:cNvSpPr txBox="1"/>
          <p:nvPr>
            <p:ph type="title"/>
          </p:nvPr>
        </p:nvSpPr>
        <p:spPr>
          <a:xfrm>
            <a:off x="685800" y="0"/>
            <a:ext cx="8458200" cy="8382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sz="4000"/>
              <a:t>Enabler:  Processes </a:t>
            </a:r>
            <a:r>
              <a:rPr lang="en-GB" sz="1800"/>
              <a:t>(cont.)</a:t>
            </a:r>
            <a:endParaRPr sz="1800"/>
          </a:p>
        </p:txBody>
      </p:sp>
      <p:sp>
        <p:nvSpPr>
          <p:cNvPr id="663" name="Google Shape;663;p5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4" name="Google Shape;664;p54"/>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
        <p:nvSpPr>
          <p:cNvPr id="665" name="Google Shape;665;p54"/>
          <p:cNvSpPr txBox="1"/>
          <p:nvPr/>
        </p:nvSpPr>
        <p:spPr>
          <a:xfrm>
            <a:off x="1676400" y="6324600"/>
            <a:ext cx="5867400" cy="2460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000">
                <a:solidFill>
                  <a:schemeClr val="dk1"/>
                </a:solidFill>
                <a:latin typeface="Arial"/>
                <a:ea typeface="Arial"/>
                <a:cs typeface="Arial"/>
                <a:sym typeface="Arial"/>
              </a:rPr>
              <a:t>Source:  </a:t>
            </a:r>
            <a:r>
              <a:rPr i="1" lang="en-GB" sz="1000">
                <a:solidFill>
                  <a:schemeClr val="dk1"/>
                </a:solidFill>
                <a:latin typeface="Arial"/>
                <a:ea typeface="Arial"/>
                <a:cs typeface="Arial"/>
                <a:sym typeface="Arial"/>
              </a:rPr>
              <a:t>COBIT 5 for Information Security</a:t>
            </a:r>
            <a:r>
              <a:rPr lang="en-GB" sz="1000">
                <a:solidFill>
                  <a:schemeClr val="dk1"/>
                </a:solidFill>
                <a:latin typeface="Arial"/>
                <a:ea typeface="Arial"/>
                <a:cs typeface="Arial"/>
                <a:sym typeface="Arial"/>
              </a:rPr>
              <a:t>, figure 7. © 2012 ISACA</a:t>
            </a:r>
            <a:r>
              <a:rPr baseline="30000" lang="en-GB" sz="1000">
                <a:solidFill>
                  <a:schemeClr val="dk1"/>
                </a:solidFill>
                <a:latin typeface="Arial"/>
                <a:ea typeface="Arial"/>
                <a:cs typeface="Arial"/>
                <a:sym typeface="Arial"/>
              </a:rPr>
              <a:t>®</a:t>
            </a:r>
            <a:r>
              <a:rPr lang="en-GB" sz="1000">
                <a:solidFill>
                  <a:schemeClr val="dk1"/>
                </a:solidFill>
                <a:latin typeface="Arial"/>
                <a:ea typeface="Arial"/>
                <a:cs typeface="Arial"/>
                <a:sym typeface="Arial"/>
              </a:rPr>
              <a:t>  All rights reserved </a:t>
            </a:r>
            <a:endParaRPr sz="1000">
              <a:solidFill>
                <a:schemeClr val="dk1"/>
              </a:solidFill>
              <a:latin typeface="Arial"/>
              <a:ea typeface="Arial"/>
              <a:cs typeface="Arial"/>
              <a:sym typeface="Arial"/>
            </a:endParaRPr>
          </a:p>
        </p:txBody>
      </p:sp>
      <p:pic>
        <p:nvPicPr>
          <p:cNvPr id="666" name="Google Shape;666;p54"/>
          <p:cNvPicPr preferRelativeResize="0"/>
          <p:nvPr/>
        </p:nvPicPr>
        <p:blipFill rotWithShape="1">
          <a:blip r:embed="rId3">
            <a:alphaModFix/>
          </a:blip>
          <a:srcRect b="0" l="0" r="0" t="0"/>
          <a:stretch/>
        </p:blipFill>
        <p:spPr>
          <a:xfrm>
            <a:off x="838200" y="914400"/>
            <a:ext cx="7324725" cy="53625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55"/>
          <p:cNvSpPr txBox="1"/>
          <p:nvPr>
            <p:ph type="title"/>
          </p:nvPr>
        </p:nvSpPr>
        <p:spPr>
          <a:xfrm>
            <a:off x="685800" y="0"/>
            <a:ext cx="84582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sz="4000"/>
              <a:t>Enabler:  Organisational Structures</a:t>
            </a:r>
            <a:endParaRPr sz="1800"/>
          </a:p>
        </p:txBody>
      </p:sp>
      <p:sp>
        <p:nvSpPr>
          <p:cNvPr id="673" name="Google Shape;673;p55"/>
          <p:cNvSpPr txBox="1"/>
          <p:nvPr>
            <p:ph idx="1" type="body"/>
          </p:nvPr>
        </p:nvSpPr>
        <p:spPr>
          <a:xfrm>
            <a:off x="914400" y="1066800"/>
            <a:ext cx="7467600" cy="4876800"/>
          </a:xfrm>
          <a:prstGeom prst="rect">
            <a:avLst/>
          </a:prstGeom>
          <a:noFill/>
          <a:ln>
            <a:noFill/>
          </a:ln>
        </p:spPr>
        <p:txBody>
          <a:bodyPr anchorCtr="0" anchor="t" bIns="45700" lIns="91425" spcFirstLastPara="1" rIns="91425" wrap="square" tIns="45700">
            <a:normAutofit/>
          </a:bodyPr>
          <a:lstStyle/>
          <a:p>
            <a:pPr indent="-274320" lvl="0" marL="274320" marR="0" rtl="0" algn="l">
              <a:lnSpc>
                <a:spcPct val="100000"/>
              </a:lnSpc>
              <a:spcBef>
                <a:spcPts val="0"/>
              </a:spcBef>
              <a:spcAft>
                <a:spcPts val="0"/>
              </a:spcAft>
              <a:buClr>
                <a:schemeClr val="accent3"/>
              </a:buClr>
              <a:buSzPts val="2280"/>
              <a:buFont typeface="Constantia"/>
              <a:buNone/>
            </a:pPr>
            <a:r>
              <a:t/>
            </a:r>
            <a:endParaRPr b="0" i="0" sz="2400" u="none" cap="none" strike="noStrike">
              <a:solidFill>
                <a:schemeClr val="dk1"/>
              </a:solidFill>
              <a:latin typeface="Constantia"/>
              <a:ea typeface="Constantia"/>
              <a:cs typeface="Constantia"/>
              <a:sym typeface="Constantia"/>
            </a:endParaRPr>
          </a:p>
          <a:p>
            <a:pPr indent="0" lvl="0" marL="0" marR="0" rtl="0" algn="l">
              <a:lnSpc>
                <a:spcPct val="100000"/>
              </a:lnSpc>
              <a:spcBef>
                <a:spcPts val="520"/>
              </a:spcBef>
              <a:spcAft>
                <a:spcPts val="0"/>
              </a:spcAft>
              <a:buClr>
                <a:schemeClr val="accent3"/>
              </a:buClr>
              <a:buSzPts val="2470"/>
              <a:buFont typeface="Times New Roman"/>
              <a:buNone/>
            </a:pPr>
            <a:r>
              <a:rPr b="0" i="0" lang="en-GB" sz="2600" u="none" cap="none" strike="noStrike">
                <a:solidFill>
                  <a:schemeClr val="dk1"/>
                </a:solidFill>
                <a:latin typeface="Times New Roman"/>
                <a:ea typeface="Times New Roman"/>
                <a:cs typeface="Times New Roman"/>
                <a:sym typeface="Times New Roman"/>
              </a:rPr>
              <a:t>COBIT 5 examines the organisational structures model from an information security perspective.  It defines information security roles and structures and also examines accountability over information security, providing examples of specific roles and structures and what their mandate is, and also looks at potential paths for information security reporting and the different advantages and disadvantages of each possibility.</a:t>
            </a:r>
            <a:endParaRPr b="0" i="0" sz="2600" u="none" cap="none" strike="noStrike">
              <a:solidFill>
                <a:schemeClr val="dk1"/>
              </a:solidFill>
              <a:latin typeface="Times New Roman"/>
              <a:ea typeface="Times New Roman"/>
              <a:cs typeface="Times New Roman"/>
              <a:sym typeface="Times New Roman"/>
            </a:endParaRPr>
          </a:p>
        </p:txBody>
      </p:sp>
      <p:sp>
        <p:nvSpPr>
          <p:cNvPr id="674" name="Google Shape;674;p5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5" name="Google Shape;675;p55"/>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56"/>
          <p:cNvSpPr txBox="1"/>
          <p:nvPr>
            <p:ph type="title"/>
          </p:nvPr>
        </p:nvSpPr>
        <p:spPr>
          <a:xfrm>
            <a:off x="609600" y="0"/>
            <a:ext cx="8458200" cy="762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sz="4000"/>
              <a:t>Enabler:  Culture, Ethics and Behaviour</a:t>
            </a:r>
            <a:endParaRPr sz="4000"/>
          </a:p>
        </p:txBody>
      </p:sp>
      <p:sp>
        <p:nvSpPr>
          <p:cNvPr id="682" name="Google Shape;682;p56"/>
          <p:cNvSpPr txBox="1"/>
          <p:nvPr>
            <p:ph idx="1" type="body"/>
          </p:nvPr>
        </p:nvSpPr>
        <p:spPr>
          <a:xfrm>
            <a:off x="228600" y="914400"/>
            <a:ext cx="8763000" cy="556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BD0D9"/>
              </a:buClr>
              <a:buSzPts val="1900"/>
              <a:buFont typeface="Times New Roman"/>
              <a:buNone/>
            </a:pPr>
            <a:r>
              <a:rPr b="0" i="0" lang="en-GB" sz="2000" u="none" cap="none" strike="noStrike">
                <a:solidFill>
                  <a:schemeClr val="dk1"/>
                </a:solidFill>
                <a:latin typeface="Times New Roman"/>
                <a:ea typeface="Times New Roman"/>
                <a:cs typeface="Times New Roman"/>
                <a:sym typeface="Times New Roman"/>
              </a:rPr>
              <a:t>Examines the culture, ethics and behaviour model from an information security perspective providing detailed security specific examples of:</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0BD0D9"/>
              </a:buClr>
              <a:buSzPts val="1900"/>
              <a:buFont typeface="Calibri"/>
              <a:buAutoNum type="arabicPeriod"/>
            </a:pPr>
            <a:r>
              <a:rPr b="0" i="0" lang="en-GB" sz="2000" u="none" cap="none" strike="noStrike">
                <a:solidFill>
                  <a:schemeClr val="dk1"/>
                </a:solidFill>
                <a:latin typeface="Times New Roman"/>
                <a:ea typeface="Times New Roman"/>
                <a:cs typeface="Times New Roman"/>
                <a:sym typeface="Times New Roman"/>
              </a:rPr>
              <a:t>The Culture Life Cycle –measuring behaviours over time to benchmark the security culture –some behaviours may include:</a:t>
            </a:r>
            <a:endParaRPr b="0" i="0" sz="2000" u="none" cap="none" strike="noStrike">
              <a:solidFill>
                <a:schemeClr val="dk1"/>
              </a:solidFill>
              <a:latin typeface="Times New Roman"/>
              <a:ea typeface="Times New Roman"/>
              <a:cs typeface="Times New Roman"/>
              <a:sym typeface="Times New Roman"/>
            </a:endParaRPr>
          </a:p>
          <a:p>
            <a:pPr indent="-457200" lvl="1" marL="824230" marR="0" rtl="0" algn="l">
              <a:lnSpc>
                <a:spcPct val="100000"/>
              </a:lnSpc>
              <a:spcBef>
                <a:spcPts val="0"/>
              </a:spcBef>
              <a:spcAft>
                <a:spcPts val="0"/>
              </a:spcAft>
              <a:buClr>
                <a:schemeClr val="accent1"/>
              </a:buClr>
              <a:buSzPts val="1700"/>
              <a:buFont typeface="Noto Sans Symbols"/>
              <a:buChar char="⚫"/>
            </a:pPr>
            <a:r>
              <a:rPr b="0" i="0" lang="en-GB" sz="2000" u="none" cap="none" strike="noStrike">
                <a:solidFill>
                  <a:schemeClr val="dk1"/>
                </a:solidFill>
                <a:latin typeface="Times New Roman"/>
                <a:ea typeface="Times New Roman"/>
                <a:cs typeface="Times New Roman"/>
                <a:sym typeface="Times New Roman"/>
              </a:rPr>
              <a:t>Strength of passwords</a:t>
            </a:r>
            <a:endParaRPr b="0" i="0" sz="2000" u="none" cap="none" strike="noStrike">
              <a:solidFill>
                <a:schemeClr val="dk1"/>
              </a:solidFill>
              <a:latin typeface="Times New Roman"/>
              <a:ea typeface="Times New Roman"/>
              <a:cs typeface="Times New Roman"/>
              <a:sym typeface="Times New Roman"/>
            </a:endParaRPr>
          </a:p>
          <a:p>
            <a:pPr indent="-457200" lvl="1" marL="824230" marR="0" rtl="0" algn="l">
              <a:lnSpc>
                <a:spcPct val="100000"/>
              </a:lnSpc>
              <a:spcBef>
                <a:spcPts val="0"/>
              </a:spcBef>
              <a:spcAft>
                <a:spcPts val="0"/>
              </a:spcAft>
              <a:buClr>
                <a:schemeClr val="accent1"/>
              </a:buClr>
              <a:buSzPts val="1700"/>
              <a:buFont typeface="Noto Sans Symbols"/>
              <a:buChar char="⚫"/>
            </a:pPr>
            <a:r>
              <a:rPr b="0" i="0" lang="en-GB" sz="2000" u="none" cap="none" strike="noStrike">
                <a:solidFill>
                  <a:schemeClr val="dk1"/>
                </a:solidFill>
                <a:latin typeface="Times New Roman"/>
                <a:ea typeface="Times New Roman"/>
                <a:cs typeface="Times New Roman"/>
                <a:sym typeface="Times New Roman"/>
              </a:rPr>
              <a:t>Lack of approach to security</a:t>
            </a:r>
            <a:endParaRPr b="0" i="0" sz="2000" u="none" cap="none" strike="noStrike">
              <a:solidFill>
                <a:schemeClr val="dk1"/>
              </a:solidFill>
              <a:latin typeface="Times New Roman"/>
              <a:ea typeface="Times New Roman"/>
              <a:cs typeface="Times New Roman"/>
              <a:sym typeface="Times New Roman"/>
            </a:endParaRPr>
          </a:p>
          <a:p>
            <a:pPr indent="-457200" lvl="1" marL="824230" marR="0" rtl="0" algn="l">
              <a:lnSpc>
                <a:spcPct val="100000"/>
              </a:lnSpc>
              <a:spcBef>
                <a:spcPts val="0"/>
              </a:spcBef>
              <a:spcAft>
                <a:spcPts val="0"/>
              </a:spcAft>
              <a:buClr>
                <a:schemeClr val="accent1"/>
              </a:buClr>
              <a:buSzPts val="1700"/>
              <a:buFont typeface="Noto Sans Symbols"/>
              <a:buChar char="⚫"/>
            </a:pPr>
            <a:r>
              <a:rPr b="0" i="0" lang="en-GB" sz="2000" u="none" cap="none" strike="noStrike">
                <a:solidFill>
                  <a:schemeClr val="dk1"/>
                </a:solidFill>
                <a:latin typeface="Times New Roman"/>
                <a:ea typeface="Times New Roman"/>
                <a:cs typeface="Times New Roman"/>
                <a:sym typeface="Times New Roman"/>
              </a:rPr>
              <a:t>Adherence to change management practices</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0BD0D9"/>
              </a:buClr>
              <a:buSzPts val="1900"/>
              <a:buFont typeface="Calibri"/>
              <a:buAutoNum type="arabicPeriod"/>
            </a:pPr>
            <a:r>
              <a:rPr b="0" i="0" lang="en-GB" sz="2000" u="none" cap="none" strike="noStrike">
                <a:solidFill>
                  <a:schemeClr val="dk1"/>
                </a:solidFill>
                <a:latin typeface="Times New Roman"/>
                <a:ea typeface="Times New Roman"/>
                <a:cs typeface="Times New Roman"/>
                <a:sym typeface="Times New Roman"/>
              </a:rPr>
              <a:t>Leadership and Champions –need these people to set examples and help influence culture:</a:t>
            </a:r>
            <a:endParaRPr b="0" i="0" sz="2000" u="none" cap="none" strike="noStrike">
              <a:solidFill>
                <a:schemeClr val="dk1"/>
              </a:solidFill>
              <a:latin typeface="Times New Roman"/>
              <a:ea typeface="Times New Roman"/>
              <a:cs typeface="Times New Roman"/>
              <a:sym typeface="Times New Roman"/>
            </a:endParaRPr>
          </a:p>
          <a:p>
            <a:pPr indent="-457200" lvl="1" marL="824230" marR="0" rtl="0" algn="l">
              <a:lnSpc>
                <a:spcPct val="100000"/>
              </a:lnSpc>
              <a:spcBef>
                <a:spcPts val="0"/>
              </a:spcBef>
              <a:spcAft>
                <a:spcPts val="0"/>
              </a:spcAft>
              <a:buClr>
                <a:schemeClr val="accent1"/>
              </a:buClr>
              <a:buSzPts val="1700"/>
              <a:buFont typeface="Noto Sans Symbols"/>
              <a:buChar char="⚫"/>
            </a:pPr>
            <a:r>
              <a:rPr b="0" i="0" lang="en-GB" sz="2000" u="none" cap="none" strike="noStrike">
                <a:solidFill>
                  <a:schemeClr val="dk1"/>
                </a:solidFill>
                <a:latin typeface="Times New Roman"/>
                <a:ea typeface="Times New Roman"/>
                <a:cs typeface="Times New Roman"/>
                <a:sym typeface="Times New Roman"/>
              </a:rPr>
              <a:t>Risk managers</a:t>
            </a:r>
            <a:endParaRPr b="0" i="0" sz="2000" u="none" cap="none" strike="noStrike">
              <a:solidFill>
                <a:schemeClr val="dk1"/>
              </a:solidFill>
              <a:latin typeface="Times New Roman"/>
              <a:ea typeface="Times New Roman"/>
              <a:cs typeface="Times New Roman"/>
              <a:sym typeface="Times New Roman"/>
            </a:endParaRPr>
          </a:p>
          <a:p>
            <a:pPr indent="-457200" lvl="1" marL="824230" marR="0" rtl="0" algn="l">
              <a:lnSpc>
                <a:spcPct val="100000"/>
              </a:lnSpc>
              <a:spcBef>
                <a:spcPts val="0"/>
              </a:spcBef>
              <a:spcAft>
                <a:spcPts val="0"/>
              </a:spcAft>
              <a:buClr>
                <a:schemeClr val="accent1"/>
              </a:buClr>
              <a:buSzPts val="1700"/>
              <a:buFont typeface="Noto Sans Symbols"/>
              <a:buChar char="⚫"/>
            </a:pPr>
            <a:r>
              <a:rPr b="0" i="0" lang="en-GB" sz="2000" u="none" cap="none" strike="noStrike">
                <a:solidFill>
                  <a:schemeClr val="dk1"/>
                </a:solidFill>
                <a:latin typeface="Times New Roman"/>
                <a:ea typeface="Times New Roman"/>
                <a:cs typeface="Times New Roman"/>
                <a:sym typeface="Times New Roman"/>
              </a:rPr>
              <a:t>Security professionals</a:t>
            </a:r>
            <a:endParaRPr b="0" i="0" sz="2000" u="none" cap="none" strike="noStrike">
              <a:solidFill>
                <a:schemeClr val="dk1"/>
              </a:solidFill>
              <a:latin typeface="Times New Roman"/>
              <a:ea typeface="Times New Roman"/>
              <a:cs typeface="Times New Roman"/>
              <a:sym typeface="Times New Roman"/>
            </a:endParaRPr>
          </a:p>
          <a:p>
            <a:pPr indent="-457200" lvl="1" marL="824230" marR="0" rtl="0" algn="l">
              <a:lnSpc>
                <a:spcPct val="100000"/>
              </a:lnSpc>
              <a:spcBef>
                <a:spcPts val="0"/>
              </a:spcBef>
              <a:spcAft>
                <a:spcPts val="0"/>
              </a:spcAft>
              <a:buClr>
                <a:schemeClr val="accent1"/>
              </a:buClr>
              <a:buSzPts val="1700"/>
              <a:buFont typeface="Noto Sans Symbols"/>
              <a:buChar char="⚫"/>
            </a:pPr>
            <a:r>
              <a:rPr b="0" i="0" lang="en-GB" sz="2000" u="none" cap="none" strike="noStrike">
                <a:solidFill>
                  <a:schemeClr val="dk1"/>
                </a:solidFill>
                <a:latin typeface="Times New Roman"/>
                <a:ea typeface="Times New Roman"/>
                <a:cs typeface="Times New Roman"/>
                <a:sym typeface="Times New Roman"/>
              </a:rPr>
              <a:t>C-level executives</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0BD0D9"/>
              </a:buClr>
              <a:buSzPts val="1900"/>
              <a:buFont typeface="Calibri"/>
              <a:buAutoNum type="arabicPeriod"/>
            </a:pPr>
            <a:r>
              <a:rPr b="0" i="0" lang="en-GB" sz="2000" u="none" cap="none" strike="noStrike">
                <a:solidFill>
                  <a:schemeClr val="dk1"/>
                </a:solidFill>
                <a:latin typeface="Times New Roman"/>
                <a:ea typeface="Times New Roman"/>
                <a:cs typeface="Times New Roman"/>
                <a:sym typeface="Times New Roman"/>
              </a:rPr>
              <a:t>Desirable Behaviour –a number of behaviours have been identified that will help positively influence security culture:</a:t>
            </a:r>
            <a:endParaRPr b="0" i="0" sz="2000" u="none" cap="none" strike="noStrike">
              <a:solidFill>
                <a:schemeClr val="dk1"/>
              </a:solidFill>
              <a:latin typeface="Times New Roman"/>
              <a:ea typeface="Times New Roman"/>
              <a:cs typeface="Times New Roman"/>
              <a:sym typeface="Times New Roman"/>
            </a:endParaRPr>
          </a:p>
          <a:p>
            <a:pPr indent="-457200" lvl="1" marL="824230" marR="0" rtl="0" algn="l">
              <a:lnSpc>
                <a:spcPct val="100000"/>
              </a:lnSpc>
              <a:spcBef>
                <a:spcPts val="0"/>
              </a:spcBef>
              <a:spcAft>
                <a:spcPts val="0"/>
              </a:spcAft>
              <a:buClr>
                <a:schemeClr val="accent1"/>
              </a:buClr>
              <a:buSzPts val="1700"/>
              <a:buFont typeface="Noto Sans Symbols"/>
              <a:buChar char="⚫"/>
            </a:pPr>
            <a:r>
              <a:rPr b="0" i="0" lang="en-GB" sz="2000" u="none" cap="none" strike="noStrike">
                <a:solidFill>
                  <a:schemeClr val="dk1"/>
                </a:solidFill>
                <a:latin typeface="Times New Roman"/>
                <a:ea typeface="Times New Roman"/>
                <a:cs typeface="Times New Roman"/>
                <a:sym typeface="Times New Roman"/>
              </a:rPr>
              <a:t>Information security is practiced in daily operations.</a:t>
            </a:r>
            <a:endParaRPr b="0" i="0" sz="2000" u="none" cap="none" strike="noStrike">
              <a:solidFill>
                <a:schemeClr val="dk1"/>
              </a:solidFill>
              <a:latin typeface="Times New Roman"/>
              <a:ea typeface="Times New Roman"/>
              <a:cs typeface="Times New Roman"/>
              <a:sym typeface="Times New Roman"/>
            </a:endParaRPr>
          </a:p>
          <a:p>
            <a:pPr indent="-457200" lvl="1" marL="824230" marR="0" rtl="0" algn="l">
              <a:lnSpc>
                <a:spcPct val="100000"/>
              </a:lnSpc>
              <a:spcBef>
                <a:spcPts val="0"/>
              </a:spcBef>
              <a:spcAft>
                <a:spcPts val="0"/>
              </a:spcAft>
              <a:buClr>
                <a:schemeClr val="accent1"/>
              </a:buClr>
              <a:buSzPts val="1700"/>
              <a:buFont typeface="Noto Sans Symbols"/>
              <a:buChar char="⚫"/>
            </a:pPr>
            <a:r>
              <a:rPr b="0" i="0" lang="en-GB" sz="2000" u="none" cap="none" strike="noStrike">
                <a:solidFill>
                  <a:schemeClr val="dk1"/>
                </a:solidFill>
                <a:latin typeface="Times New Roman"/>
                <a:ea typeface="Times New Roman"/>
                <a:cs typeface="Times New Roman"/>
                <a:sym typeface="Times New Roman"/>
              </a:rPr>
              <a:t>Stakeholders are aware of how to respond to threats.</a:t>
            </a:r>
            <a:endParaRPr b="0" i="0" sz="2000" u="none" cap="none" strike="noStrike">
              <a:solidFill>
                <a:schemeClr val="dk1"/>
              </a:solidFill>
              <a:latin typeface="Times New Roman"/>
              <a:ea typeface="Times New Roman"/>
              <a:cs typeface="Times New Roman"/>
              <a:sym typeface="Times New Roman"/>
            </a:endParaRPr>
          </a:p>
          <a:p>
            <a:pPr indent="-457200" lvl="1" marL="824230" marR="0" rtl="0" algn="l">
              <a:lnSpc>
                <a:spcPct val="100000"/>
              </a:lnSpc>
              <a:spcBef>
                <a:spcPts val="0"/>
              </a:spcBef>
              <a:spcAft>
                <a:spcPts val="0"/>
              </a:spcAft>
              <a:buClr>
                <a:schemeClr val="accent1"/>
              </a:buClr>
              <a:buSzPts val="1700"/>
              <a:buFont typeface="Noto Sans Symbols"/>
              <a:buChar char="⚫"/>
            </a:pPr>
            <a:r>
              <a:rPr b="0" i="0" lang="en-GB" sz="2000" u="none" cap="none" strike="noStrike">
                <a:solidFill>
                  <a:schemeClr val="dk1"/>
                </a:solidFill>
                <a:latin typeface="Times New Roman"/>
                <a:ea typeface="Times New Roman"/>
                <a:cs typeface="Times New Roman"/>
                <a:sym typeface="Times New Roman"/>
              </a:rPr>
              <a:t>Executive management recognises the business value of security.</a:t>
            </a:r>
            <a:endParaRPr b="0" i="0" sz="2000" u="none" cap="none" strike="noStrike">
              <a:solidFill>
                <a:schemeClr val="dk1"/>
              </a:solidFill>
              <a:latin typeface="Times New Roman"/>
              <a:ea typeface="Times New Roman"/>
              <a:cs typeface="Times New Roman"/>
              <a:sym typeface="Times New Roman"/>
            </a:endParaRPr>
          </a:p>
        </p:txBody>
      </p:sp>
      <p:sp>
        <p:nvSpPr>
          <p:cNvPr id="683" name="Google Shape;683;p5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4" name="Google Shape;684;p56"/>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57"/>
          <p:cNvSpPr txBox="1"/>
          <p:nvPr>
            <p:ph type="title"/>
          </p:nvPr>
        </p:nvSpPr>
        <p:spPr>
          <a:xfrm>
            <a:off x="685800" y="0"/>
            <a:ext cx="8458200" cy="1066800"/>
          </a:xfrm>
          <a:prstGeom prst="rect">
            <a:avLst/>
          </a:prstGeom>
          <a:noFill/>
          <a:ln>
            <a:noFill/>
          </a:ln>
        </p:spPr>
        <p:txBody>
          <a:bodyPr anchorCtr="0" anchor="b" bIns="0" lIns="0" spcFirstLastPara="1" rIns="0" wrap="square" tIns="45700">
            <a:noAutofit/>
          </a:bodyPr>
          <a:lstStyle/>
          <a:p>
            <a:pPr indent="-465455" lvl="0" marL="465455" rtl="0" algn="l">
              <a:spcBef>
                <a:spcPts val="0"/>
              </a:spcBef>
              <a:spcAft>
                <a:spcPts val="0"/>
              </a:spcAft>
              <a:buNone/>
            </a:pPr>
            <a:r>
              <a:rPr lang="en-GB"/>
              <a:t>Enabler:  Information</a:t>
            </a:r>
            <a:endParaRPr/>
          </a:p>
        </p:txBody>
      </p:sp>
      <p:sp>
        <p:nvSpPr>
          <p:cNvPr id="691" name="Google Shape;691;p57"/>
          <p:cNvSpPr txBox="1"/>
          <p:nvPr>
            <p:ph idx="1" type="body"/>
          </p:nvPr>
        </p:nvSpPr>
        <p:spPr>
          <a:xfrm>
            <a:off x="533400" y="1066800"/>
            <a:ext cx="8229600" cy="5410200"/>
          </a:xfrm>
          <a:prstGeom prst="rect">
            <a:avLst/>
          </a:prstGeom>
          <a:noFill/>
          <a:ln>
            <a:noFill/>
          </a:ln>
        </p:spPr>
        <p:txBody>
          <a:bodyPr anchorCtr="0" anchor="t" bIns="45700" lIns="91425" spcFirstLastPara="1" rIns="91425" wrap="square" tIns="45700">
            <a:normAutofit lnSpcReduction="10000"/>
          </a:bodyPr>
          <a:lstStyle/>
          <a:p>
            <a:pPr indent="-6350" lvl="1" marL="6350" marR="0" rtl="0" algn="l">
              <a:lnSpc>
                <a:spcPct val="100000"/>
              </a:lnSpc>
              <a:spcBef>
                <a:spcPts val="0"/>
              </a:spcBef>
              <a:spcAft>
                <a:spcPts val="0"/>
              </a:spcAft>
              <a:buClr>
                <a:schemeClr val="accent1"/>
              </a:buClr>
              <a:buSzPts val="2210"/>
              <a:buFont typeface="Times New Roman"/>
              <a:buNone/>
            </a:pPr>
            <a:r>
              <a:rPr b="0" i="0" lang="en-GB" sz="2600" u="none" cap="none" strike="noStrike">
                <a:solidFill>
                  <a:schemeClr val="dk1"/>
                </a:solidFill>
                <a:latin typeface="Times New Roman"/>
                <a:ea typeface="Times New Roman"/>
                <a:cs typeface="Times New Roman"/>
                <a:sym typeface="Times New Roman"/>
              </a:rPr>
              <a:t>Information is not only the  main subject of information security  but is also a key enabler.</a:t>
            </a:r>
            <a:endParaRPr b="0" i="0" sz="2600" u="none" cap="none" strike="noStrike">
              <a:solidFill>
                <a:schemeClr val="dk1"/>
              </a:solidFill>
              <a:latin typeface="Times New Roman"/>
              <a:ea typeface="Times New Roman"/>
              <a:cs typeface="Times New Roman"/>
              <a:sym typeface="Times New Roman"/>
            </a:endParaRPr>
          </a:p>
          <a:p>
            <a:pPr indent="-457200" lvl="0" marL="483869" marR="0" rtl="0" algn="l">
              <a:lnSpc>
                <a:spcPct val="100000"/>
              </a:lnSpc>
              <a:spcBef>
                <a:spcPts val="520"/>
              </a:spcBef>
              <a:spcAft>
                <a:spcPts val="0"/>
              </a:spcAft>
              <a:buClr>
                <a:srgbClr val="0BD0D9"/>
              </a:buClr>
              <a:buSzPts val="2470"/>
              <a:buFont typeface="Calibri"/>
              <a:buAutoNum type="arabicPeriod"/>
            </a:pPr>
            <a:r>
              <a:rPr b="0" i="0" lang="en-GB" sz="2600" u="none" cap="none" strike="noStrike">
                <a:solidFill>
                  <a:schemeClr val="dk1"/>
                </a:solidFill>
                <a:latin typeface="Times New Roman"/>
                <a:ea typeface="Times New Roman"/>
                <a:cs typeface="Times New Roman"/>
                <a:sym typeface="Times New Roman"/>
              </a:rPr>
              <a:t>Information  types are examined and reveal types of relevant security information which can include:</a:t>
            </a:r>
            <a:endParaRPr b="0" i="0" sz="2600" u="none" cap="none" strike="noStrike">
              <a:solidFill>
                <a:schemeClr val="dk1"/>
              </a:solidFill>
              <a:latin typeface="Times New Roman"/>
              <a:ea typeface="Times New Roman"/>
              <a:cs typeface="Times New Roman"/>
              <a:sym typeface="Times New Roman"/>
            </a:endParaRPr>
          </a:p>
          <a:p>
            <a:pPr indent="-457199" lvl="1" marL="850264" marR="0" rtl="0" algn="l">
              <a:lnSpc>
                <a:spcPct val="100000"/>
              </a:lnSpc>
              <a:spcBef>
                <a:spcPts val="0"/>
              </a:spcBef>
              <a:spcAft>
                <a:spcPts val="0"/>
              </a:spcAft>
              <a:buClr>
                <a:schemeClr val="accent1"/>
              </a:buClr>
              <a:buSzPts val="2210"/>
              <a:buFont typeface="Noto Sans Symbols"/>
              <a:buChar char="⚫"/>
            </a:pPr>
            <a:r>
              <a:rPr b="0" i="0" lang="en-GB" sz="2600" u="none" cap="none" strike="noStrike">
                <a:solidFill>
                  <a:schemeClr val="dk1"/>
                </a:solidFill>
                <a:latin typeface="Times New Roman"/>
                <a:ea typeface="Times New Roman"/>
                <a:cs typeface="Times New Roman"/>
                <a:sym typeface="Times New Roman"/>
              </a:rPr>
              <a:t>Information security strategy</a:t>
            </a:r>
            <a:endParaRPr b="0" i="0" sz="2600" u="none" cap="none" strike="noStrike">
              <a:solidFill>
                <a:schemeClr val="dk1"/>
              </a:solidFill>
              <a:latin typeface="Times New Roman"/>
              <a:ea typeface="Times New Roman"/>
              <a:cs typeface="Times New Roman"/>
              <a:sym typeface="Times New Roman"/>
            </a:endParaRPr>
          </a:p>
          <a:p>
            <a:pPr indent="-457199" lvl="1" marL="850264" marR="0" rtl="0" algn="l">
              <a:lnSpc>
                <a:spcPct val="100000"/>
              </a:lnSpc>
              <a:spcBef>
                <a:spcPts val="0"/>
              </a:spcBef>
              <a:spcAft>
                <a:spcPts val="0"/>
              </a:spcAft>
              <a:buClr>
                <a:schemeClr val="accent1"/>
              </a:buClr>
              <a:buSzPts val="2210"/>
              <a:buFont typeface="Noto Sans Symbols"/>
              <a:buChar char="⚫"/>
            </a:pPr>
            <a:r>
              <a:rPr b="0" i="0" lang="en-GB" sz="2600" u="none" cap="none" strike="noStrike">
                <a:solidFill>
                  <a:schemeClr val="dk1"/>
                </a:solidFill>
                <a:latin typeface="Times New Roman"/>
                <a:ea typeface="Times New Roman"/>
                <a:cs typeface="Times New Roman"/>
                <a:sym typeface="Times New Roman"/>
              </a:rPr>
              <a:t>Information security budget</a:t>
            </a:r>
            <a:endParaRPr b="0" i="0" sz="2600" u="none" cap="none" strike="noStrike">
              <a:solidFill>
                <a:schemeClr val="dk1"/>
              </a:solidFill>
              <a:latin typeface="Times New Roman"/>
              <a:ea typeface="Times New Roman"/>
              <a:cs typeface="Times New Roman"/>
              <a:sym typeface="Times New Roman"/>
            </a:endParaRPr>
          </a:p>
          <a:p>
            <a:pPr indent="-457199" lvl="1" marL="850264" marR="0" rtl="0" algn="l">
              <a:lnSpc>
                <a:spcPct val="100000"/>
              </a:lnSpc>
              <a:spcBef>
                <a:spcPts val="0"/>
              </a:spcBef>
              <a:spcAft>
                <a:spcPts val="0"/>
              </a:spcAft>
              <a:buClr>
                <a:schemeClr val="accent1"/>
              </a:buClr>
              <a:buSzPts val="2210"/>
              <a:buFont typeface="Noto Sans Symbols"/>
              <a:buChar char="⚫"/>
            </a:pPr>
            <a:r>
              <a:rPr b="0" i="0" lang="en-GB" sz="2600" u="none" cap="none" strike="noStrike">
                <a:solidFill>
                  <a:schemeClr val="dk1"/>
                </a:solidFill>
                <a:latin typeface="Times New Roman"/>
                <a:ea typeface="Times New Roman"/>
                <a:cs typeface="Times New Roman"/>
                <a:sym typeface="Times New Roman"/>
              </a:rPr>
              <a:t>Policies</a:t>
            </a:r>
            <a:endParaRPr b="0" i="0" sz="2600" u="none" cap="none" strike="noStrike">
              <a:solidFill>
                <a:schemeClr val="dk1"/>
              </a:solidFill>
              <a:latin typeface="Times New Roman"/>
              <a:ea typeface="Times New Roman"/>
              <a:cs typeface="Times New Roman"/>
              <a:sym typeface="Times New Roman"/>
            </a:endParaRPr>
          </a:p>
          <a:p>
            <a:pPr indent="-457199" lvl="1" marL="850264" marR="0" rtl="0" algn="l">
              <a:lnSpc>
                <a:spcPct val="100000"/>
              </a:lnSpc>
              <a:spcBef>
                <a:spcPts val="0"/>
              </a:spcBef>
              <a:spcAft>
                <a:spcPts val="0"/>
              </a:spcAft>
              <a:buClr>
                <a:schemeClr val="accent1"/>
              </a:buClr>
              <a:buSzPts val="2210"/>
              <a:buFont typeface="Noto Sans Symbols"/>
              <a:buChar char="⚫"/>
            </a:pPr>
            <a:r>
              <a:rPr b="0" i="0" lang="en-GB" sz="2600" u="none" cap="none" strike="noStrike">
                <a:solidFill>
                  <a:schemeClr val="dk1"/>
                </a:solidFill>
                <a:latin typeface="Times New Roman"/>
                <a:ea typeface="Times New Roman"/>
                <a:cs typeface="Times New Roman"/>
                <a:sym typeface="Times New Roman"/>
              </a:rPr>
              <a:t>Awareness material</a:t>
            </a:r>
            <a:endParaRPr b="0" i="0" sz="2600" u="none" cap="none" strike="noStrike">
              <a:solidFill>
                <a:schemeClr val="dk1"/>
              </a:solidFill>
              <a:latin typeface="Times New Roman"/>
              <a:ea typeface="Times New Roman"/>
              <a:cs typeface="Times New Roman"/>
              <a:sym typeface="Times New Roman"/>
            </a:endParaRPr>
          </a:p>
          <a:p>
            <a:pPr indent="-457199" lvl="1" marL="850264" marR="0" rtl="0" algn="l">
              <a:lnSpc>
                <a:spcPct val="100000"/>
              </a:lnSpc>
              <a:spcBef>
                <a:spcPts val="0"/>
              </a:spcBef>
              <a:spcAft>
                <a:spcPts val="0"/>
              </a:spcAft>
              <a:buClr>
                <a:schemeClr val="accent1"/>
              </a:buClr>
              <a:buSzPts val="2210"/>
              <a:buFont typeface="Noto Sans Symbols"/>
              <a:buChar char="⚫"/>
            </a:pPr>
            <a:r>
              <a:rPr b="0" i="0" lang="en-GB" sz="2600" u="none" cap="none" strike="noStrike">
                <a:solidFill>
                  <a:schemeClr val="dk1"/>
                </a:solidFill>
                <a:latin typeface="Times New Roman"/>
                <a:ea typeface="Times New Roman"/>
                <a:cs typeface="Times New Roman"/>
                <a:sym typeface="Times New Roman"/>
              </a:rPr>
              <a:t>Etc.</a:t>
            </a:r>
            <a:endParaRPr b="0" i="0" sz="2600" u="none" cap="none" strike="noStrike">
              <a:solidFill>
                <a:schemeClr val="dk1"/>
              </a:solidFill>
              <a:latin typeface="Times New Roman"/>
              <a:ea typeface="Times New Roman"/>
              <a:cs typeface="Times New Roman"/>
              <a:sym typeface="Times New Roman"/>
            </a:endParaRPr>
          </a:p>
          <a:p>
            <a:pPr indent="-457200" lvl="0" marL="483869" marR="0" rtl="0" algn="l">
              <a:lnSpc>
                <a:spcPct val="100000"/>
              </a:lnSpc>
              <a:spcBef>
                <a:spcPts val="520"/>
              </a:spcBef>
              <a:spcAft>
                <a:spcPts val="0"/>
              </a:spcAft>
              <a:buClr>
                <a:srgbClr val="0BD0D9"/>
              </a:buClr>
              <a:buSzPts val="2470"/>
              <a:buFont typeface="Calibri"/>
              <a:buAutoNum type="arabicPeriod"/>
            </a:pPr>
            <a:r>
              <a:rPr b="0" i="0" lang="en-GB" sz="2600" u="none" cap="none" strike="noStrike">
                <a:solidFill>
                  <a:schemeClr val="dk1"/>
                </a:solidFill>
                <a:latin typeface="Times New Roman"/>
                <a:ea typeface="Times New Roman"/>
                <a:cs typeface="Times New Roman"/>
                <a:sym typeface="Times New Roman"/>
              </a:rPr>
              <a:t>Information stakeholders as well as the information life cycle are also identified and detailed from a security perspective.  Details specific to security such as information storage, sharing, use and disposal are all discussed.</a:t>
            </a:r>
            <a:endParaRPr b="0" i="0" sz="2600" u="none" cap="none" strike="noStrike">
              <a:solidFill>
                <a:schemeClr val="dk1"/>
              </a:solidFill>
              <a:latin typeface="Times New Roman"/>
              <a:ea typeface="Times New Roman"/>
              <a:cs typeface="Times New Roman"/>
              <a:sym typeface="Times New Roman"/>
            </a:endParaRPr>
          </a:p>
          <a:p>
            <a:pPr indent="-324485" lvl="0" marL="483869" marR="0" rtl="0" algn="l">
              <a:lnSpc>
                <a:spcPct val="100000"/>
              </a:lnSpc>
              <a:spcBef>
                <a:spcPts val="440"/>
              </a:spcBef>
              <a:spcAft>
                <a:spcPts val="0"/>
              </a:spcAft>
              <a:buClr>
                <a:srgbClr val="0BD0D9"/>
              </a:buClr>
              <a:buSzPts val="2090"/>
              <a:buFont typeface="Calibri"/>
              <a:buNone/>
            </a:pPr>
            <a:r>
              <a:t/>
            </a:r>
            <a:endParaRPr b="0" i="0" sz="2200" u="none" cap="none" strike="noStrike">
              <a:solidFill>
                <a:schemeClr val="dk1"/>
              </a:solidFill>
              <a:latin typeface="Constantia"/>
              <a:ea typeface="Constantia"/>
              <a:cs typeface="Constantia"/>
              <a:sym typeface="Constantia"/>
            </a:endParaRPr>
          </a:p>
        </p:txBody>
      </p:sp>
      <p:sp>
        <p:nvSpPr>
          <p:cNvPr id="692" name="Google Shape;692;p5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3" name="Google Shape;693;p57"/>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58"/>
          <p:cNvSpPr txBox="1"/>
          <p:nvPr>
            <p:ph type="title"/>
          </p:nvPr>
        </p:nvSpPr>
        <p:spPr>
          <a:xfrm>
            <a:off x="533400" y="0"/>
            <a:ext cx="8610600" cy="838200"/>
          </a:xfrm>
          <a:prstGeom prst="rect">
            <a:avLst/>
          </a:prstGeom>
          <a:noFill/>
          <a:ln>
            <a:noFill/>
          </a:ln>
        </p:spPr>
        <p:txBody>
          <a:bodyPr anchorCtr="0" anchor="b" bIns="0" lIns="0" spcFirstLastPara="1" rIns="0" wrap="square" tIns="45700">
            <a:noAutofit/>
          </a:bodyPr>
          <a:lstStyle/>
          <a:p>
            <a:pPr indent="-465455" lvl="0" marL="465455" rtl="0" algn="l">
              <a:spcBef>
                <a:spcPts val="0"/>
              </a:spcBef>
              <a:spcAft>
                <a:spcPts val="0"/>
              </a:spcAft>
              <a:buNone/>
            </a:pPr>
            <a:r>
              <a:rPr lang="en-GB" sz="3200"/>
              <a:t>Enabler:  Services, Infrastructure and Applications </a:t>
            </a:r>
            <a:endParaRPr sz="1800"/>
          </a:p>
        </p:txBody>
      </p:sp>
      <p:sp>
        <p:nvSpPr>
          <p:cNvPr id="700" name="Google Shape;700;p5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1" name="Google Shape;701;p58"/>
          <p:cNvSpPr txBox="1"/>
          <p:nvPr/>
        </p:nvSpPr>
        <p:spPr>
          <a:xfrm>
            <a:off x="457200" y="914400"/>
            <a:ext cx="8229600" cy="556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2600"/>
              <a:buFont typeface="Times New Roman"/>
              <a:buNone/>
            </a:pPr>
            <a:r>
              <a:rPr lang="en-GB" sz="2600" cap="none">
                <a:solidFill>
                  <a:schemeClr val="dk1"/>
                </a:solidFill>
                <a:latin typeface="Times New Roman"/>
                <a:ea typeface="Times New Roman"/>
                <a:cs typeface="Times New Roman"/>
                <a:sym typeface="Times New Roman"/>
              </a:rPr>
              <a:t>The services, infrastructure and applications model identifies the services capabilities that are required to provide information security and related functions to an enterprise. The following list contains examples of potential security-related services that could appear in a security service catalogue:</a:t>
            </a:r>
            <a:endParaRPr sz="2600" cap="none">
              <a:solidFill>
                <a:schemeClr val="dk1"/>
              </a:solidFill>
              <a:latin typeface="Times New Roman"/>
              <a:ea typeface="Times New Roman"/>
              <a:cs typeface="Times New Roman"/>
              <a:sym typeface="Times New Roman"/>
            </a:endParaRPr>
          </a:p>
          <a:p>
            <a:pPr indent="-514350" lvl="0" marL="514350" marR="0" rtl="0" algn="l">
              <a:spcBef>
                <a:spcPts val="0"/>
              </a:spcBef>
              <a:spcAft>
                <a:spcPts val="0"/>
              </a:spcAft>
              <a:buClr>
                <a:srgbClr val="21B2C8"/>
              </a:buClr>
              <a:buSzPts val="2600"/>
              <a:buFont typeface="Arial"/>
              <a:buChar char="•"/>
            </a:pPr>
            <a:r>
              <a:rPr lang="en-GB" sz="2600" cap="none">
                <a:solidFill>
                  <a:schemeClr val="dk1"/>
                </a:solidFill>
                <a:latin typeface="Times New Roman"/>
                <a:ea typeface="Times New Roman"/>
                <a:cs typeface="Times New Roman"/>
                <a:sym typeface="Times New Roman"/>
              </a:rPr>
              <a:t>Provide a security architecture.</a:t>
            </a:r>
            <a:endParaRPr sz="2600" cap="none">
              <a:solidFill>
                <a:schemeClr val="dk1"/>
              </a:solidFill>
              <a:latin typeface="Times New Roman"/>
              <a:ea typeface="Times New Roman"/>
              <a:cs typeface="Times New Roman"/>
              <a:sym typeface="Times New Roman"/>
            </a:endParaRPr>
          </a:p>
          <a:p>
            <a:pPr indent="-514350" lvl="0" marL="514350" marR="0" rtl="0" algn="l">
              <a:spcBef>
                <a:spcPts val="0"/>
              </a:spcBef>
              <a:spcAft>
                <a:spcPts val="0"/>
              </a:spcAft>
              <a:buClr>
                <a:srgbClr val="21B2C8"/>
              </a:buClr>
              <a:buSzPts val="2600"/>
              <a:buFont typeface="Arial"/>
              <a:buChar char="•"/>
            </a:pPr>
            <a:r>
              <a:rPr lang="en-GB" sz="2600" cap="none">
                <a:solidFill>
                  <a:schemeClr val="dk1"/>
                </a:solidFill>
                <a:latin typeface="Times New Roman"/>
                <a:ea typeface="Times New Roman"/>
                <a:cs typeface="Times New Roman"/>
                <a:sym typeface="Times New Roman"/>
              </a:rPr>
              <a:t>Provide security awareness.</a:t>
            </a:r>
            <a:endParaRPr sz="2600" cap="none">
              <a:solidFill>
                <a:schemeClr val="dk1"/>
              </a:solidFill>
              <a:latin typeface="Times New Roman"/>
              <a:ea typeface="Times New Roman"/>
              <a:cs typeface="Times New Roman"/>
              <a:sym typeface="Times New Roman"/>
            </a:endParaRPr>
          </a:p>
          <a:p>
            <a:pPr indent="-514350" lvl="0" marL="514350" marR="0" rtl="0" algn="l">
              <a:spcBef>
                <a:spcPts val="0"/>
              </a:spcBef>
              <a:spcAft>
                <a:spcPts val="0"/>
              </a:spcAft>
              <a:buClr>
                <a:srgbClr val="21B2C8"/>
              </a:buClr>
              <a:buSzPts val="2600"/>
              <a:buFont typeface="Arial"/>
              <a:buChar char="•"/>
            </a:pPr>
            <a:r>
              <a:rPr lang="en-GB" sz="2600" cap="none">
                <a:solidFill>
                  <a:schemeClr val="dk1"/>
                </a:solidFill>
                <a:latin typeface="Times New Roman"/>
                <a:ea typeface="Times New Roman"/>
                <a:cs typeface="Times New Roman"/>
                <a:sym typeface="Times New Roman"/>
              </a:rPr>
              <a:t>Provide security assessments.</a:t>
            </a:r>
            <a:endParaRPr sz="2600" cap="none">
              <a:solidFill>
                <a:schemeClr val="dk1"/>
              </a:solidFill>
              <a:latin typeface="Times New Roman"/>
              <a:ea typeface="Times New Roman"/>
              <a:cs typeface="Times New Roman"/>
              <a:sym typeface="Times New Roman"/>
            </a:endParaRPr>
          </a:p>
          <a:p>
            <a:pPr indent="-514350" lvl="0" marL="514350" marR="0" rtl="0" algn="l">
              <a:spcBef>
                <a:spcPts val="0"/>
              </a:spcBef>
              <a:spcAft>
                <a:spcPts val="0"/>
              </a:spcAft>
              <a:buClr>
                <a:srgbClr val="21B2C8"/>
              </a:buClr>
              <a:buSzPts val="2600"/>
              <a:buFont typeface="Arial"/>
              <a:buChar char="•"/>
            </a:pPr>
            <a:r>
              <a:rPr lang="en-GB" sz="2600" cap="none">
                <a:solidFill>
                  <a:schemeClr val="dk1"/>
                </a:solidFill>
                <a:latin typeface="Times New Roman"/>
                <a:ea typeface="Times New Roman"/>
                <a:cs typeface="Times New Roman"/>
                <a:sym typeface="Times New Roman"/>
              </a:rPr>
              <a:t>Provide adequate incident response.</a:t>
            </a:r>
            <a:endParaRPr sz="2600" cap="none">
              <a:solidFill>
                <a:schemeClr val="dk1"/>
              </a:solidFill>
              <a:latin typeface="Times New Roman"/>
              <a:ea typeface="Times New Roman"/>
              <a:cs typeface="Times New Roman"/>
              <a:sym typeface="Times New Roman"/>
            </a:endParaRPr>
          </a:p>
          <a:p>
            <a:pPr indent="-514350" lvl="0" marL="514350" marR="0" rtl="0" algn="l">
              <a:spcBef>
                <a:spcPts val="0"/>
              </a:spcBef>
              <a:spcAft>
                <a:spcPts val="0"/>
              </a:spcAft>
              <a:buClr>
                <a:srgbClr val="21B2C8"/>
              </a:buClr>
              <a:buSzPts val="2600"/>
              <a:buFont typeface="Arial"/>
              <a:buChar char="•"/>
            </a:pPr>
            <a:r>
              <a:rPr lang="en-GB" sz="2600" cap="none">
                <a:solidFill>
                  <a:schemeClr val="dk1"/>
                </a:solidFill>
                <a:latin typeface="Times New Roman"/>
                <a:ea typeface="Times New Roman"/>
                <a:cs typeface="Times New Roman"/>
                <a:sym typeface="Times New Roman"/>
              </a:rPr>
              <a:t>Provide adequate protection against malware, external attacks and intrusion attempts.</a:t>
            </a:r>
            <a:endParaRPr sz="2600" cap="none">
              <a:solidFill>
                <a:schemeClr val="dk1"/>
              </a:solidFill>
              <a:latin typeface="Times New Roman"/>
              <a:ea typeface="Times New Roman"/>
              <a:cs typeface="Times New Roman"/>
              <a:sym typeface="Times New Roman"/>
            </a:endParaRPr>
          </a:p>
          <a:p>
            <a:pPr indent="-514350" lvl="0" marL="514350" marR="0" rtl="0" algn="l">
              <a:spcBef>
                <a:spcPts val="0"/>
              </a:spcBef>
              <a:spcAft>
                <a:spcPts val="0"/>
              </a:spcAft>
              <a:buClr>
                <a:srgbClr val="21B2C8"/>
              </a:buClr>
              <a:buSzPts val="2600"/>
              <a:buFont typeface="Arial"/>
              <a:buChar char="•"/>
            </a:pPr>
            <a:r>
              <a:rPr lang="en-GB" sz="2600" cap="none">
                <a:solidFill>
                  <a:schemeClr val="dk1"/>
                </a:solidFill>
                <a:latin typeface="Times New Roman"/>
                <a:ea typeface="Times New Roman"/>
                <a:cs typeface="Times New Roman"/>
                <a:sym typeface="Times New Roman"/>
              </a:rPr>
              <a:t>Provide monitoring and alert services for security related events.</a:t>
            </a:r>
            <a:endParaRPr sz="2600" cap="none">
              <a:solidFill>
                <a:schemeClr val="dk1"/>
              </a:solidFill>
              <a:latin typeface="Times New Roman"/>
              <a:ea typeface="Times New Roman"/>
              <a:cs typeface="Times New Roman"/>
              <a:sym typeface="Times New Roman"/>
            </a:endParaRPr>
          </a:p>
        </p:txBody>
      </p:sp>
      <p:sp>
        <p:nvSpPr>
          <p:cNvPr id="702" name="Google Shape;702;p58"/>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59"/>
          <p:cNvSpPr txBox="1"/>
          <p:nvPr>
            <p:ph idx="1" type="body"/>
          </p:nvPr>
        </p:nvSpPr>
        <p:spPr>
          <a:xfrm>
            <a:off x="457200" y="1066800"/>
            <a:ext cx="8382000" cy="541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BD0D9"/>
              </a:buClr>
              <a:buSzPts val="2470"/>
              <a:buFont typeface="Noto Sans Symbols"/>
              <a:buNone/>
            </a:pPr>
            <a:r>
              <a:rPr b="0" i="0" lang="en-GB" sz="2600" u="none" cap="none" strike="noStrike">
                <a:solidFill>
                  <a:schemeClr val="dk1"/>
                </a:solidFill>
                <a:latin typeface="Times New Roman"/>
                <a:ea typeface="Times New Roman"/>
                <a:cs typeface="Times New Roman"/>
                <a:sym typeface="Times New Roman"/>
              </a:rPr>
              <a:t>To effectively operate an information security function within an enterprise, individuals with appropriate knowledge and experience must exercise that function. Some typical security-related skills and competencies listed are:</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Information security governance</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Information risk management</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Information security operations</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0"/>
              </a:spcBef>
              <a:spcAft>
                <a:spcPts val="0"/>
              </a:spcAft>
              <a:buClr>
                <a:srgbClr val="0BD0D9"/>
              </a:buClr>
              <a:buSzPts val="2470"/>
              <a:buFont typeface="Noto Sans Symbols"/>
              <a:buNone/>
            </a:pPr>
            <a:r>
              <a:t/>
            </a:r>
            <a:endParaRPr b="0" i="0" sz="2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BD0D9"/>
              </a:buClr>
              <a:buSzPts val="2470"/>
              <a:buFont typeface="Noto Sans Symbols"/>
              <a:buNone/>
            </a:pPr>
            <a:r>
              <a:rPr b="0" i="1" lang="en-GB" sz="2600" u="none" cap="none" strike="noStrike">
                <a:solidFill>
                  <a:schemeClr val="dk1"/>
                </a:solidFill>
                <a:latin typeface="Times New Roman"/>
                <a:ea typeface="Times New Roman"/>
                <a:cs typeface="Times New Roman"/>
                <a:sym typeface="Times New Roman"/>
              </a:rPr>
              <a:t>COBIT 5 for Information Security </a:t>
            </a:r>
            <a:r>
              <a:rPr b="0" i="0" lang="en-GB" sz="2600" u="none" cap="none" strike="noStrike">
                <a:solidFill>
                  <a:schemeClr val="dk1"/>
                </a:solidFill>
                <a:latin typeface="Times New Roman"/>
                <a:ea typeface="Times New Roman"/>
                <a:cs typeface="Times New Roman"/>
                <a:sym typeface="Times New Roman"/>
              </a:rPr>
              <a:t>defines the following attributes for each of the skills and competencies:</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Skill definition</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Goals</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Related enablers</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440"/>
              </a:spcBef>
              <a:spcAft>
                <a:spcPts val="0"/>
              </a:spcAft>
              <a:buClr>
                <a:srgbClr val="0BD0D9"/>
              </a:buClr>
              <a:buSzPts val="2090"/>
              <a:buFont typeface="Noto Sans Symbols"/>
              <a:buNone/>
            </a:pPr>
            <a:r>
              <a:t/>
            </a:r>
            <a:endParaRPr b="0" i="0" sz="2200" u="none" cap="none" strike="noStrike">
              <a:solidFill>
                <a:schemeClr val="dk1"/>
              </a:solidFill>
              <a:latin typeface="Constantia"/>
              <a:ea typeface="Constantia"/>
              <a:cs typeface="Constantia"/>
              <a:sym typeface="Constantia"/>
            </a:endParaRPr>
          </a:p>
          <a:p>
            <a:pPr indent="-357505" lvl="0" marL="514350" marR="0" rtl="0" algn="l">
              <a:lnSpc>
                <a:spcPct val="100000"/>
              </a:lnSpc>
              <a:spcBef>
                <a:spcPts val="520"/>
              </a:spcBef>
              <a:spcAft>
                <a:spcPts val="0"/>
              </a:spcAft>
              <a:buClr>
                <a:srgbClr val="0BD0D9"/>
              </a:buClr>
              <a:buSzPts val="2470"/>
              <a:buFont typeface="Calibri"/>
              <a:buNone/>
            </a:pPr>
            <a:r>
              <a:t/>
            </a:r>
            <a:endParaRPr b="0" i="0" sz="2600" u="none" cap="none" strike="noStrike">
              <a:solidFill>
                <a:schemeClr val="dk1"/>
              </a:solidFill>
              <a:latin typeface="Constantia"/>
              <a:ea typeface="Constantia"/>
              <a:cs typeface="Constantia"/>
              <a:sym typeface="Constantia"/>
            </a:endParaRPr>
          </a:p>
          <a:p>
            <a:pPr indent="-357505" lvl="0" marL="514350" marR="0" rtl="0" algn="l">
              <a:lnSpc>
                <a:spcPct val="100000"/>
              </a:lnSpc>
              <a:spcBef>
                <a:spcPts val="520"/>
              </a:spcBef>
              <a:spcAft>
                <a:spcPts val="0"/>
              </a:spcAft>
              <a:buClr>
                <a:srgbClr val="0BD0D9"/>
              </a:buClr>
              <a:buSzPts val="2470"/>
              <a:buFont typeface="Calibri"/>
              <a:buNone/>
            </a:pPr>
            <a:r>
              <a:t/>
            </a:r>
            <a:endParaRPr b="0" i="0" sz="2600" u="none" cap="none" strike="noStrike">
              <a:solidFill>
                <a:schemeClr val="dk1"/>
              </a:solidFill>
              <a:latin typeface="Constantia"/>
              <a:ea typeface="Constantia"/>
              <a:cs typeface="Constantia"/>
              <a:sym typeface="Constantia"/>
            </a:endParaRPr>
          </a:p>
        </p:txBody>
      </p:sp>
      <p:sp>
        <p:nvSpPr>
          <p:cNvPr id="709" name="Google Shape;709;p59"/>
          <p:cNvSpPr txBox="1"/>
          <p:nvPr>
            <p:ph type="title"/>
          </p:nvPr>
        </p:nvSpPr>
        <p:spPr>
          <a:xfrm>
            <a:off x="457200" y="152400"/>
            <a:ext cx="8229600" cy="685800"/>
          </a:xfrm>
          <a:prstGeom prst="rect">
            <a:avLst/>
          </a:prstGeom>
          <a:noFill/>
          <a:ln>
            <a:noFill/>
          </a:ln>
        </p:spPr>
        <p:txBody>
          <a:bodyPr anchorCtr="0" anchor="b" bIns="0" lIns="0" spcFirstLastPara="1" rIns="0" wrap="square" tIns="45700">
            <a:noAutofit/>
          </a:bodyPr>
          <a:lstStyle/>
          <a:p>
            <a:pPr indent="-465455" lvl="0" marL="465455" rtl="0" algn="l">
              <a:spcBef>
                <a:spcPts val="0"/>
              </a:spcBef>
              <a:spcAft>
                <a:spcPts val="0"/>
              </a:spcAft>
              <a:buNone/>
            </a:pPr>
            <a:r>
              <a:rPr lang="en-GB" sz="3600"/>
              <a:t>Enabler:  People, Skills and Competencies</a:t>
            </a:r>
            <a:endParaRPr sz="3600"/>
          </a:p>
        </p:txBody>
      </p:sp>
      <p:sp>
        <p:nvSpPr>
          <p:cNvPr id="710" name="Google Shape;710;p5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1" name="Google Shape;711;p59"/>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60"/>
          <p:cNvSpPr txBox="1"/>
          <p:nvPr>
            <p:ph type="title"/>
          </p:nvPr>
        </p:nvSpPr>
        <p:spPr>
          <a:xfrm>
            <a:off x="685800" y="533400"/>
            <a:ext cx="8458200" cy="10668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a:t>Chapter 2:  Implementing Information Security Initiatives</a:t>
            </a:r>
            <a:endParaRPr/>
          </a:p>
        </p:txBody>
      </p:sp>
      <p:sp>
        <p:nvSpPr>
          <p:cNvPr id="718" name="Google Shape;718;p60"/>
          <p:cNvSpPr txBox="1"/>
          <p:nvPr>
            <p:ph idx="1" type="body"/>
          </p:nvPr>
        </p:nvSpPr>
        <p:spPr>
          <a:xfrm>
            <a:off x="762000" y="1905000"/>
            <a:ext cx="8077200" cy="44196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3"/>
              </a:buClr>
              <a:buSzPts val="2470"/>
              <a:buFont typeface="Times New Roman"/>
              <a:buNone/>
            </a:pPr>
            <a:r>
              <a:rPr b="0" i="0" lang="en-GB" sz="2600" u="none" cap="none" strike="noStrike">
                <a:solidFill>
                  <a:schemeClr val="dk1"/>
                </a:solidFill>
                <a:latin typeface="Times New Roman"/>
                <a:ea typeface="Times New Roman"/>
                <a:cs typeface="Times New Roman"/>
                <a:sym typeface="Times New Roman"/>
              </a:rPr>
              <a:t>Considering the enterprise information security context: </a:t>
            </a:r>
            <a:r>
              <a:rPr b="0" i="1" lang="en-GB" sz="2600" u="none" cap="none" strike="noStrike">
                <a:solidFill>
                  <a:schemeClr val="dk1"/>
                </a:solidFill>
                <a:latin typeface="Times New Roman"/>
                <a:ea typeface="Times New Roman"/>
                <a:cs typeface="Times New Roman"/>
                <a:sym typeface="Times New Roman"/>
              </a:rPr>
              <a:t>COBIT 5 for Information Security </a:t>
            </a:r>
            <a:r>
              <a:rPr b="0" i="0" lang="en-GB" sz="2600" u="none" cap="none" strike="noStrike">
                <a:solidFill>
                  <a:schemeClr val="dk1"/>
                </a:solidFill>
                <a:latin typeface="Times New Roman"/>
                <a:ea typeface="Times New Roman"/>
                <a:cs typeface="Times New Roman"/>
                <a:sym typeface="Times New Roman"/>
              </a:rPr>
              <a:t>advises that every enterprise needs to define and implement its own information security enablers depending on factors within the enterprise’s environment such as:</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52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Ethics and culture relating to information security</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52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Applicable laws, regulations and policies</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52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Existing policies and practices</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520"/>
              </a:spcBef>
              <a:spcAft>
                <a:spcPts val="0"/>
              </a:spcAft>
              <a:buClr>
                <a:schemeClr val="accent3"/>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Information security capabilities and available resources</a:t>
            </a:r>
            <a:endParaRPr b="0" i="0" sz="2600" u="none" cap="none" strike="noStrike">
              <a:solidFill>
                <a:schemeClr val="dk1"/>
              </a:solidFill>
              <a:latin typeface="Times New Roman"/>
              <a:ea typeface="Times New Roman"/>
              <a:cs typeface="Times New Roman"/>
              <a:sym typeface="Times New Roman"/>
            </a:endParaRPr>
          </a:p>
        </p:txBody>
      </p:sp>
      <p:sp>
        <p:nvSpPr>
          <p:cNvPr id="719" name="Google Shape;719;p6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0" name="Google Shape;720;p60"/>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61"/>
          <p:cNvSpPr txBox="1"/>
          <p:nvPr>
            <p:ph type="title"/>
          </p:nvPr>
        </p:nvSpPr>
        <p:spPr>
          <a:xfrm>
            <a:off x="457200" y="228600"/>
            <a:ext cx="86868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sz="4400"/>
              <a:t>Chapter 2:  Implementing Information Security Initiatives (cont.)</a:t>
            </a:r>
            <a:endParaRPr sz="4400"/>
          </a:p>
        </p:txBody>
      </p:sp>
      <p:sp>
        <p:nvSpPr>
          <p:cNvPr id="726" name="Google Shape;726;p61"/>
          <p:cNvSpPr txBox="1"/>
          <p:nvPr>
            <p:ph idx="1" type="body"/>
          </p:nvPr>
        </p:nvSpPr>
        <p:spPr>
          <a:xfrm>
            <a:off x="457200" y="1676400"/>
            <a:ext cx="8229600" cy="45418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BD0D9"/>
              </a:buClr>
              <a:buSzPts val="2470"/>
              <a:buFont typeface="Noto Sans Symbols"/>
              <a:buNone/>
            </a:pPr>
            <a:r>
              <a:rPr b="0" i="0" lang="en-GB" sz="2600" u="none" cap="none" strike="noStrike">
                <a:solidFill>
                  <a:schemeClr val="dk1"/>
                </a:solidFill>
                <a:latin typeface="Times New Roman"/>
                <a:ea typeface="Times New Roman"/>
                <a:cs typeface="Times New Roman"/>
                <a:sym typeface="Times New Roman"/>
              </a:rPr>
              <a:t>Additionally,  the enterprise’s information security requirements need to be defined based on:</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Business plan and strategic intentions</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Management style</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Information risk profile</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Risk appetite</a:t>
            </a:r>
            <a:endParaRPr b="0" i="0" sz="2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rgbClr val="0BD0D9"/>
              </a:buClr>
              <a:buSzPts val="1710"/>
              <a:buFont typeface="Noto Sans Symbols"/>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520"/>
              </a:spcBef>
              <a:spcAft>
                <a:spcPts val="0"/>
              </a:spcAft>
              <a:buClr>
                <a:srgbClr val="0BD0D9"/>
              </a:buClr>
              <a:buSzPts val="2470"/>
              <a:buFont typeface="Noto Sans Symbols"/>
              <a:buNone/>
            </a:pPr>
            <a:r>
              <a:rPr b="0" i="0" lang="en-GB" sz="2600" u="none" cap="none" strike="noStrike">
                <a:solidFill>
                  <a:schemeClr val="dk1"/>
                </a:solidFill>
                <a:latin typeface="Times New Roman"/>
                <a:ea typeface="Times New Roman"/>
                <a:cs typeface="Times New Roman"/>
                <a:sym typeface="Times New Roman"/>
              </a:rPr>
              <a:t>The approach for implementing information security initiatives will be different for every enterprise and the context needs to be understood to adapt </a:t>
            </a:r>
            <a:r>
              <a:rPr b="0" i="1" lang="en-GB" sz="2600" u="none" cap="none" strike="noStrike">
                <a:solidFill>
                  <a:schemeClr val="dk1"/>
                </a:solidFill>
                <a:latin typeface="Times New Roman"/>
                <a:ea typeface="Times New Roman"/>
                <a:cs typeface="Times New Roman"/>
                <a:sym typeface="Times New Roman"/>
              </a:rPr>
              <a:t>COBIT 5 for Information Security </a:t>
            </a:r>
            <a:r>
              <a:rPr b="0" i="0" lang="en-GB" sz="2600" u="none" cap="none" strike="noStrike">
                <a:solidFill>
                  <a:schemeClr val="dk1"/>
                </a:solidFill>
                <a:latin typeface="Times New Roman"/>
                <a:ea typeface="Times New Roman"/>
                <a:cs typeface="Times New Roman"/>
                <a:sym typeface="Times New Roman"/>
              </a:rPr>
              <a:t>effectively.</a:t>
            </a:r>
            <a:endParaRPr b="0" i="0" sz="2600" u="none" cap="none" strike="noStrike">
              <a:solidFill>
                <a:schemeClr val="dk1"/>
              </a:solidFill>
              <a:latin typeface="Times New Roman"/>
              <a:ea typeface="Times New Roman"/>
              <a:cs typeface="Times New Roman"/>
              <a:sym typeface="Times New Roman"/>
            </a:endParaRPr>
          </a:p>
        </p:txBody>
      </p:sp>
      <p:sp>
        <p:nvSpPr>
          <p:cNvPr id="727" name="Google Shape;727;p61"/>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62"/>
          <p:cNvSpPr txBox="1"/>
          <p:nvPr>
            <p:ph type="title"/>
          </p:nvPr>
        </p:nvSpPr>
        <p:spPr>
          <a:xfrm>
            <a:off x="533400" y="457200"/>
            <a:ext cx="8610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sz="4400"/>
              <a:t>Chapter 2:  Implementing Information Security Initiatives </a:t>
            </a:r>
            <a:r>
              <a:rPr lang="en-GB" sz="4000"/>
              <a:t>(cont.)</a:t>
            </a:r>
            <a:endParaRPr sz="4000"/>
          </a:p>
        </p:txBody>
      </p:sp>
      <p:sp>
        <p:nvSpPr>
          <p:cNvPr id="733" name="Google Shape;733;p62"/>
          <p:cNvSpPr txBox="1"/>
          <p:nvPr>
            <p:ph idx="1" type="body"/>
          </p:nvPr>
        </p:nvSpPr>
        <p:spPr>
          <a:xfrm>
            <a:off x="762000" y="1935163"/>
            <a:ext cx="7467600" cy="35512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BD0D9"/>
              </a:buClr>
              <a:buSzPts val="2470"/>
              <a:buFont typeface="Noto Sans Symbols"/>
              <a:buNone/>
            </a:pPr>
            <a:r>
              <a:rPr b="0" i="0" lang="en-GB" sz="2600" u="none" cap="none" strike="noStrike">
                <a:solidFill>
                  <a:schemeClr val="dk1"/>
                </a:solidFill>
                <a:latin typeface="Times New Roman"/>
                <a:ea typeface="Times New Roman"/>
                <a:cs typeface="Times New Roman"/>
                <a:sym typeface="Times New Roman"/>
              </a:rPr>
              <a:t>Other key areas of importance when implementing </a:t>
            </a:r>
            <a:r>
              <a:rPr b="0" i="1" lang="en-GB" sz="2600" u="none" cap="none" strike="noStrike">
                <a:solidFill>
                  <a:schemeClr val="dk1"/>
                </a:solidFill>
                <a:latin typeface="Times New Roman"/>
                <a:ea typeface="Times New Roman"/>
                <a:cs typeface="Times New Roman"/>
                <a:sym typeface="Times New Roman"/>
              </a:rPr>
              <a:t>COBIT 5 for Information Security </a:t>
            </a:r>
            <a:r>
              <a:rPr b="0" i="0" lang="en-GB" sz="2600" u="none" cap="none" strike="noStrike">
                <a:solidFill>
                  <a:schemeClr val="dk1"/>
                </a:solidFill>
                <a:latin typeface="Times New Roman"/>
                <a:ea typeface="Times New Roman"/>
                <a:cs typeface="Times New Roman"/>
                <a:sym typeface="Times New Roman"/>
              </a:rPr>
              <a:t>are:</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52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Creating the appropriate environment</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52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Recognising pain points and trigger events</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52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Enabling change</a:t>
            </a:r>
            <a:endParaRPr b="0" i="0" sz="26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520"/>
              </a:spcBef>
              <a:spcAft>
                <a:spcPts val="0"/>
              </a:spcAft>
              <a:buClr>
                <a:srgbClr val="0BD0D9"/>
              </a:buClr>
              <a:buSzPts val="2470"/>
              <a:buFont typeface="Arial"/>
              <a:buChar char="•"/>
            </a:pPr>
            <a:r>
              <a:rPr b="0" i="0" lang="en-GB" sz="2600" u="none" cap="none" strike="noStrike">
                <a:solidFill>
                  <a:schemeClr val="dk1"/>
                </a:solidFill>
                <a:latin typeface="Times New Roman"/>
                <a:ea typeface="Times New Roman"/>
                <a:cs typeface="Times New Roman"/>
                <a:sym typeface="Times New Roman"/>
              </a:rPr>
              <a:t>Understanding that implementing information security practices is not a one time event but is a life cycle</a:t>
            </a:r>
            <a:endParaRPr b="0" i="0" sz="2600" u="none" cap="none" strike="noStrike">
              <a:solidFill>
                <a:schemeClr val="dk1"/>
              </a:solidFill>
              <a:latin typeface="Times New Roman"/>
              <a:ea typeface="Times New Roman"/>
              <a:cs typeface="Times New Roman"/>
              <a:sym typeface="Times New Roman"/>
            </a:endParaRPr>
          </a:p>
        </p:txBody>
      </p:sp>
      <p:sp>
        <p:nvSpPr>
          <p:cNvPr id="734" name="Google Shape;734;p62"/>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63"/>
          <p:cNvSpPr txBox="1"/>
          <p:nvPr>
            <p:ph type="title"/>
          </p:nvPr>
        </p:nvSpPr>
        <p:spPr>
          <a:xfrm>
            <a:off x="914400" y="0"/>
            <a:ext cx="8229600" cy="161925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rPr lang="en-GB" sz="3600"/>
              <a:t>Chapter 3:  Using </a:t>
            </a:r>
            <a:r>
              <a:rPr i="1" lang="en-GB" sz="3600"/>
              <a:t>COBIT 5 for Information Security </a:t>
            </a:r>
            <a:r>
              <a:rPr lang="en-GB" sz="3600"/>
              <a:t>to Connect Other Frameworks, Models, Good Practices and Standards</a:t>
            </a:r>
            <a:endParaRPr sz="3600"/>
          </a:p>
        </p:txBody>
      </p:sp>
      <p:sp>
        <p:nvSpPr>
          <p:cNvPr id="741" name="Google Shape;741;p63"/>
          <p:cNvSpPr txBox="1"/>
          <p:nvPr>
            <p:ph idx="1" type="body"/>
          </p:nvPr>
        </p:nvSpPr>
        <p:spPr>
          <a:xfrm>
            <a:off x="457200" y="1524000"/>
            <a:ext cx="8458200" cy="525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BD0D9"/>
              </a:buClr>
              <a:buSzPts val="2280"/>
              <a:buFont typeface="Noto Sans Symbols"/>
              <a:buNone/>
            </a:pPr>
            <a:r>
              <a:rPr b="0" i="1" lang="en-GB" sz="2400" u="none" cap="none" strike="noStrike">
                <a:solidFill>
                  <a:schemeClr val="dk1"/>
                </a:solidFill>
                <a:latin typeface="Times New Roman"/>
                <a:ea typeface="Times New Roman"/>
                <a:cs typeface="Times New Roman"/>
                <a:sym typeface="Times New Roman"/>
              </a:rPr>
              <a:t>COBIT 5 for Information Security </a:t>
            </a:r>
            <a:r>
              <a:rPr b="0" i="0" lang="en-GB" sz="2400" u="none" cap="none" strike="noStrike">
                <a:solidFill>
                  <a:schemeClr val="dk1"/>
                </a:solidFill>
                <a:latin typeface="Times New Roman"/>
                <a:ea typeface="Times New Roman"/>
                <a:cs typeface="Times New Roman"/>
                <a:sym typeface="Times New Roman"/>
              </a:rPr>
              <a:t>aims to be an umbrella framework to connect to other information security frameworks, good practices and standards.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rgbClr val="0BD0D9"/>
              </a:buClr>
              <a:buSzPts val="1710"/>
              <a:buFont typeface="Noto Sans Symbols"/>
              <a:buNone/>
            </a:pPr>
            <a:r>
              <a:t/>
            </a:r>
            <a:endParaRPr b="0" i="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rgbClr val="0BD0D9"/>
              </a:buClr>
              <a:buSzPts val="2280"/>
              <a:buFont typeface="Noto Sans Symbols"/>
              <a:buNone/>
            </a:pPr>
            <a:r>
              <a:rPr b="0" i="1" lang="en-GB" sz="2400" u="none" cap="none" strike="noStrike">
                <a:solidFill>
                  <a:schemeClr val="dk1"/>
                </a:solidFill>
                <a:latin typeface="Times New Roman"/>
                <a:ea typeface="Times New Roman"/>
                <a:cs typeface="Times New Roman"/>
                <a:sym typeface="Times New Roman"/>
              </a:rPr>
              <a:t>COBIT 5 for Information Security </a:t>
            </a:r>
            <a:r>
              <a:rPr b="0" i="0" lang="en-GB" sz="2400" u="none" cap="none" strike="noStrike">
                <a:solidFill>
                  <a:schemeClr val="dk1"/>
                </a:solidFill>
                <a:latin typeface="Times New Roman"/>
                <a:ea typeface="Times New Roman"/>
                <a:cs typeface="Times New Roman"/>
                <a:sym typeface="Times New Roman"/>
              </a:rPr>
              <a:t>describes the pervasiveness of information security throughout the enterprise and provides an overarching framework of enablers, but the others can be helpful as well because they may elaborate on specific topics. Examples include:</a:t>
            </a:r>
            <a:endParaRPr b="0" i="0" sz="24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0BD0D9"/>
              </a:buClr>
              <a:buSzPts val="2280"/>
              <a:buFont typeface="Arial"/>
              <a:buChar char="•"/>
            </a:pPr>
            <a:r>
              <a:rPr b="0" i="0" lang="en-GB" sz="2400" u="none" cap="none" strike="noStrike">
                <a:solidFill>
                  <a:schemeClr val="dk1"/>
                </a:solidFill>
                <a:latin typeface="Times New Roman"/>
                <a:ea typeface="Times New Roman"/>
                <a:cs typeface="Times New Roman"/>
                <a:sym typeface="Times New Roman"/>
              </a:rPr>
              <a:t>Business Model for Information Security (BMIS)–ISACA</a:t>
            </a:r>
            <a:endParaRPr b="0" i="0" sz="24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0BD0D9"/>
              </a:buClr>
              <a:buSzPts val="2280"/>
              <a:buFont typeface="Arial"/>
              <a:buChar char="•"/>
            </a:pPr>
            <a:r>
              <a:rPr b="0" i="0" lang="en-GB" sz="2400" u="none" cap="none" strike="noStrike">
                <a:solidFill>
                  <a:schemeClr val="dk1"/>
                </a:solidFill>
                <a:latin typeface="Times New Roman"/>
                <a:ea typeface="Times New Roman"/>
                <a:cs typeface="Times New Roman"/>
                <a:sym typeface="Times New Roman"/>
              </a:rPr>
              <a:t>Standard of Good Practice for Information Security (ISF)</a:t>
            </a:r>
            <a:endParaRPr b="0" i="0" sz="24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0BD0D9"/>
              </a:buClr>
              <a:buSzPts val="2280"/>
              <a:buFont typeface="Arial"/>
              <a:buChar char="•"/>
            </a:pPr>
            <a:r>
              <a:rPr b="0" i="0" lang="en-GB" sz="2400" u="none" cap="none" strike="noStrike">
                <a:solidFill>
                  <a:schemeClr val="dk1"/>
                </a:solidFill>
                <a:latin typeface="Times New Roman"/>
                <a:ea typeface="Times New Roman"/>
                <a:cs typeface="Times New Roman"/>
                <a:sym typeface="Times New Roman"/>
              </a:rPr>
              <a:t>ISO/IEC 27000 Series</a:t>
            </a:r>
            <a:endParaRPr b="0" i="0" sz="24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0BD0D9"/>
              </a:buClr>
              <a:buSzPts val="2280"/>
              <a:buFont typeface="Arial"/>
              <a:buChar char="•"/>
            </a:pPr>
            <a:r>
              <a:rPr b="0" i="0" lang="en-GB" sz="2400" u="none" cap="none" strike="noStrike">
                <a:solidFill>
                  <a:schemeClr val="dk1"/>
                </a:solidFill>
                <a:latin typeface="Times New Roman"/>
                <a:ea typeface="Times New Roman"/>
                <a:cs typeface="Times New Roman"/>
                <a:sym typeface="Times New Roman"/>
              </a:rPr>
              <a:t>NIST SP 800-53a</a:t>
            </a:r>
            <a:endParaRPr b="0" i="0" sz="24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0BD0D9"/>
              </a:buClr>
              <a:buSzPts val="2280"/>
              <a:buFont typeface="Arial"/>
              <a:buChar char="•"/>
            </a:pPr>
            <a:r>
              <a:rPr b="0" i="0" lang="en-GB" sz="2400" u="none" cap="none" strike="noStrike">
                <a:solidFill>
                  <a:schemeClr val="dk1"/>
                </a:solidFill>
                <a:latin typeface="Times New Roman"/>
                <a:ea typeface="Times New Roman"/>
                <a:cs typeface="Times New Roman"/>
                <a:sym typeface="Times New Roman"/>
              </a:rPr>
              <a:t>PCI-DSS</a:t>
            </a:r>
            <a:endParaRPr b="0" i="0" sz="2400" u="none" cap="none" strike="noStrike">
              <a:solidFill>
                <a:schemeClr val="dk1"/>
              </a:solidFill>
              <a:latin typeface="Times New Roman"/>
              <a:ea typeface="Times New Roman"/>
              <a:cs typeface="Times New Roman"/>
              <a:sym typeface="Times New Roman"/>
            </a:endParaRPr>
          </a:p>
          <a:p>
            <a:pPr indent="-273050" lvl="0" marL="273050" marR="0" rtl="0" algn="l">
              <a:lnSpc>
                <a:spcPct val="100000"/>
              </a:lnSpc>
              <a:spcBef>
                <a:spcPts val="520"/>
              </a:spcBef>
              <a:spcAft>
                <a:spcPts val="0"/>
              </a:spcAft>
              <a:buClr>
                <a:srgbClr val="0BD0D9"/>
              </a:buClr>
              <a:buSzPts val="2470"/>
              <a:buFont typeface="Noto Sans Symbols"/>
              <a:buNone/>
            </a:pPr>
            <a:r>
              <a:t/>
            </a:r>
            <a:endParaRPr b="0" i="0" sz="2600" u="none" cap="none" strike="noStrike">
              <a:solidFill>
                <a:schemeClr val="dk1"/>
              </a:solidFill>
              <a:latin typeface="Constantia"/>
              <a:ea typeface="Constantia"/>
              <a:cs typeface="Constantia"/>
              <a:sym typeface="Constantia"/>
            </a:endParaRPr>
          </a:p>
        </p:txBody>
      </p:sp>
      <p:sp>
        <p:nvSpPr>
          <p:cNvPr id="742" name="Google Shape;742;p63"/>
          <p:cNvSpPr txBox="1"/>
          <p:nvPr/>
        </p:nvSpPr>
        <p:spPr>
          <a:xfrm>
            <a:off x="304800" y="6611938"/>
            <a:ext cx="86868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 2012 ISACA.	   All rights reserved.				</a:t>
            </a:r>
            <a:fld id="{00000000-1234-1234-1234-123412341234}" type="slidenum">
              <a:rPr lang="en-GB"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xmlns:r="http://schemas.openxmlformats.org/officeDocument/2006/relationship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2012-04-10T01:43:00Z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2057-10.2.0.5934</vt:lpwstr>
  </property>
</Properties>
</file>