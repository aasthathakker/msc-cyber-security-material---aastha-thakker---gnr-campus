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408" r:id="rId2"/>
    <p:sldId id="593" r:id="rId3"/>
    <p:sldId id="657" r:id="rId4"/>
    <p:sldId id="658" r:id="rId5"/>
    <p:sldId id="659" r:id="rId6"/>
    <p:sldId id="662" r:id="rId7"/>
    <p:sldId id="666" r:id="rId8"/>
    <p:sldId id="661" r:id="rId9"/>
    <p:sldId id="651" r:id="rId10"/>
    <p:sldId id="664" r:id="rId11"/>
    <p:sldId id="665"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5">
          <p15:clr>
            <a:srgbClr val="A4A3A4"/>
          </p15:clr>
        </p15:guide>
        <p15:guide id="2" pos="28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48"/>
      </p:cViewPr>
      <p:guideLst>
        <p:guide orient="horz" pos="2145"/>
        <p:guide pos="28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806D20-265A-45AE-8D7F-1100293F805F}" type="datetimeFigureOut">
              <a:rPr lang="en-US" smtClean="0"/>
              <a:t>4/26/2026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854D4B-AC91-4CBF-9F06-E2874E0FB78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4900093-A566-4883-87EB-6E6022A9D2E1}"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900093-A566-4883-87EB-6E6022A9D2E1}"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4900093-A566-4883-87EB-6E6022A9D2E1}"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4900093-A566-4883-87EB-6E6022A9D2E1}" type="datetimeFigureOut">
              <a:rPr lang="en-US" smtClean="0"/>
              <a:t>4/26/2026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4900093-A566-4883-87EB-6E6022A9D2E1}" type="datetimeFigureOut">
              <a:rPr lang="en-US" smtClean="0"/>
              <a:t>4/26/2026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900093-A566-4883-87EB-6E6022A9D2E1}" type="datetimeFigureOut">
              <a:rPr lang="en-US" smtClean="0"/>
              <a:t>4/26/2026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900093-A566-4883-87EB-6E6022A9D2E1}"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900093-A566-4883-87EB-6E6022A9D2E1}"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900093-A566-4883-87EB-6E6022A9D2E1}" type="datetimeFigureOut">
              <a:rPr lang="en-US" smtClean="0"/>
              <a:t>4/26/2026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1F41E-2724-4E8B-A7C1-40819B11D8A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s://www.teamandroid.com/gapps/"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hyperlink" Target="https://docs.google.com/file/d/0B-p1r5SNN4adcmhtaGdMVml0Qzg/edit"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opengapps.org/" TargetMode="External"/><Relationship Id="rId2" Type="http://schemas.openxmlformats.org/officeDocument/2006/relationships/hyperlink" Target="https://www.teamandroid.com/gapps/"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912" y="2102526"/>
            <a:ext cx="8546121" cy="904368"/>
          </a:xfrm>
        </p:spPr>
        <p:txBody>
          <a:bodyPr>
            <a:noAutofit/>
          </a:bodyPr>
          <a:lstStyle/>
          <a:p>
            <a:pPr lvl="1">
              <a:lnSpc>
                <a:spcPct val="150000"/>
              </a:lnSpc>
            </a:pPr>
            <a:r>
              <a:rPr lang="en-US" altLang="en-US" sz="4000" b="1" dirty="0">
                <a:solidFill>
                  <a:schemeClr val="tx1"/>
                </a:solidFill>
                <a:latin typeface="Times New Roman" panose="02020603050405020304" pitchFamily="18" charset="0"/>
                <a:cs typeface="Times New Roman" panose="02020603050405020304" pitchFamily="18" charset="0"/>
              </a:rPr>
              <a:t>Google </a:t>
            </a:r>
            <a:r>
              <a:rPr lang="en-US" altLang="en-US" sz="4000" b="1" dirty="0" err="1">
                <a:solidFill>
                  <a:schemeClr val="tx1"/>
                </a:solidFill>
                <a:latin typeface="Times New Roman" panose="02020603050405020304" pitchFamily="18" charset="0"/>
                <a:cs typeface="Times New Roman" panose="02020603050405020304" pitchFamily="18" charset="0"/>
              </a:rPr>
              <a:t>Gapps</a:t>
            </a:r>
            <a:r>
              <a:rPr lang="en-US" altLang="en-US" sz="4000" b="1" dirty="0">
                <a:solidFill>
                  <a:schemeClr val="tx1"/>
                </a:solidFill>
                <a:latin typeface="Times New Roman" panose="02020603050405020304" pitchFamily="18" charset="0"/>
                <a:cs typeface="Times New Roman" panose="02020603050405020304" pitchFamily="18" charset="0"/>
              </a:rPr>
              <a:t> – Download </a:t>
            </a:r>
            <a:r>
              <a:rPr lang="en-US" altLang="en-US" sz="4000" b="1" dirty="0" err="1">
                <a:solidFill>
                  <a:schemeClr val="tx1"/>
                </a:solidFill>
                <a:latin typeface="Times New Roman" panose="02020603050405020304" pitchFamily="18" charset="0"/>
                <a:cs typeface="Times New Roman" panose="02020603050405020304" pitchFamily="18" charset="0"/>
              </a:rPr>
              <a:t>Gapps</a:t>
            </a:r>
            <a:r>
              <a:rPr lang="en-US" altLang="en-US" sz="4000" b="1" dirty="0">
                <a:solidFill>
                  <a:schemeClr val="tx1"/>
                </a:solidFill>
                <a:latin typeface="Times New Roman" panose="02020603050405020304" pitchFamily="18" charset="0"/>
                <a:cs typeface="Times New Roman" panose="02020603050405020304" pitchFamily="18" charset="0"/>
              </a:rPr>
              <a:t> for Android</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Gapps</a:t>
            </a:r>
            <a:r>
              <a:rPr lang="en-US" sz="2400" b="1" dirty="0"/>
              <a:t> </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9431" y="620688"/>
            <a:ext cx="9167935" cy="5467320"/>
          </a:xfrm>
        </p:spPr>
        <p:txBody>
          <a:bodyPr>
            <a:noAutofit/>
          </a:bodyPr>
          <a:lstStyle/>
          <a:p>
            <a:pPr marL="971550" lvl="1" indent="-514350" algn="l">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Gapps</a:t>
            </a:r>
            <a:r>
              <a:rPr lang="en-US" sz="2600" dirty="0">
                <a:solidFill>
                  <a:schemeClr val="tx1"/>
                </a:solidFill>
                <a:latin typeface="Times New Roman" panose="02020603050405020304" pitchFamily="18" charset="0"/>
                <a:cs typeface="Times New Roman" panose="02020603050405020304" pitchFamily="18" charset="0"/>
              </a:rPr>
              <a:t> (or Google Apps) are the proprietary applications </a:t>
            </a:r>
            <a:r>
              <a:rPr lang="en-US" sz="2600" u="sng" dirty="0">
                <a:solidFill>
                  <a:schemeClr val="tx1"/>
                </a:solidFill>
                <a:latin typeface="Times New Roman" panose="02020603050405020304" pitchFamily="18" charset="0"/>
                <a:cs typeface="Times New Roman" panose="02020603050405020304" pitchFamily="18" charset="0"/>
              </a:rPr>
              <a:t>developed by Google </a:t>
            </a:r>
            <a:r>
              <a:rPr lang="en-US" sz="2600" dirty="0">
                <a:solidFill>
                  <a:schemeClr val="tx1"/>
                </a:solidFill>
                <a:latin typeface="Times New Roman" panose="02020603050405020304" pitchFamily="18" charset="0"/>
                <a:cs typeface="Times New Roman" panose="02020603050405020304" pitchFamily="18" charset="0"/>
              </a:rPr>
              <a:t>and are included in most Android devices.</a:t>
            </a:r>
          </a:p>
          <a:p>
            <a:pPr marL="971550" lvl="1" indent="-514350" algn="l">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These are the core Google applications that are found in every phone and tablet so you can sign in to Google services and download the latest apps and games from the Google Play Store.</a:t>
            </a:r>
          </a:p>
          <a:p>
            <a:pPr marL="971550" lvl="1" indent="-514350" algn="l">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Most of these </a:t>
            </a:r>
            <a:r>
              <a:rPr lang="en-US" sz="2600" dirty="0" err="1">
                <a:solidFill>
                  <a:schemeClr val="tx1"/>
                </a:solidFill>
                <a:latin typeface="Times New Roman" panose="02020603050405020304" pitchFamily="18" charset="0"/>
                <a:cs typeface="Times New Roman" panose="02020603050405020304" pitchFamily="18" charset="0"/>
              </a:rPr>
              <a:t>Gapps</a:t>
            </a:r>
            <a:r>
              <a:rPr lang="en-US" sz="2600" dirty="0">
                <a:solidFill>
                  <a:schemeClr val="tx1"/>
                </a:solidFill>
                <a:latin typeface="Times New Roman" panose="02020603050405020304" pitchFamily="18" charset="0"/>
                <a:cs typeface="Times New Roman" panose="02020603050405020304" pitchFamily="18" charset="0"/>
              </a:rPr>
              <a:t> can now be found and updated by the Google Play Store app</a:t>
            </a:r>
          </a:p>
          <a:p>
            <a:pPr marL="971550" lvl="1" indent="-514350" algn="l">
              <a:lnSpc>
                <a:spcPct val="150000"/>
              </a:lnSpc>
              <a:buFont typeface="Wingdings" panose="05000000000000000000" pitchFamily="2" charset="2"/>
              <a:buChar char="ü"/>
            </a:pPr>
            <a:endParaRPr lang="en-US" sz="2225"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Gapps</a:t>
            </a:r>
            <a:r>
              <a:rPr lang="en-US" sz="2400" b="1" dirty="0"/>
              <a:t> </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
        <p:nvSpPr>
          <p:cNvPr id="2" name="Rectangle 1"/>
          <p:cNvSpPr/>
          <p:nvPr/>
        </p:nvSpPr>
        <p:spPr>
          <a:xfrm>
            <a:off x="1115616" y="6146428"/>
            <a:ext cx="4257897" cy="369332"/>
          </a:xfrm>
          <a:prstGeom prst="rect">
            <a:avLst/>
          </a:prstGeom>
        </p:spPr>
        <p:txBody>
          <a:bodyPr wrap="none">
            <a:spAutoFit/>
          </a:bodyPr>
          <a:lstStyle/>
          <a:p>
            <a:r>
              <a:rPr lang="en-IN" dirty="0"/>
              <a:t>Ref: https://www.teamandroid.com/gapps/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 however, you still need the complete </a:t>
            </a:r>
            <a:r>
              <a:rPr lang="en-US" sz="2600" dirty="0" err="1">
                <a:solidFill>
                  <a:schemeClr val="tx1"/>
                </a:solidFill>
                <a:latin typeface="Times New Roman" panose="02020603050405020304" pitchFamily="18" charset="0"/>
                <a:cs typeface="Times New Roman" panose="02020603050405020304" pitchFamily="18" charset="0"/>
              </a:rPr>
              <a:t>Gapps</a:t>
            </a:r>
            <a:r>
              <a:rPr lang="en-US" sz="2600" dirty="0">
                <a:solidFill>
                  <a:schemeClr val="tx1"/>
                </a:solidFill>
                <a:latin typeface="Times New Roman" panose="02020603050405020304" pitchFamily="18" charset="0"/>
                <a:cs typeface="Times New Roman" panose="02020603050405020304" pitchFamily="18" charset="0"/>
              </a:rPr>
              <a:t> package installed into your </a:t>
            </a:r>
            <a:r>
              <a:rPr lang="en-US" sz="2600" b="1" dirty="0">
                <a:solidFill>
                  <a:schemeClr val="tx1"/>
                </a:solidFill>
                <a:latin typeface="Times New Roman" panose="02020603050405020304" pitchFamily="18" charset="0"/>
                <a:cs typeface="Times New Roman" panose="02020603050405020304" pitchFamily="18" charset="0"/>
              </a:rPr>
              <a:t>/system </a:t>
            </a:r>
            <a:r>
              <a:rPr lang="en-US" sz="2600" dirty="0">
                <a:solidFill>
                  <a:schemeClr val="tx1"/>
                </a:solidFill>
                <a:latin typeface="Times New Roman" panose="02020603050405020304" pitchFamily="18" charset="0"/>
                <a:cs typeface="Times New Roman" panose="02020603050405020304" pitchFamily="18" charset="0"/>
              </a:rPr>
              <a:t>directory when working with custom ROMs. </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These apps are always running on an Android device under the process of </a:t>
            </a:r>
            <a:r>
              <a:rPr lang="en-US" sz="2600" b="1" dirty="0" err="1">
                <a:solidFill>
                  <a:schemeClr val="tx1"/>
                </a:solidFill>
                <a:latin typeface="Times New Roman" panose="02020603050405020304" pitchFamily="18" charset="0"/>
                <a:cs typeface="Times New Roman" panose="02020603050405020304" pitchFamily="18" charset="0"/>
              </a:rPr>
              <a:t>com.google.process.gapps</a:t>
            </a:r>
            <a:r>
              <a:rPr lang="en-US" sz="2600" dirty="0">
                <a:solidFill>
                  <a:schemeClr val="tx1"/>
                </a:solidFill>
                <a:latin typeface="Times New Roman" panose="02020603050405020304" pitchFamily="18" charset="0"/>
                <a:cs typeface="Times New Roman" panose="02020603050405020304" pitchFamily="18" charset="0"/>
              </a:rPr>
              <a:t> (Google Services Framework / Google Play Services)</a:t>
            </a:r>
          </a:p>
          <a:p>
            <a:pPr marL="971550" lvl="1" indent="-514350" algn="just">
              <a:lnSpc>
                <a:spcPct val="150000"/>
              </a:lnSpc>
              <a:buFont typeface="Wingdings" panose="05000000000000000000" pitchFamily="2" charset="2"/>
              <a:buChar char="ü"/>
            </a:pPr>
            <a:endParaRPr lang="en-US" sz="2225"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Gapps</a:t>
            </a:r>
            <a:r>
              <a:rPr lang="en-US" sz="2400" b="1" dirty="0"/>
              <a:t> </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
        <p:nvSpPr>
          <p:cNvPr id="9" name="Rectangle 8"/>
          <p:cNvSpPr/>
          <p:nvPr/>
        </p:nvSpPr>
        <p:spPr>
          <a:xfrm>
            <a:off x="1115616" y="6146428"/>
            <a:ext cx="4257897" cy="369332"/>
          </a:xfrm>
          <a:prstGeom prst="rect">
            <a:avLst/>
          </a:prstGeom>
        </p:spPr>
        <p:txBody>
          <a:bodyPr wrap="none">
            <a:spAutoFit/>
          </a:bodyPr>
          <a:lstStyle/>
          <a:p>
            <a:r>
              <a:rPr lang="en-IN" dirty="0"/>
              <a:t>Ref: https://www.teamandroid.com/gapps/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9" y="671896"/>
            <a:ext cx="8163162"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Previously, you only needed to download </a:t>
            </a:r>
            <a:r>
              <a:rPr lang="en-US" sz="2600" dirty="0" err="1">
                <a:solidFill>
                  <a:schemeClr val="tx1"/>
                </a:solidFill>
                <a:latin typeface="Times New Roman" panose="02020603050405020304" pitchFamily="18" charset="0"/>
                <a:cs typeface="Times New Roman" panose="02020603050405020304" pitchFamily="18" charset="0"/>
              </a:rPr>
              <a:t>Gapps</a:t>
            </a:r>
            <a:r>
              <a:rPr lang="en-US" sz="2600" dirty="0">
                <a:solidFill>
                  <a:schemeClr val="tx1"/>
                </a:solidFill>
                <a:latin typeface="Times New Roman" panose="02020603050405020304" pitchFamily="18" charset="0"/>
                <a:cs typeface="Times New Roman" panose="02020603050405020304" pitchFamily="18" charset="0"/>
              </a:rPr>
              <a:t> as a single package, but now, there are several variants available – depending on the number of Google apps you want to include in your Android device.</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The most popular variants are: </a:t>
            </a:r>
            <a:r>
              <a:rPr lang="en-US" sz="2600" b="1" dirty="0" err="1">
                <a:solidFill>
                  <a:schemeClr val="tx1"/>
                </a:solidFill>
                <a:latin typeface="Times New Roman" panose="02020603050405020304" pitchFamily="18" charset="0"/>
                <a:cs typeface="Times New Roman" panose="02020603050405020304" pitchFamily="18" charset="0"/>
              </a:rPr>
              <a:t>pico</a:t>
            </a:r>
            <a:r>
              <a:rPr lang="en-US" sz="2600" b="1" dirty="0">
                <a:solidFill>
                  <a:schemeClr val="tx1"/>
                </a:solidFill>
                <a:latin typeface="Times New Roman" panose="02020603050405020304" pitchFamily="18" charset="0"/>
                <a:cs typeface="Times New Roman" panose="02020603050405020304" pitchFamily="18" charset="0"/>
              </a:rPr>
              <a:t>, </a:t>
            </a:r>
            <a:r>
              <a:rPr lang="en-US" sz="2600" b="1" dirty="0" err="1">
                <a:solidFill>
                  <a:schemeClr val="tx1"/>
                </a:solidFill>
                <a:latin typeface="Times New Roman" panose="02020603050405020304" pitchFamily="18" charset="0"/>
                <a:cs typeface="Times New Roman" panose="02020603050405020304" pitchFamily="18" charset="0"/>
              </a:rPr>
              <a:t>nano</a:t>
            </a:r>
            <a:r>
              <a:rPr lang="en-US" sz="2600" b="1" dirty="0">
                <a:solidFill>
                  <a:schemeClr val="tx1"/>
                </a:solidFill>
                <a:latin typeface="Times New Roman" panose="02020603050405020304" pitchFamily="18" charset="0"/>
                <a:cs typeface="Times New Roman" panose="02020603050405020304" pitchFamily="18" charset="0"/>
              </a:rPr>
              <a:t>, micro, mini, full, stock and super.</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Gapps</a:t>
            </a:r>
            <a:r>
              <a:rPr lang="en-US" sz="2400" b="1" dirty="0"/>
              <a:t> </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
        <p:nvSpPr>
          <p:cNvPr id="9" name="Rectangle 8"/>
          <p:cNvSpPr/>
          <p:nvPr/>
        </p:nvSpPr>
        <p:spPr>
          <a:xfrm>
            <a:off x="1115616" y="6146428"/>
            <a:ext cx="4257897" cy="369332"/>
          </a:xfrm>
          <a:prstGeom prst="rect">
            <a:avLst/>
          </a:prstGeom>
        </p:spPr>
        <p:txBody>
          <a:bodyPr wrap="none">
            <a:spAutoFit/>
          </a:bodyPr>
          <a:lstStyle/>
          <a:p>
            <a:r>
              <a:rPr lang="en-IN" dirty="0"/>
              <a:t>Ref: https://www.teamandroid.com/gapps/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You need to download </a:t>
            </a:r>
            <a:r>
              <a:rPr lang="en-US" sz="2600" dirty="0" err="1">
                <a:solidFill>
                  <a:schemeClr val="tx1"/>
                </a:solidFill>
                <a:latin typeface="Times New Roman" panose="02020603050405020304" pitchFamily="18" charset="0"/>
                <a:cs typeface="Times New Roman" panose="02020603050405020304" pitchFamily="18" charset="0"/>
              </a:rPr>
              <a:t>Gapps</a:t>
            </a:r>
            <a:r>
              <a:rPr lang="en-US" sz="2600" dirty="0">
                <a:solidFill>
                  <a:schemeClr val="tx1"/>
                </a:solidFill>
                <a:latin typeface="Times New Roman" panose="02020603050405020304" pitchFamily="18" charset="0"/>
                <a:cs typeface="Times New Roman" panose="02020603050405020304" pitchFamily="18" charset="0"/>
              </a:rPr>
              <a:t> when you install a custom ROM on your Android phone, tablet, TV or watch. Most custom ROMs are built using the AOSP (Android Open Source Project) code.</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For more information visit : </a:t>
            </a:r>
            <a:r>
              <a:rPr lang="en-US" sz="2600" dirty="0">
                <a:solidFill>
                  <a:schemeClr val="tx1"/>
                </a:solidFill>
                <a:latin typeface="Times New Roman" panose="02020603050405020304" pitchFamily="18" charset="0"/>
                <a:cs typeface="Times New Roman" panose="02020603050405020304" pitchFamily="18" charset="0"/>
                <a:hlinkClick r:id="rId2"/>
              </a:rPr>
              <a:t>https://www.teamandroid.com/gapps/</a:t>
            </a:r>
            <a:endParaRPr lang="en-US" sz="2600" dirty="0">
              <a:solidFill>
                <a:schemeClr val="tx1"/>
              </a:solidFill>
              <a:latin typeface="Times New Roman" panose="02020603050405020304" pitchFamily="18" charset="0"/>
              <a:cs typeface="Times New Roman" panose="02020603050405020304" pitchFamily="18" charset="0"/>
            </a:endParaRP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For more information visit: https://opengapps.org/</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Why download </a:t>
            </a:r>
            <a:r>
              <a:rPr lang="en-US" sz="2400" b="1" dirty="0" err="1"/>
              <a:t>GApps</a:t>
            </a:r>
            <a:r>
              <a:rPr lang="en-US" sz="2400" b="1" dirty="0"/>
              <a:t>?</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
        <p:nvSpPr>
          <p:cNvPr id="9" name="Rectangle 8"/>
          <p:cNvSpPr/>
          <p:nvPr/>
        </p:nvSpPr>
        <p:spPr>
          <a:xfrm>
            <a:off x="1115616" y="6146428"/>
            <a:ext cx="4257897" cy="369332"/>
          </a:xfrm>
          <a:prstGeom prst="rect">
            <a:avLst/>
          </a:prstGeom>
        </p:spPr>
        <p:txBody>
          <a:bodyPr wrap="none">
            <a:spAutoFit/>
          </a:bodyPr>
          <a:lstStyle/>
          <a:p>
            <a:r>
              <a:rPr lang="en-IN" dirty="0"/>
              <a:t>Ref: https://www.teamandroid.com/gapps/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11594" y="514001"/>
            <a:ext cx="8680886" cy="5795815"/>
          </a:xfrm>
        </p:spPr>
        <p:txBody>
          <a:bodyPr>
            <a:noAutofit/>
          </a:bodyPr>
          <a:lstStyle/>
          <a:p>
            <a:pPr marL="971550" lvl="1" indent="-514350" algn="just">
              <a:lnSpc>
                <a:spcPct val="150000"/>
              </a:lnSpc>
              <a:buFont typeface="+mj-lt"/>
              <a:buAutoNum type="arabicPeriod"/>
            </a:pPr>
            <a:r>
              <a:rPr lang="en-US" sz="2600" dirty="0">
                <a:solidFill>
                  <a:schemeClr val="tx1"/>
                </a:solidFill>
                <a:latin typeface="Times New Roman" panose="02020603050405020304" pitchFamily="18" charset="0"/>
                <a:cs typeface="Times New Roman" panose="02020603050405020304" pitchFamily="18" charset="0"/>
              </a:rPr>
              <a:t>Open GAPPS available for various platform and Android Version.</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So, it is important to know the platform and version used by the Android phone or android virtual machine.</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Query all configuration information of Android devices: </a:t>
            </a:r>
            <a:r>
              <a:rPr lang="en-US" sz="2600" dirty="0" err="1">
                <a:solidFill>
                  <a:schemeClr val="tx1"/>
                </a:solidFill>
                <a:latin typeface="Times New Roman" panose="02020603050405020304" pitchFamily="18" charset="0"/>
                <a:cs typeface="Times New Roman" panose="02020603050405020304" pitchFamily="18" charset="0"/>
              </a:rPr>
              <a:t>adb</a:t>
            </a:r>
            <a:r>
              <a:rPr lang="en-US" sz="2600" dirty="0">
                <a:solidFill>
                  <a:schemeClr val="tx1"/>
                </a:solidFill>
                <a:latin typeface="Times New Roman" panose="02020603050405020304" pitchFamily="18" charset="0"/>
                <a:cs typeface="Times New Roman" panose="02020603050405020304" pitchFamily="18" charset="0"/>
              </a:rPr>
              <a:t> shell </a:t>
            </a:r>
            <a:r>
              <a:rPr lang="en-US" sz="2600" dirty="0" err="1">
                <a:solidFill>
                  <a:schemeClr val="tx1"/>
                </a:solidFill>
                <a:latin typeface="Times New Roman" panose="02020603050405020304" pitchFamily="18" charset="0"/>
                <a:cs typeface="Times New Roman" panose="02020603050405020304" pitchFamily="18" charset="0"/>
              </a:rPr>
              <a:t>getprop</a:t>
            </a:r>
            <a:r>
              <a:rPr lang="en-US" sz="2600" dirty="0">
                <a:solidFill>
                  <a:schemeClr val="tx1"/>
                </a:solidFill>
                <a:latin typeface="Times New Roman" panose="02020603050405020304" pitchFamily="18" charset="0"/>
                <a:cs typeface="Times New Roman" panose="02020603050405020304" pitchFamily="18" charset="0"/>
              </a:rPr>
              <a:t>.</a:t>
            </a:r>
          </a:p>
          <a:p>
            <a:pPr lvl="1" algn="just">
              <a:lnSpc>
                <a:spcPct val="150000"/>
              </a:lnSpc>
            </a:pPr>
            <a:r>
              <a:rPr lang="en-US" sz="2600" i="1" dirty="0">
                <a:solidFill>
                  <a:schemeClr val="tx1"/>
                </a:solidFill>
                <a:latin typeface="Times New Roman" panose="02020603050405020304" pitchFamily="18" charset="0"/>
                <a:cs typeface="Times New Roman" panose="02020603050405020304" pitchFamily="18" charset="0"/>
              </a:rPr>
              <a:t>&gt; </a:t>
            </a:r>
            <a:r>
              <a:rPr lang="en-US" sz="2600" i="1" dirty="0" err="1">
                <a:solidFill>
                  <a:schemeClr val="tx1"/>
                </a:solidFill>
                <a:latin typeface="Times New Roman" panose="02020603050405020304" pitchFamily="18" charset="0"/>
                <a:cs typeface="Times New Roman" panose="02020603050405020304" pitchFamily="18" charset="0"/>
              </a:rPr>
              <a:t>adb</a:t>
            </a:r>
            <a:r>
              <a:rPr lang="en-US" sz="2600" i="1" dirty="0">
                <a:solidFill>
                  <a:schemeClr val="tx1"/>
                </a:solidFill>
                <a:latin typeface="Times New Roman" panose="02020603050405020304" pitchFamily="18" charset="0"/>
                <a:cs typeface="Times New Roman" panose="02020603050405020304" pitchFamily="18" charset="0"/>
              </a:rPr>
              <a:t> shell </a:t>
            </a:r>
            <a:r>
              <a:rPr lang="en-US" sz="2600" i="1" dirty="0" err="1">
                <a:solidFill>
                  <a:schemeClr val="tx1"/>
                </a:solidFill>
                <a:latin typeface="Times New Roman" panose="02020603050405020304" pitchFamily="18" charset="0"/>
                <a:cs typeface="Times New Roman" panose="02020603050405020304" pitchFamily="18" charset="0"/>
              </a:rPr>
              <a:t>getprop</a:t>
            </a:r>
            <a:r>
              <a:rPr lang="en-US" sz="2600" i="1" dirty="0">
                <a:solidFill>
                  <a:schemeClr val="tx1"/>
                </a:solidFill>
                <a:latin typeface="Times New Roman" panose="02020603050405020304" pitchFamily="18" charset="0"/>
                <a:cs typeface="Times New Roman" panose="02020603050405020304" pitchFamily="18" charset="0"/>
              </a:rPr>
              <a:t> | grep </a:t>
            </a:r>
            <a:r>
              <a:rPr lang="en-US" sz="2600" i="1" dirty="0" err="1">
                <a:solidFill>
                  <a:schemeClr val="tx1"/>
                </a:solidFill>
                <a:latin typeface="Times New Roman" panose="02020603050405020304" pitchFamily="18" charset="0"/>
                <a:cs typeface="Times New Roman" panose="02020603050405020304" pitchFamily="18" charset="0"/>
              </a:rPr>
              <a:t>abi</a:t>
            </a:r>
            <a:r>
              <a:rPr lang="en-US" sz="2600" i="1" dirty="0">
                <a:solidFill>
                  <a:schemeClr val="tx1"/>
                </a:solidFill>
                <a:latin typeface="Times New Roman" panose="02020603050405020304" pitchFamily="18" charset="0"/>
                <a:cs typeface="Times New Roman" panose="02020603050405020304" pitchFamily="18" charset="0"/>
              </a:rPr>
              <a:t> or </a:t>
            </a:r>
          </a:p>
          <a:p>
            <a:pPr lvl="1" algn="just">
              <a:lnSpc>
                <a:spcPct val="150000"/>
              </a:lnSpc>
            </a:pPr>
            <a:r>
              <a:rPr lang="en-US" sz="2600" i="1" dirty="0">
                <a:solidFill>
                  <a:schemeClr val="tx1"/>
                </a:solidFill>
                <a:latin typeface="Times New Roman" panose="02020603050405020304" pitchFamily="18" charset="0"/>
                <a:cs typeface="Times New Roman" panose="02020603050405020304" pitchFamily="18" charset="0"/>
              </a:rPr>
              <a:t>&gt; </a:t>
            </a:r>
            <a:r>
              <a:rPr lang="en-US" sz="2600" i="1" dirty="0" err="1">
                <a:solidFill>
                  <a:schemeClr val="tx1"/>
                </a:solidFill>
                <a:latin typeface="Times New Roman" panose="02020603050405020304" pitchFamily="18" charset="0"/>
                <a:cs typeface="Times New Roman" panose="02020603050405020304" pitchFamily="18" charset="0"/>
              </a:rPr>
              <a:t>adb</a:t>
            </a:r>
            <a:r>
              <a:rPr lang="en-US" sz="2600" i="1" dirty="0">
                <a:solidFill>
                  <a:schemeClr val="tx1"/>
                </a:solidFill>
                <a:latin typeface="Times New Roman" panose="02020603050405020304" pitchFamily="18" charset="0"/>
                <a:cs typeface="Times New Roman" panose="02020603050405020304" pitchFamily="18" charset="0"/>
              </a:rPr>
              <a:t> shell </a:t>
            </a:r>
            <a:r>
              <a:rPr lang="en-US" sz="2600" i="1" dirty="0" err="1">
                <a:solidFill>
                  <a:schemeClr val="tx1"/>
                </a:solidFill>
                <a:latin typeface="Times New Roman" panose="02020603050405020304" pitchFamily="18" charset="0"/>
                <a:cs typeface="Times New Roman" panose="02020603050405020304" pitchFamily="18" charset="0"/>
              </a:rPr>
              <a:t>getprop</a:t>
            </a:r>
            <a:r>
              <a:rPr lang="en-US" sz="2600" i="1" dirty="0">
                <a:solidFill>
                  <a:schemeClr val="tx1"/>
                </a:solidFill>
                <a:latin typeface="Times New Roman" panose="02020603050405020304" pitchFamily="18" charset="0"/>
                <a:cs typeface="Times New Roman" panose="02020603050405020304" pitchFamily="18" charset="0"/>
              </a:rPr>
              <a:t> </a:t>
            </a:r>
            <a:r>
              <a:rPr lang="en-US" sz="2600" i="1" dirty="0" err="1">
                <a:solidFill>
                  <a:schemeClr val="tx1"/>
                </a:solidFill>
                <a:latin typeface="Times New Roman" panose="02020603050405020304" pitchFamily="18" charset="0"/>
                <a:cs typeface="Times New Roman" panose="02020603050405020304" pitchFamily="18" charset="0"/>
              </a:rPr>
              <a:t>ro.product.cpu.abi</a:t>
            </a:r>
            <a:endParaRPr lang="en-US" sz="2600" i="1" dirty="0">
              <a:solidFill>
                <a:schemeClr val="tx1"/>
              </a:solidFill>
              <a:latin typeface="Times New Roman" panose="02020603050405020304" pitchFamily="18" charset="0"/>
              <a:cs typeface="Times New Roman" panose="02020603050405020304" pitchFamily="18" charset="0"/>
            </a:endParaRPr>
          </a:p>
          <a:p>
            <a:pPr lvl="1" algn="just">
              <a:lnSpc>
                <a:spcPct val="150000"/>
              </a:lnSpc>
            </a:pPr>
            <a:r>
              <a:rPr lang="en-US" sz="2600" dirty="0" err="1">
                <a:solidFill>
                  <a:schemeClr val="tx1"/>
                </a:solidFill>
                <a:latin typeface="Times New Roman" panose="02020603050405020304" pitchFamily="18" charset="0"/>
                <a:cs typeface="Times New Roman" panose="02020603050405020304" pitchFamily="18" charset="0"/>
              </a:rPr>
              <a:t>root@android</a:t>
            </a:r>
            <a:r>
              <a:rPr lang="en-US" sz="2600" dirty="0">
                <a:solidFill>
                  <a:schemeClr val="tx1"/>
                </a:solidFill>
                <a:latin typeface="Times New Roman" panose="02020603050405020304" pitchFamily="18" charset="0"/>
                <a:cs typeface="Times New Roman" panose="02020603050405020304" pitchFamily="18" charset="0"/>
              </a:rPr>
              <a:t>:/proc # cat </a:t>
            </a:r>
            <a:r>
              <a:rPr lang="en-US" sz="2600" dirty="0" err="1">
                <a:solidFill>
                  <a:schemeClr val="tx1"/>
                </a:solidFill>
                <a:latin typeface="Times New Roman" panose="02020603050405020304" pitchFamily="18" charset="0"/>
                <a:cs typeface="Times New Roman" panose="02020603050405020304" pitchFamily="18" charset="0"/>
              </a:rPr>
              <a:t>cpuinfo</a:t>
            </a:r>
            <a:endParaRPr lang="en-US" sz="26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Gapps</a:t>
            </a:r>
            <a:r>
              <a:rPr lang="en-US" sz="2400" b="1" dirty="0"/>
              <a:t> – Installation  steps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98939" y="565637"/>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To know download </a:t>
            </a:r>
          </a:p>
          <a:p>
            <a:pPr marL="1428750" lvl="2"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CPU-Z-Android to discover the architecture (cpu-z_1.07.apk)</a:t>
            </a:r>
          </a:p>
          <a:p>
            <a:pPr marL="1428750" lvl="2"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Download from the internet</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Check the CPU architecture and Android Version</a:t>
            </a:r>
          </a:p>
          <a:p>
            <a:pPr marL="1428750" lvl="2" indent="-514350" algn="just">
              <a:lnSpc>
                <a:spcPct val="150000"/>
              </a:lnSpc>
              <a:buFont typeface="Wingdings" panose="05000000000000000000" pitchFamily="2" charset="2"/>
              <a:buChar char="ü"/>
            </a:pPr>
            <a:endParaRPr lang="en-US" sz="26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Gapps</a:t>
            </a:r>
            <a:r>
              <a:rPr lang="en-US" sz="2400" b="1" dirty="0"/>
              <a:t> – Installation  steps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163529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8560" y="645112"/>
            <a:ext cx="8876412" cy="5467320"/>
          </a:xfrm>
        </p:spPr>
        <p:txBody>
          <a:bodyPr>
            <a:noAutofit/>
          </a:bodyPr>
          <a:lstStyle/>
          <a:p>
            <a:pPr marL="971550" lvl="1" indent="-514350" algn="just">
              <a:lnSpc>
                <a:spcPct val="150000"/>
              </a:lnSpc>
              <a:buFont typeface="+mj-lt"/>
              <a:buAutoNum type="arabicPeriod" startAt="2"/>
            </a:pPr>
            <a:r>
              <a:rPr lang="en-US" sz="2600" dirty="0" err="1">
                <a:solidFill>
                  <a:schemeClr val="tx1"/>
                </a:solidFill>
                <a:latin typeface="Times New Roman" panose="02020603050405020304" pitchFamily="18" charset="0"/>
                <a:cs typeface="Times New Roman" panose="02020603050405020304" pitchFamily="18" charset="0"/>
              </a:rPr>
              <a:t>Genymotion</a:t>
            </a:r>
            <a:r>
              <a:rPr lang="en-US" sz="2600" dirty="0">
                <a:solidFill>
                  <a:schemeClr val="tx1"/>
                </a:solidFill>
                <a:latin typeface="Times New Roman" panose="02020603050405020304" pitchFamily="18" charset="0"/>
                <a:cs typeface="Times New Roman" panose="02020603050405020304" pitchFamily="18" charset="0"/>
              </a:rPr>
              <a:t> support the X86_32 (X86 32 bit) CPU architecture.</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And some application compiled and built on ARM or ARM 64 or X86_64 </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Same will be happen in the case of GAPPS </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So let make </a:t>
            </a:r>
            <a:r>
              <a:rPr lang="en-US" sz="2600" dirty="0" err="1">
                <a:solidFill>
                  <a:schemeClr val="tx1"/>
                </a:solidFill>
                <a:latin typeface="Times New Roman" panose="02020603050405020304" pitchFamily="18" charset="0"/>
                <a:cs typeface="Times New Roman" panose="02020603050405020304" pitchFamily="18" charset="0"/>
              </a:rPr>
              <a:t>Genymotion</a:t>
            </a:r>
            <a:r>
              <a:rPr lang="en-US" sz="2600" dirty="0">
                <a:solidFill>
                  <a:schemeClr val="tx1"/>
                </a:solidFill>
                <a:latin typeface="Times New Roman" panose="02020603050405020304" pitchFamily="18" charset="0"/>
                <a:cs typeface="Times New Roman" panose="02020603050405020304" pitchFamily="18" charset="0"/>
              </a:rPr>
              <a:t> compatible to understand the ARM or ARM64 instructions.</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Otherwise you will get error </a:t>
            </a:r>
            <a:r>
              <a:rPr lang="en-US" sz="2000" dirty="0">
                <a:solidFill>
                  <a:schemeClr val="tx1"/>
                </a:solidFill>
                <a:latin typeface="Times New Roman" panose="02020603050405020304" pitchFamily="18" charset="0"/>
                <a:cs typeface="Times New Roman" panose="02020603050405020304" pitchFamily="18" charset="0"/>
              </a:rPr>
              <a:t>INSTALL_FAILED_NO_MATCHING_ABIS</a:t>
            </a:r>
            <a:endParaRPr lang="en-US" dirty="0">
              <a:solidFill>
                <a:schemeClr val="tx1"/>
              </a:solidFill>
              <a:latin typeface="Times New Roman" panose="02020603050405020304" pitchFamily="18" charset="0"/>
              <a:cs typeface="Times New Roman" panose="02020603050405020304" pitchFamily="18" charset="0"/>
            </a:endParaRPr>
          </a:p>
          <a:p>
            <a:pPr lvl="1" algn="just">
              <a:lnSpc>
                <a:spcPct val="150000"/>
              </a:lnSpc>
            </a:pPr>
            <a:r>
              <a:rPr lang="en-US" sz="2600" dirty="0">
                <a:solidFill>
                  <a:schemeClr val="tx1"/>
                </a:solidFill>
                <a:latin typeface="Times New Roman" panose="02020603050405020304" pitchFamily="18" charset="0"/>
                <a:cs typeface="Times New Roman" panose="02020603050405020304" pitchFamily="18" charset="0"/>
              </a:rPr>
              <a:t> </a:t>
            </a:r>
          </a:p>
          <a:p>
            <a:pPr marL="971550" lvl="1" indent="-514350" algn="just">
              <a:lnSpc>
                <a:spcPct val="150000"/>
              </a:lnSpc>
              <a:buFont typeface="Wingdings" panose="05000000000000000000" pitchFamily="2" charset="2"/>
              <a:buChar char="ü"/>
            </a:pPr>
            <a:endParaRPr lang="en-US" sz="26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Gapps</a:t>
            </a:r>
            <a:r>
              <a:rPr lang="en-US" sz="2400" b="1" dirty="0"/>
              <a:t> – Installation  steps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just">
              <a:lnSpc>
                <a:spcPct val="150000"/>
              </a:lnSpc>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INSTALL_FAILED_NO_MATCHING_ABIS – Solution </a:t>
            </a:r>
          </a:p>
          <a:p>
            <a:pPr marL="971550" lvl="1" indent="-514350" algn="just">
              <a:lnSpc>
                <a:spcPct val="150000"/>
              </a:lnSpc>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To make the app to work in both the CPU architectures, we need to install the ARM Translation.</a:t>
            </a:r>
          </a:p>
          <a:p>
            <a:pPr marL="1428750" lvl="2" indent="-514350" algn="just">
              <a:lnSpc>
                <a:spcPct val="150000"/>
              </a:lnSpc>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Steps for installation:</a:t>
            </a:r>
          </a:p>
          <a:p>
            <a:pPr marL="1428750" lvl="2" indent="-514350" algn="just">
              <a:lnSpc>
                <a:spcPct val="150000"/>
              </a:lnSpc>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Download the ARM Translation from the link Genymotion-ARM-Translation_v1.1.zip, drag and drop to </a:t>
            </a:r>
            <a:r>
              <a:rPr lang="en-US" dirty="0" err="1">
                <a:solidFill>
                  <a:schemeClr val="tx1"/>
                </a:solidFill>
                <a:latin typeface="Times New Roman" panose="02020603050405020304" pitchFamily="18" charset="0"/>
                <a:cs typeface="Times New Roman" panose="02020603050405020304" pitchFamily="18" charset="0"/>
              </a:rPr>
              <a:t>Genymotion</a:t>
            </a:r>
            <a:r>
              <a:rPr lang="en-US" dirty="0">
                <a:solidFill>
                  <a:schemeClr val="tx1"/>
                </a:solidFill>
                <a:latin typeface="Times New Roman" panose="02020603050405020304" pitchFamily="18" charset="0"/>
                <a:cs typeface="Times New Roman" panose="02020603050405020304" pitchFamily="18" charset="0"/>
              </a:rPr>
              <a:t> AVD</a:t>
            </a:r>
          </a:p>
          <a:p>
            <a:pPr marL="1428750" lvl="2" indent="-514350" algn="just">
              <a:lnSpc>
                <a:spcPct val="150000"/>
              </a:lnSpc>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hlinkClick r:id="rId2"/>
              </a:rPr>
              <a:t>https://docs.google.com/file/d/0B-p1r5SNN4adcmhtaGdMVml0Qzg/edit</a:t>
            </a:r>
            <a:r>
              <a:rPr lang="en-US" dirty="0">
                <a:solidFill>
                  <a:schemeClr val="tx1"/>
                </a:solidFill>
                <a:latin typeface="Times New Roman" panose="02020603050405020304" pitchFamily="18" charset="0"/>
                <a:cs typeface="Times New Roman" panose="02020603050405020304" pitchFamily="18" charset="0"/>
              </a:rPr>
              <a:t> </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Gapps</a:t>
            </a:r>
            <a:r>
              <a:rPr lang="en-US" sz="2400" b="1" dirty="0"/>
              <a:t> – Installation  steps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just">
              <a:lnSpc>
                <a:spcPct val="150000"/>
              </a:lnSpc>
              <a:buFont typeface="+mj-lt"/>
              <a:buAutoNum type="arabicPeriod" startAt="3"/>
            </a:pPr>
            <a:r>
              <a:rPr lang="en-US" sz="2600" dirty="0">
                <a:solidFill>
                  <a:schemeClr val="tx1"/>
                </a:solidFill>
                <a:latin typeface="Times New Roman" panose="02020603050405020304" pitchFamily="18" charset="0"/>
                <a:cs typeface="Times New Roman" panose="02020603050405020304" pitchFamily="18" charset="0"/>
              </a:rPr>
              <a:t>Download </a:t>
            </a:r>
            <a:r>
              <a:rPr lang="en-US" sz="2600" dirty="0" err="1">
                <a:solidFill>
                  <a:schemeClr val="tx1"/>
                </a:solidFill>
                <a:latin typeface="Times New Roman" panose="02020603050405020304" pitchFamily="18" charset="0"/>
                <a:cs typeface="Times New Roman" panose="02020603050405020304" pitchFamily="18" charset="0"/>
              </a:rPr>
              <a:t>Gapps</a:t>
            </a:r>
            <a:r>
              <a:rPr lang="en-US" sz="2600" dirty="0">
                <a:solidFill>
                  <a:schemeClr val="tx1"/>
                </a:solidFill>
                <a:latin typeface="Times New Roman" panose="02020603050405020304" pitchFamily="18" charset="0"/>
                <a:cs typeface="Times New Roman" panose="02020603050405020304" pitchFamily="18" charset="0"/>
              </a:rPr>
              <a:t> from </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hlinkClick r:id="rId2"/>
              </a:rPr>
              <a:t>https://www.teamandroid.com/gapps/</a:t>
            </a:r>
            <a:endParaRPr lang="en-US" sz="2600" dirty="0">
              <a:solidFill>
                <a:schemeClr val="tx1"/>
              </a:solidFill>
              <a:latin typeface="Times New Roman" panose="02020603050405020304" pitchFamily="18" charset="0"/>
              <a:cs typeface="Times New Roman" panose="02020603050405020304" pitchFamily="18" charset="0"/>
            </a:endParaRP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For more information visit: </a:t>
            </a:r>
            <a:r>
              <a:rPr lang="en-US" sz="2600" dirty="0">
                <a:solidFill>
                  <a:schemeClr val="tx1"/>
                </a:solidFill>
                <a:latin typeface="Times New Roman" panose="02020603050405020304" pitchFamily="18" charset="0"/>
                <a:cs typeface="Times New Roman" panose="02020603050405020304" pitchFamily="18" charset="0"/>
                <a:hlinkClick r:id="rId3"/>
              </a:rPr>
              <a:t>https://opengapps.org/</a:t>
            </a:r>
            <a:endParaRPr lang="en-US" sz="2600" dirty="0">
              <a:solidFill>
                <a:schemeClr val="tx1"/>
              </a:solidFill>
              <a:latin typeface="Times New Roman" panose="02020603050405020304" pitchFamily="18" charset="0"/>
              <a:cs typeface="Times New Roman" panose="02020603050405020304" pitchFamily="18" charset="0"/>
            </a:endParaRP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According to  platform and Android Version</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And drag and drop to </a:t>
            </a:r>
            <a:r>
              <a:rPr lang="en-US" sz="2600" dirty="0" err="1">
                <a:solidFill>
                  <a:schemeClr val="tx1"/>
                </a:solidFill>
                <a:latin typeface="Times New Roman" panose="02020603050405020304" pitchFamily="18" charset="0"/>
                <a:cs typeface="Times New Roman" panose="02020603050405020304" pitchFamily="18" charset="0"/>
              </a:rPr>
              <a:t>Genymotion</a:t>
            </a:r>
            <a:r>
              <a:rPr lang="en-US" sz="2600" dirty="0">
                <a:solidFill>
                  <a:schemeClr val="tx1"/>
                </a:solidFill>
                <a:latin typeface="Times New Roman" panose="02020603050405020304" pitchFamily="18" charset="0"/>
                <a:cs typeface="Times New Roman" panose="02020603050405020304" pitchFamily="18" charset="0"/>
              </a:rPr>
              <a:t> Android Emulator </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Restart the Emulator and Google </a:t>
            </a:r>
            <a:r>
              <a:rPr lang="en-US" sz="2600" dirty="0" err="1">
                <a:solidFill>
                  <a:schemeClr val="tx1"/>
                </a:solidFill>
                <a:latin typeface="Times New Roman" panose="02020603050405020304" pitchFamily="18" charset="0"/>
                <a:cs typeface="Times New Roman" panose="02020603050405020304" pitchFamily="18" charset="0"/>
              </a:rPr>
              <a:t>Appls</a:t>
            </a:r>
            <a:r>
              <a:rPr lang="en-US" sz="2600" dirty="0">
                <a:solidFill>
                  <a:schemeClr val="tx1"/>
                </a:solidFill>
                <a:latin typeface="Times New Roman" panose="02020603050405020304" pitchFamily="18" charset="0"/>
                <a:cs typeface="Times New Roman" panose="02020603050405020304" pitchFamily="18" charset="0"/>
              </a:rPr>
              <a:t> will  be available in the Android Phone or Emulator.</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Enjoy </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Gapps</a:t>
            </a:r>
            <a:r>
              <a:rPr lang="en-US" sz="2400" b="1" dirty="0"/>
              <a:t> – Installation  steps</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You can download application from Google Play store install in the </a:t>
            </a:r>
            <a:r>
              <a:rPr lang="en-US" sz="2600" dirty="0" err="1">
                <a:solidFill>
                  <a:schemeClr val="tx1"/>
                </a:solidFill>
                <a:latin typeface="Times New Roman" panose="02020603050405020304" pitchFamily="18" charset="0"/>
                <a:cs typeface="Times New Roman" panose="02020603050405020304" pitchFamily="18" charset="0"/>
              </a:rPr>
              <a:t>Genymotion</a:t>
            </a:r>
            <a:r>
              <a:rPr lang="en-US" sz="2600" dirty="0">
                <a:solidFill>
                  <a:schemeClr val="tx1"/>
                </a:solidFill>
                <a:latin typeface="Times New Roman" panose="02020603050405020304" pitchFamily="18" charset="0"/>
                <a:cs typeface="Times New Roman" panose="02020603050405020304" pitchFamily="18" charset="0"/>
              </a:rPr>
              <a:t> emulator and perform following things</a:t>
            </a:r>
          </a:p>
          <a:p>
            <a:pPr marL="1428750" lvl="2"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Reverse engineering and can do secure source code review</a:t>
            </a:r>
          </a:p>
          <a:p>
            <a:pPr marL="1428750" lvl="2"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Application security pen testing</a:t>
            </a:r>
          </a:p>
          <a:p>
            <a:pPr marL="1428750" lvl="2"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Static or dynamic analysis </a:t>
            </a:r>
          </a:p>
          <a:p>
            <a:pPr marL="1428750" lvl="2"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Android application forensics by performing addition / un installation / deletion operation and upload the virtual image to Autopsy or FTK for forensics.</a:t>
            </a:r>
            <a:endParaRPr lang="en-US" sz="1800" dirty="0">
              <a:solidFill>
                <a:schemeClr val="tx1"/>
              </a:solidFill>
              <a:latin typeface="Times New Roman" panose="02020603050405020304" pitchFamily="18" charset="0"/>
              <a:cs typeface="Times New Roman" panose="02020603050405020304" pitchFamily="18" charset="0"/>
            </a:endParaRPr>
          </a:p>
          <a:p>
            <a:pPr marL="1428750" lvl="2" indent="-514350" algn="just">
              <a:lnSpc>
                <a:spcPct val="150000"/>
              </a:lnSpc>
              <a:buFont typeface="Wingdings" panose="05000000000000000000" pitchFamily="2" charset="2"/>
              <a:buChar char="ü"/>
            </a:pP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Gapps</a:t>
            </a:r>
            <a:r>
              <a:rPr lang="en-US" sz="2400" b="1" dirty="0"/>
              <a:t> – Installation  What's Use of it?</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1222</TotalTime>
  <Words>721</Words>
  <Application>Microsoft Office PowerPoint</Application>
  <PresentationFormat>On-screen Show (4:3)</PresentationFormat>
  <Paragraphs>70</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digvijay</dc:creator>
  <cp:lastModifiedBy>Aastha Thakker</cp:lastModifiedBy>
  <cp:revision>732</cp:revision>
  <dcterms:created xsi:type="dcterms:W3CDTF">2018-03-30T10:15:00Z</dcterms:created>
  <dcterms:modified xsi:type="dcterms:W3CDTF">2026-04-26T17:50:04Z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1033-11.2.0.9684</vt:lpwstr>
  </property>
</Properties>
</file>