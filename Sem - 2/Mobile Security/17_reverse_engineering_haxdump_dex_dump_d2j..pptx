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57" r:id="rId2"/>
    <p:sldId id="408" r:id="rId3"/>
    <p:sldId id="601" r:id="rId4"/>
    <p:sldId id="603" r:id="rId5"/>
    <p:sldId id="604" r:id="rId6"/>
    <p:sldId id="605" r:id="rId7"/>
    <p:sldId id="606" r:id="rId8"/>
    <p:sldId id="607" r:id="rId9"/>
    <p:sldId id="608" r:id="rId10"/>
    <p:sldId id="610" r:id="rId11"/>
    <p:sldId id="61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8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java-decompiler.github.io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National </a:t>
            </a:r>
            <a:r>
              <a:rPr lang="en-US" sz="2000" b="1" dirty="0" err="1">
                <a:solidFill>
                  <a:schemeClr val="tx1"/>
                </a:solidFill>
              </a:rPr>
              <a:t>Imporatance</a:t>
            </a:r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3398" y="46554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Disassembling DEX files / Reverse Engineering </a:t>
            </a:r>
          </a:p>
          <a:p>
            <a:pPr lvl="1">
              <a:lnSpc>
                <a:spcPct val="150000"/>
              </a:lnSpc>
            </a:pPr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</a:p>
          <a:p>
            <a:pPr lvl="1">
              <a:lnSpc>
                <a:spcPct val="150000"/>
              </a:lnSpc>
            </a:pPr>
            <a:r>
              <a:rPr lang="en-IN" altLang="en-US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HaxDump</a:t>
            </a:r>
            <a:endParaRPr lang="en-IN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altLang="en-US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Dexdump</a:t>
            </a:r>
            <a:endParaRPr lang="en-IN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Dex2Jar and JD-GUI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Android’s build process compiles Java source code to bytecode (.class file) and later converts it, along with resources, into .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(Dalvik Executable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a.k.a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DEX) format to run efficiently on Android devices.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MyCode.java → </a:t>
            </a:r>
            <a:r>
              <a:rPr lang="en-US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MyCode.class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MyCode.dex</a:t>
            </a:r>
            <a:endParaRPr lang="en-US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allows you to create the Dalvik Virtual Machine bytecode from a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Disassembling DEX files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Dexdump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tools is used to perform following task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Dalvik Virtual Machine Code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 </a:t>
            </a:r>
            <a:r>
              <a:rPr lang="en-US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Dex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file</a:t>
            </a:r>
            <a:endParaRPr lang="en-US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allows you to create the Dalvik Virtual Machine bytecode from a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compile the Dalvik Bytecode to Java source code there are no official tools.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Disassembling DEX files - </a:t>
            </a:r>
            <a:r>
              <a:rPr lang="en-IN" altLang="en-US" sz="2400" b="1" dirty="0" err="1">
                <a:sym typeface="+mn-ea"/>
              </a:rPr>
              <a:t>Dexdump</a:t>
            </a:r>
            <a:endParaRPr lang="en-IN" altLang="en-US" sz="2400" b="1" dirty="0">
              <a:sym typeface="+mn-ea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808" y="757205"/>
            <a:ext cx="8960114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classes and methods from an APK file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dexdump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[path/to/</a:t>
            </a:r>
            <a:r>
              <a:rPr lang="en-US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file.apk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header information of DEX files contained in an APK file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dexdump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-f [path/to/</a:t>
            </a:r>
            <a:r>
              <a:rPr lang="en-US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file.apk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the dis-assembled output of executable sections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dexdump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-d [path/to/</a:t>
            </a:r>
            <a:r>
              <a:rPr lang="en-US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file.apk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results to a file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dexdump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-o [path/to/file] [path/to/</a:t>
            </a:r>
            <a:r>
              <a:rPr lang="en-US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file.apk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Disassembling DEX files - </a:t>
            </a:r>
            <a:r>
              <a:rPr lang="en-IN" altLang="en-US" sz="2400" b="1" dirty="0" err="1">
                <a:sym typeface="+mn-ea"/>
              </a:rPr>
              <a:t>Dexdump</a:t>
            </a:r>
            <a:endParaRPr lang="en-IN" altLang="en-US" sz="2400" b="1" dirty="0">
              <a:sym typeface="+mn-ea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Hexdump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helps you investigate the contents of binary files.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Hexdump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utility that displays the contents of binary files in hexadecimal, decimal, octal, or ASCII.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a utility for inspection and can be used for data recovery, reverse engineering, and programming.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 err="1">
                <a:sym typeface="+mn-ea"/>
              </a:rPr>
              <a:t>Hexdump</a:t>
            </a:r>
            <a:endParaRPr lang="en-IN" altLang="en-US" sz="2400" b="1" dirty="0">
              <a:sym typeface="+mn-ea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ectangle: Rounded Corners 1"/>
          <p:cNvSpPr/>
          <p:nvPr/>
        </p:nvSpPr>
        <p:spPr>
          <a:xfrm>
            <a:off x="1030479" y="2829492"/>
            <a:ext cx="2016224" cy="115212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files</a:t>
            </a:r>
            <a:endParaRPr lang="en-IN" sz="2800" b="1" dirty="0"/>
          </a:p>
        </p:txBody>
      </p:sp>
      <p:sp>
        <p:nvSpPr>
          <p:cNvPr id="11" name="Rectangle: Rounded Corners 10"/>
          <p:cNvSpPr/>
          <p:nvPr/>
        </p:nvSpPr>
        <p:spPr>
          <a:xfrm>
            <a:off x="5508104" y="2742271"/>
            <a:ext cx="3024336" cy="12961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hexadecimal, decimal, octal, or ASCII</a:t>
            </a:r>
            <a:endParaRPr lang="en-IN" sz="2800" b="1" dirty="0"/>
          </a:p>
        </p:txBody>
      </p:sp>
      <p:cxnSp>
        <p:nvCxnSpPr>
          <p:cNvPr id="12" name="Straight Arrow Connector 11"/>
          <p:cNvCxnSpPr>
            <a:cxnSpLocks/>
            <a:stCxn id="2" idx="3"/>
            <a:endCxn id="11" idx="1"/>
          </p:cNvCxnSpPr>
          <p:nvPr/>
        </p:nvCxnSpPr>
        <p:spPr>
          <a:xfrm flipV="1">
            <a:off x="3046703" y="3390343"/>
            <a:ext cx="2461401" cy="152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[OPTIONS...] [FILES...]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 : One-byte octal display.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 : One-byte character display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 : Two-byte decimal display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length : Where length is an integer. Interprets only ‘length’ bytes of output.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-o: Two-byte octal display.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 err="1">
                <a:sym typeface="+mn-ea"/>
              </a:rPr>
              <a:t>Hexdump</a:t>
            </a:r>
            <a:endParaRPr lang="en-IN" altLang="en-US" sz="2400" b="1" dirty="0">
              <a:sym typeface="+mn-ea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6759" y="6124124"/>
            <a:ext cx="76830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https://www.geeksforgeeks.org/hexdump-command-in-linux-with-examples/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Dex2Jar is a freely available tool to work with Android “.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dex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you may aware that “.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files are compiled Android application code file.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programs are compiled into “.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(Dalvik Executable) files, which are in turn zipped into a single “.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apk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file on the device.” and Java “.class” files. 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Dex2Jar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6759" y="6124124"/>
            <a:ext cx="76830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https://resources.infosecinstitute.com/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“.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files can be created automatically by Android, by translating the compiled applications written in the Java programming language.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core feature of Dex2Jar is to convert the classes.dex file of an APK to classes.jar or vice versa.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it is possible to view the source code of an Android application using any Java decompiler, and it is completely readable.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Dex2Jar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6759" y="6124124"/>
            <a:ext cx="76830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https://resources.infosecinstitute.com/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0"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Here, we get .class files and not the actual Java source code that was written by the application developer.</a:t>
            </a:r>
          </a:p>
          <a:p>
            <a:pPr marL="0"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to get “.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smali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files directly from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classes.dex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or vice versa. </a:t>
            </a:r>
          </a:p>
          <a:p>
            <a:pPr marL="0"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means you can change the source code of an application directly working with this format.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Dex2Jar – Practical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6759" y="6124124"/>
            <a:ext cx="76830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https://resources.infosecinstitute.com/</a:t>
            </a: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0" y="4539330"/>
            <a:ext cx="8459780" cy="13790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d2j-dex2jar –h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d2j-dex2jar –d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filename.apk</a:t>
            </a:r>
            <a:endParaRPr lang="en-US" sz="2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625" y="681297"/>
            <a:ext cx="8960114" cy="5467320"/>
          </a:xfrm>
        </p:spPr>
        <p:txBody>
          <a:bodyPr>
            <a:noAutofit/>
          </a:bodyPr>
          <a:lstStyle/>
          <a:p>
            <a:pPr lvl="1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JD-GUI is a standalone graphical utility that displays Java source codes of “.class” files.</a:t>
            </a:r>
          </a:p>
          <a:p>
            <a:pPr lvl="1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browse the reconstructed source code with the JD-GUI for instant access to methods and fields.</a:t>
            </a:r>
          </a:p>
          <a:p>
            <a:pPr lvl="1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open the “.jar” file with JD-GUI, you can view the source code of the application which is Java classes in a readable format, and it is also very easy to navigate through the code.</a:t>
            </a:r>
          </a:p>
          <a:p>
            <a:pPr lvl="1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http://java-decompiler.github.io/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Jd-gui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classes_dex2jar.jar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IN" altLang="en-US" sz="2400" b="1" dirty="0">
                <a:sym typeface="+mn-ea"/>
              </a:rPr>
              <a:t>JD-GUI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82245" y="-14364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6759" y="6124124"/>
            <a:ext cx="76830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https://resources.infosecinstitute.com/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759</Words>
  <Application>Microsoft Office PowerPoint</Application>
  <PresentationFormat>On-screen Show (4:3)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659</cp:revision>
  <dcterms:created xsi:type="dcterms:W3CDTF">2018-03-30T10:15:00Z</dcterms:created>
  <dcterms:modified xsi:type="dcterms:W3CDTF">2026-04-26T17:25:19Z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