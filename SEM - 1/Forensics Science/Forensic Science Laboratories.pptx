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CB6870-C386-4544-8788-8104F8F5095F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F588DC6-EBB8-4238-AB7E-A986B96351BF}">
      <dgm:prSet phldrT="[Text]" phldr="0"/>
      <dgm:spPr/>
      <dgm:t>
        <a:bodyPr/>
        <a:lstStyle/>
        <a:p>
          <a:r>
            <a:rPr lang="en-IN" dirty="0"/>
            <a:t>DFSS</a:t>
          </a:r>
        </a:p>
      </dgm:t>
    </dgm:pt>
    <dgm:pt modelId="{11DA1EB5-9939-4803-A930-2CB58F6977A4}" type="parTrans" cxnId="{4CC401CD-9487-4890-9896-99B0A3DD0E70}">
      <dgm:prSet/>
      <dgm:spPr/>
      <dgm:t>
        <a:bodyPr/>
        <a:lstStyle/>
        <a:p>
          <a:endParaRPr lang="en-IN"/>
        </a:p>
      </dgm:t>
    </dgm:pt>
    <dgm:pt modelId="{078EA52D-990F-4788-B063-2B902D1F6023}" type="sibTrans" cxnId="{4CC401CD-9487-4890-9896-99B0A3DD0E70}">
      <dgm:prSet/>
      <dgm:spPr/>
      <dgm:t>
        <a:bodyPr/>
        <a:lstStyle/>
        <a:p>
          <a:endParaRPr lang="en-IN"/>
        </a:p>
      </dgm:t>
    </dgm:pt>
    <dgm:pt modelId="{49E72881-965A-4100-94E3-01EEE1B86A8F}" type="asst">
      <dgm:prSet phldrT="[Text]" phldr="0"/>
      <dgm:spPr/>
      <dgm:t>
        <a:bodyPr/>
        <a:lstStyle/>
        <a:p>
          <a:r>
            <a:rPr lang="en-IN" dirty="0"/>
            <a:t> CFSL KOLKATA (1957)</a:t>
          </a:r>
        </a:p>
      </dgm:t>
    </dgm:pt>
    <dgm:pt modelId="{12195EC1-D5EC-4372-873D-12101C3E96C3}" type="parTrans" cxnId="{805A6A4D-DEA7-40AD-AF9D-48F92C077BB7}">
      <dgm:prSet/>
      <dgm:spPr/>
      <dgm:t>
        <a:bodyPr/>
        <a:lstStyle/>
        <a:p>
          <a:endParaRPr lang="en-IN"/>
        </a:p>
      </dgm:t>
    </dgm:pt>
    <dgm:pt modelId="{3F418FAC-654C-42B4-B20F-3E3BB6B0BC1C}" type="sibTrans" cxnId="{805A6A4D-DEA7-40AD-AF9D-48F92C077BB7}">
      <dgm:prSet/>
      <dgm:spPr/>
      <dgm:t>
        <a:bodyPr/>
        <a:lstStyle/>
        <a:p>
          <a:endParaRPr lang="en-IN"/>
        </a:p>
      </dgm:t>
    </dgm:pt>
    <dgm:pt modelId="{1FF43254-AFA1-4878-8B3F-5DC7DC2A632F}">
      <dgm:prSet phldrT="[Text]" phldr="0"/>
      <dgm:spPr/>
      <dgm:t>
        <a:bodyPr/>
        <a:lstStyle/>
        <a:p>
          <a:r>
            <a:rPr lang="en-IN" dirty="0"/>
            <a:t>CFSL HYDERABAD (1968)</a:t>
          </a:r>
        </a:p>
      </dgm:t>
    </dgm:pt>
    <dgm:pt modelId="{07C9D69F-51E3-4FB3-9CD3-1B4629C4F9FE}" type="parTrans" cxnId="{0FAB0DF9-9DEE-4CD1-87D6-B4B39D95438F}">
      <dgm:prSet/>
      <dgm:spPr/>
      <dgm:t>
        <a:bodyPr/>
        <a:lstStyle/>
        <a:p>
          <a:endParaRPr lang="en-IN"/>
        </a:p>
      </dgm:t>
    </dgm:pt>
    <dgm:pt modelId="{508643A8-26FF-412A-88BD-4E915B141960}" type="sibTrans" cxnId="{0FAB0DF9-9DEE-4CD1-87D6-B4B39D95438F}">
      <dgm:prSet/>
      <dgm:spPr/>
      <dgm:t>
        <a:bodyPr/>
        <a:lstStyle/>
        <a:p>
          <a:endParaRPr lang="en-IN"/>
        </a:p>
      </dgm:t>
    </dgm:pt>
    <dgm:pt modelId="{DA24E23E-384C-418A-A627-1E1C8BA794BE}">
      <dgm:prSet phldrT="[Text]" phldr="0"/>
      <dgm:spPr/>
      <dgm:t>
        <a:bodyPr/>
        <a:lstStyle/>
        <a:p>
          <a:r>
            <a:rPr lang="en-IN" dirty="0"/>
            <a:t>CFSL CHANDIGARH (1972)</a:t>
          </a:r>
        </a:p>
      </dgm:t>
    </dgm:pt>
    <dgm:pt modelId="{B702B4E0-FE80-43CC-BD71-04F0EE952929}" type="parTrans" cxnId="{89831763-E0CA-4999-8604-D7079FC758B5}">
      <dgm:prSet/>
      <dgm:spPr/>
      <dgm:t>
        <a:bodyPr/>
        <a:lstStyle/>
        <a:p>
          <a:endParaRPr lang="en-IN"/>
        </a:p>
      </dgm:t>
    </dgm:pt>
    <dgm:pt modelId="{86B7C9C1-064D-4EA3-874A-3279506EA51F}" type="sibTrans" cxnId="{89831763-E0CA-4999-8604-D7079FC758B5}">
      <dgm:prSet/>
      <dgm:spPr/>
      <dgm:t>
        <a:bodyPr/>
        <a:lstStyle/>
        <a:p>
          <a:endParaRPr lang="en-IN"/>
        </a:p>
      </dgm:t>
    </dgm:pt>
    <dgm:pt modelId="{E1CFC286-8E6C-4167-A88F-73746B7D466C}">
      <dgm:prSet phldrT="[Text]" phldr="0"/>
      <dgm:spPr/>
      <dgm:t>
        <a:bodyPr/>
        <a:lstStyle/>
        <a:p>
          <a:r>
            <a:rPr lang="en-IN" dirty="0"/>
            <a:t>CFSL BHOPAL (2011)</a:t>
          </a:r>
        </a:p>
      </dgm:t>
    </dgm:pt>
    <dgm:pt modelId="{E261E962-9371-4984-9540-3FB7A6AF6C2E}" type="parTrans" cxnId="{BC3BED8B-5F68-4D0E-8545-C0C387D62393}">
      <dgm:prSet/>
      <dgm:spPr/>
      <dgm:t>
        <a:bodyPr/>
        <a:lstStyle/>
        <a:p>
          <a:endParaRPr lang="en-IN"/>
        </a:p>
      </dgm:t>
    </dgm:pt>
    <dgm:pt modelId="{A926116D-BD10-49AD-A564-52CAE56CE1EA}" type="sibTrans" cxnId="{BC3BED8B-5F68-4D0E-8545-C0C387D62393}">
      <dgm:prSet/>
      <dgm:spPr/>
      <dgm:t>
        <a:bodyPr/>
        <a:lstStyle/>
        <a:p>
          <a:endParaRPr lang="en-IN"/>
        </a:p>
      </dgm:t>
    </dgm:pt>
    <dgm:pt modelId="{9653AC96-9D7F-4648-8BA4-0ADCC4D92595}">
      <dgm:prSet/>
      <dgm:spPr/>
      <dgm:t>
        <a:bodyPr/>
        <a:lstStyle/>
        <a:p>
          <a:r>
            <a:rPr lang="en-IN" dirty="0"/>
            <a:t>CFSL Guwahati (2011)</a:t>
          </a:r>
        </a:p>
      </dgm:t>
    </dgm:pt>
    <dgm:pt modelId="{1F52E84A-BA2C-49B5-B4CF-6FE732610237}" type="parTrans" cxnId="{1A47F976-3BAE-4B64-A273-B8E27219FB79}">
      <dgm:prSet/>
      <dgm:spPr/>
      <dgm:t>
        <a:bodyPr/>
        <a:lstStyle/>
        <a:p>
          <a:endParaRPr lang="en-IN"/>
        </a:p>
      </dgm:t>
    </dgm:pt>
    <dgm:pt modelId="{7F12A81D-BBE1-44F7-9DA9-61A5999AD2F5}" type="sibTrans" cxnId="{1A47F976-3BAE-4B64-A273-B8E27219FB79}">
      <dgm:prSet/>
      <dgm:spPr/>
      <dgm:t>
        <a:bodyPr/>
        <a:lstStyle/>
        <a:p>
          <a:endParaRPr lang="en-IN"/>
        </a:p>
      </dgm:t>
    </dgm:pt>
    <dgm:pt modelId="{A18BC12F-E31A-4E15-ABFB-29A20A22C622}">
      <dgm:prSet/>
      <dgm:spPr/>
      <dgm:t>
        <a:bodyPr/>
        <a:lstStyle/>
        <a:p>
          <a:r>
            <a:rPr lang="en-IN" dirty="0"/>
            <a:t>CFSL PUNE (2011)</a:t>
          </a:r>
        </a:p>
      </dgm:t>
    </dgm:pt>
    <dgm:pt modelId="{D6DB4BE0-36AB-41CA-B80E-3ED846D77FE2}" type="parTrans" cxnId="{45A80A7C-931E-42DE-8884-503724DC3633}">
      <dgm:prSet/>
      <dgm:spPr/>
      <dgm:t>
        <a:bodyPr/>
        <a:lstStyle/>
        <a:p>
          <a:endParaRPr lang="en-IN"/>
        </a:p>
      </dgm:t>
    </dgm:pt>
    <dgm:pt modelId="{379BB0BE-681B-4497-8007-D6899E52FF19}" type="sibTrans" cxnId="{45A80A7C-931E-42DE-8884-503724DC3633}">
      <dgm:prSet/>
      <dgm:spPr/>
      <dgm:t>
        <a:bodyPr/>
        <a:lstStyle/>
        <a:p>
          <a:endParaRPr lang="en-IN"/>
        </a:p>
      </dgm:t>
    </dgm:pt>
    <dgm:pt modelId="{C11160A9-819B-44EF-84E3-60897E88B895}" type="pres">
      <dgm:prSet presAssocID="{87CB6870-C386-4544-8788-8104F8F5095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13D9FC9-3D2D-4DEC-BABC-2108A47B93B9}" type="pres">
      <dgm:prSet presAssocID="{87CB6870-C386-4544-8788-8104F8F5095F}" presName="hierFlow" presStyleCnt="0"/>
      <dgm:spPr/>
    </dgm:pt>
    <dgm:pt modelId="{71ECB295-49DF-4D54-928F-CD6FEF0402DF}" type="pres">
      <dgm:prSet presAssocID="{87CB6870-C386-4544-8788-8104F8F5095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7D7EDBE6-7937-4F85-B6CA-4EE8FB49D302}" type="pres">
      <dgm:prSet presAssocID="{3F588DC6-EBB8-4238-AB7E-A986B96351BF}" presName="Name14" presStyleCnt="0"/>
      <dgm:spPr/>
    </dgm:pt>
    <dgm:pt modelId="{44B5D5C5-BCD6-471E-AB44-C8B216661C49}" type="pres">
      <dgm:prSet presAssocID="{3F588DC6-EBB8-4238-AB7E-A986B96351BF}" presName="level1Shape" presStyleLbl="node0" presStyleIdx="0" presStyleCnt="1">
        <dgm:presLayoutVars>
          <dgm:chPref val="3"/>
        </dgm:presLayoutVars>
      </dgm:prSet>
      <dgm:spPr/>
    </dgm:pt>
    <dgm:pt modelId="{9F3A6572-AED5-4FBF-9F1A-C67090BD6DA0}" type="pres">
      <dgm:prSet presAssocID="{3F588DC6-EBB8-4238-AB7E-A986B96351BF}" presName="hierChild2" presStyleCnt="0"/>
      <dgm:spPr/>
    </dgm:pt>
    <dgm:pt modelId="{4C7A0081-E620-4F87-8229-73D5F8F3BB29}" type="pres">
      <dgm:prSet presAssocID="{12195EC1-D5EC-4372-873D-12101C3E96C3}" presName="Name19" presStyleLbl="parChTrans1D2" presStyleIdx="0" presStyleCnt="6"/>
      <dgm:spPr/>
    </dgm:pt>
    <dgm:pt modelId="{C635D4A6-483A-445D-A9DA-6197357B9B62}" type="pres">
      <dgm:prSet presAssocID="{49E72881-965A-4100-94E3-01EEE1B86A8F}" presName="Name21" presStyleCnt="0"/>
      <dgm:spPr/>
    </dgm:pt>
    <dgm:pt modelId="{E7E5BD0F-1C85-4A04-B3FB-BA37C46799DA}" type="pres">
      <dgm:prSet presAssocID="{49E72881-965A-4100-94E3-01EEE1B86A8F}" presName="level2Shape" presStyleLbl="asst1" presStyleIdx="0" presStyleCnt="1"/>
      <dgm:spPr/>
    </dgm:pt>
    <dgm:pt modelId="{3D74777E-517B-4549-AE42-95417F65623A}" type="pres">
      <dgm:prSet presAssocID="{49E72881-965A-4100-94E3-01EEE1B86A8F}" presName="hierChild3" presStyleCnt="0"/>
      <dgm:spPr/>
    </dgm:pt>
    <dgm:pt modelId="{1FE0ECDA-6BD8-43FA-8E7C-71EBAE5D6732}" type="pres">
      <dgm:prSet presAssocID="{07C9D69F-51E3-4FB3-9CD3-1B4629C4F9FE}" presName="Name19" presStyleLbl="parChTrans1D2" presStyleIdx="1" presStyleCnt="6"/>
      <dgm:spPr/>
    </dgm:pt>
    <dgm:pt modelId="{6AD3D932-A8FF-4645-9F47-2BE69F9ED768}" type="pres">
      <dgm:prSet presAssocID="{1FF43254-AFA1-4878-8B3F-5DC7DC2A632F}" presName="Name21" presStyleCnt="0"/>
      <dgm:spPr/>
    </dgm:pt>
    <dgm:pt modelId="{234555B8-E4F7-49F6-B714-9D5630D7C2B2}" type="pres">
      <dgm:prSet presAssocID="{1FF43254-AFA1-4878-8B3F-5DC7DC2A632F}" presName="level2Shape" presStyleLbl="node2" presStyleIdx="0" presStyleCnt="5"/>
      <dgm:spPr/>
    </dgm:pt>
    <dgm:pt modelId="{C0C5E156-64DE-4C89-AE49-CDE75C54FAE6}" type="pres">
      <dgm:prSet presAssocID="{1FF43254-AFA1-4878-8B3F-5DC7DC2A632F}" presName="hierChild3" presStyleCnt="0"/>
      <dgm:spPr/>
    </dgm:pt>
    <dgm:pt modelId="{4E093FF6-3460-4522-BB77-1155A9CC7FB0}" type="pres">
      <dgm:prSet presAssocID="{B702B4E0-FE80-43CC-BD71-04F0EE952929}" presName="Name19" presStyleLbl="parChTrans1D2" presStyleIdx="2" presStyleCnt="6"/>
      <dgm:spPr/>
    </dgm:pt>
    <dgm:pt modelId="{BB0F8234-031B-40B4-BECB-FE8AA3794D0C}" type="pres">
      <dgm:prSet presAssocID="{DA24E23E-384C-418A-A627-1E1C8BA794BE}" presName="Name21" presStyleCnt="0"/>
      <dgm:spPr/>
    </dgm:pt>
    <dgm:pt modelId="{6B1B729A-CA65-46F6-8C94-B3506D3BAC37}" type="pres">
      <dgm:prSet presAssocID="{DA24E23E-384C-418A-A627-1E1C8BA794BE}" presName="level2Shape" presStyleLbl="node2" presStyleIdx="1" presStyleCnt="5"/>
      <dgm:spPr/>
    </dgm:pt>
    <dgm:pt modelId="{CF7F6131-2B5F-4C19-A245-2E071F41B3D6}" type="pres">
      <dgm:prSet presAssocID="{DA24E23E-384C-418A-A627-1E1C8BA794BE}" presName="hierChild3" presStyleCnt="0"/>
      <dgm:spPr/>
    </dgm:pt>
    <dgm:pt modelId="{1436590C-387C-4DBF-AAD5-FDCA58E4C59F}" type="pres">
      <dgm:prSet presAssocID="{E261E962-9371-4984-9540-3FB7A6AF6C2E}" presName="Name19" presStyleLbl="parChTrans1D2" presStyleIdx="3" presStyleCnt="6"/>
      <dgm:spPr/>
    </dgm:pt>
    <dgm:pt modelId="{A45657F2-C3A8-4802-B271-A39EADAFF0FD}" type="pres">
      <dgm:prSet presAssocID="{E1CFC286-8E6C-4167-A88F-73746B7D466C}" presName="Name21" presStyleCnt="0"/>
      <dgm:spPr/>
    </dgm:pt>
    <dgm:pt modelId="{06962A85-5F77-4190-9690-9C0FB6347125}" type="pres">
      <dgm:prSet presAssocID="{E1CFC286-8E6C-4167-A88F-73746B7D466C}" presName="level2Shape" presStyleLbl="node2" presStyleIdx="2" presStyleCnt="5"/>
      <dgm:spPr/>
    </dgm:pt>
    <dgm:pt modelId="{686F191A-C27E-4CAA-967F-786E4B45E6DA}" type="pres">
      <dgm:prSet presAssocID="{E1CFC286-8E6C-4167-A88F-73746B7D466C}" presName="hierChild3" presStyleCnt="0"/>
      <dgm:spPr/>
    </dgm:pt>
    <dgm:pt modelId="{550DD0EB-7D60-45F4-864F-6A137F1F64D7}" type="pres">
      <dgm:prSet presAssocID="{D6DB4BE0-36AB-41CA-B80E-3ED846D77FE2}" presName="Name19" presStyleLbl="parChTrans1D2" presStyleIdx="4" presStyleCnt="6"/>
      <dgm:spPr/>
    </dgm:pt>
    <dgm:pt modelId="{08144986-35CD-48BC-80EF-E72C2FE78520}" type="pres">
      <dgm:prSet presAssocID="{A18BC12F-E31A-4E15-ABFB-29A20A22C622}" presName="Name21" presStyleCnt="0"/>
      <dgm:spPr/>
    </dgm:pt>
    <dgm:pt modelId="{B6932B33-5B32-4699-9DC5-4183F08C497A}" type="pres">
      <dgm:prSet presAssocID="{A18BC12F-E31A-4E15-ABFB-29A20A22C622}" presName="level2Shape" presStyleLbl="node2" presStyleIdx="3" presStyleCnt="5"/>
      <dgm:spPr/>
    </dgm:pt>
    <dgm:pt modelId="{3F7EB895-6A97-404C-AC21-74AC59950766}" type="pres">
      <dgm:prSet presAssocID="{A18BC12F-E31A-4E15-ABFB-29A20A22C622}" presName="hierChild3" presStyleCnt="0"/>
      <dgm:spPr/>
    </dgm:pt>
    <dgm:pt modelId="{75FC2926-A793-4FDC-96A0-CD62E018CD8C}" type="pres">
      <dgm:prSet presAssocID="{1F52E84A-BA2C-49B5-B4CF-6FE732610237}" presName="Name19" presStyleLbl="parChTrans1D2" presStyleIdx="5" presStyleCnt="6"/>
      <dgm:spPr/>
    </dgm:pt>
    <dgm:pt modelId="{8B057EE3-D32E-4400-ADBA-77EAA1B046C1}" type="pres">
      <dgm:prSet presAssocID="{9653AC96-9D7F-4648-8BA4-0ADCC4D92595}" presName="Name21" presStyleCnt="0"/>
      <dgm:spPr/>
    </dgm:pt>
    <dgm:pt modelId="{13F708E9-509D-4CF4-BC0A-A461DE5119D7}" type="pres">
      <dgm:prSet presAssocID="{9653AC96-9D7F-4648-8BA4-0ADCC4D92595}" presName="level2Shape" presStyleLbl="node2" presStyleIdx="4" presStyleCnt="5"/>
      <dgm:spPr/>
    </dgm:pt>
    <dgm:pt modelId="{F2B5C17A-6961-4DE7-9073-504D76A152A6}" type="pres">
      <dgm:prSet presAssocID="{9653AC96-9D7F-4648-8BA4-0ADCC4D92595}" presName="hierChild3" presStyleCnt="0"/>
      <dgm:spPr/>
    </dgm:pt>
    <dgm:pt modelId="{C408B3FD-3237-4DFC-BF81-4F68F7182722}" type="pres">
      <dgm:prSet presAssocID="{87CB6870-C386-4544-8788-8104F8F5095F}" presName="bgShapesFlow" presStyleCnt="0"/>
      <dgm:spPr/>
    </dgm:pt>
  </dgm:ptLst>
  <dgm:cxnLst>
    <dgm:cxn modelId="{9244C827-0ABF-4934-B356-F29E0A9A8F4A}" type="presOf" srcId="{1F52E84A-BA2C-49B5-B4CF-6FE732610237}" destId="{75FC2926-A793-4FDC-96A0-CD62E018CD8C}" srcOrd="0" destOrd="0" presId="urn:microsoft.com/office/officeart/2005/8/layout/hierarchy6"/>
    <dgm:cxn modelId="{9BBCE35B-66BC-485A-80E5-D353A5939DE6}" type="presOf" srcId="{12195EC1-D5EC-4372-873D-12101C3E96C3}" destId="{4C7A0081-E620-4F87-8229-73D5F8F3BB29}" srcOrd="0" destOrd="0" presId="urn:microsoft.com/office/officeart/2005/8/layout/hierarchy6"/>
    <dgm:cxn modelId="{3A2F9062-6EFD-4C20-A076-A0A9FD606A36}" type="presOf" srcId="{1FF43254-AFA1-4878-8B3F-5DC7DC2A632F}" destId="{234555B8-E4F7-49F6-B714-9D5630D7C2B2}" srcOrd="0" destOrd="0" presId="urn:microsoft.com/office/officeart/2005/8/layout/hierarchy6"/>
    <dgm:cxn modelId="{89831763-E0CA-4999-8604-D7079FC758B5}" srcId="{3F588DC6-EBB8-4238-AB7E-A986B96351BF}" destId="{DA24E23E-384C-418A-A627-1E1C8BA794BE}" srcOrd="2" destOrd="0" parTransId="{B702B4E0-FE80-43CC-BD71-04F0EE952929}" sibTransId="{86B7C9C1-064D-4EA3-874A-3279506EA51F}"/>
    <dgm:cxn modelId="{3F653968-8CAE-41BE-BA7C-2B5AB026B5E4}" type="presOf" srcId="{3F588DC6-EBB8-4238-AB7E-A986B96351BF}" destId="{44B5D5C5-BCD6-471E-AB44-C8B216661C49}" srcOrd="0" destOrd="0" presId="urn:microsoft.com/office/officeart/2005/8/layout/hierarchy6"/>
    <dgm:cxn modelId="{805A6A4D-DEA7-40AD-AF9D-48F92C077BB7}" srcId="{3F588DC6-EBB8-4238-AB7E-A986B96351BF}" destId="{49E72881-965A-4100-94E3-01EEE1B86A8F}" srcOrd="0" destOrd="0" parTransId="{12195EC1-D5EC-4372-873D-12101C3E96C3}" sibTransId="{3F418FAC-654C-42B4-B20F-3E3BB6B0BC1C}"/>
    <dgm:cxn modelId="{B0FCEC72-8FD4-4EB1-8CDB-6D320932606B}" type="presOf" srcId="{E1CFC286-8E6C-4167-A88F-73746B7D466C}" destId="{06962A85-5F77-4190-9690-9C0FB6347125}" srcOrd="0" destOrd="0" presId="urn:microsoft.com/office/officeart/2005/8/layout/hierarchy6"/>
    <dgm:cxn modelId="{1A47F976-3BAE-4B64-A273-B8E27219FB79}" srcId="{3F588DC6-EBB8-4238-AB7E-A986B96351BF}" destId="{9653AC96-9D7F-4648-8BA4-0ADCC4D92595}" srcOrd="5" destOrd="0" parTransId="{1F52E84A-BA2C-49B5-B4CF-6FE732610237}" sibTransId="{7F12A81D-BBE1-44F7-9DA9-61A5999AD2F5}"/>
    <dgm:cxn modelId="{1928E177-2758-4537-B4FB-A30771C4B4A4}" type="presOf" srcId="{B702B4E0-FE80-43CC-BD71-04F0EE952929}" destId="{4E093FF6-3460-4522-BB77-1155A9CC7FB0}" srcOrd="0" destOrd="0" presId="urn:microsoft.com/office/officeart/2005/8/layout/hierarchy6"/>
    <dgm:cxn modelId="{45A80A7C-931E-42DE-8884-503724DC3633}" srcId="{3F588DC6-EBB8-4238-AB7E-A986B96351BF}" destId="{A18BC12F-E31A-4E15-ABFB-29A20A22C622}" srcOrd="4" destOrd="0" parTransId="{D6DB4BE0-36AB-41CA-B80E-3ED846D77FE2}" sibTransId="{379BB0BE-681B-4497-8007-D6899E52FF19}"/>
    <dgm:cxn modelId="{4A59747D-84EE-4DD5-A550-355E5B3F454D}" type="presOf" srcId="{87CB6870-C386-4544-8788-8104F8F5095F}" destId="{C11160A9-819B-44EF-84E3-60897E88B895}" srcOrd="0" destOrd="0" presId="urn:microsoft.com/office/officeart/2005/8/layout/hierarchy6"/>
    <dgm:cxn modelId="{BC3BED8B-5F68-4D0E-8545-C0C387D62393}" srcId="{3F588DC6-EBB8-4238-AB7E-A986B96351BF}" destId="{E1CFC286-8E6C-4167-A88F-73746B7D466C}" srcOrd="3" destOrd="0" parTransId="{E261E962-9371-4984-9540-3FB7A6AF6C2E}" sibTransId="{A926116D-BD10-49AD-A564-52CAE56CE1EA}"/>
    <dgm:cxn modelId="{2B677591-6867-474B-895F-D926710313BD}" type="presOf" srcId="{07C9D69F-51E3-4FB3-9CD3-1B4629C4F9FE}" destId="{1FE0ECDA-6BD8-43FA-8E7C-71EBAE5D6732}" srcOrd="0" destOrd="0" presId="urn:microsoft.com/office/officeart/2005/8/layout/hierarchy6"/>
    <dgm:cxn modelId="{907BE792-386E-47FD-8409-464ECBF6FD89}" type="presOf" srcId="{D6DB4BE0-36AB-41CA-B80E-3ED846D77FE2}" destId="{550DD0EB-7D60-45F4-864F-6A137F1F64D7}" srcOrd="0" destOrd="0" presId="urn:microsoft.com/office/officeart/2005/8/layout/hierarchy6"/>
    <dgm:cxn modelId="{D7CF5E98-EBA6-4683-A796-61B0D6180A36}" type="presOf" srcId="{DA24E23E-384C-418A-A627-1E1C8BA794BE}" destId="{6B1B729A-CA65-46F6-8C94-B3506D3BAC37}" srcOrd="0" destOrd="0" presId="urn:microsoft.com/office/officeart/2005/8/layout/hierarchy6"/>
    <dgm:cxn modelId="{DD1EDAA2-DDA3-47A5-AD55-5DCA267856A2}" type="presOf" srcId="{9653AC96-9D7F-4648-8BA4-0ADCC4D92595}" destId="{13F708E9-509D-4CF4-BC0A-A461DE5119D7}" srcOrd="0" destOrd="0" presId="urn:microsoft.com/office/officeart/2005/8/layout/hierarchy6"/>
    <dgm:cxn modelId="{858052B2-8BA9-4CB9-8825-E7E3C98A690F}" type="presOf" srcId="{49E72881-965A-4100-94E3-01EEE1B86A8F}" destId="{E7E5BD0F-1C85-4A04-B3FB-BA37C46799DA}" srcOrd="0" destOrd="0" presId="urn:microsoft.com/office/officeart/2005/8/layout/hierarchy6"/>
    <dgm:cxn modelId="{4CC401CD-9487-4890-9896-99B0A3DD0E70}" srcId="{87CB6870-C386-4544-8788-8104F8F5095F}" destId="{3F588DC6-EBB8-4238-AB7E-A986B96351BF}" srcOrd="0" destOrd="0" parTransId="{11DA1EB5-9939-4803-A930-2CB58F6977A4}" sibTransId="{078EA52D-990F-4788-B063-2B902D1F6023}"/>
    <dgm:cxn modelId="{BF9D3BF1-D6C8-4A96-B07D-A9242031F839}" type="presOf" srcId="{A18BC12F-E31A-4E15-ABFB-29A20A22C622}" destId="{B6932B33-5B32-4699-9DC5-4183F08C497A}" srcOrd="0" destOrd="0" presId="urn:microsoft.com/office/officeart/2005/8/layout/hierarchy6"/>
    <dgm:cxn modelId="{0FAB0DF9-9DEE-4CD1-87D6-B4B39D95438F}" srcId="{3F588DC6-EBB8-4238-AB7E-A986B96351BF}" destId="{1FF43254-AFA1-4878-8B3F-5DC7DC2A632F}" srcOrd="1" destOrd="0" parTransId="{07C9D69F-51E3-4FB3-9CD3-1B4629C4F9FE}" sibTransId="{508643A8-26FF-412A-88BD-4E915B141960}"/>
    <dgm:cxn modelId="{B5F458FD-22BB-43BE-AB7F-18F8BC421DC3}" type="presOf" srcId="{E261E962-9371-4984-9540-3FB7A6AF6C2E}" destId="{1436590C-387C-4DBF-AAD5-FDCA58E4C59F}" srcOrd="0" destOrd="0" presId="urn:microsoft.com/office/officeart/2005/8/layout/hierarchy6"/>
    <dgm:cxn modelId="{12367451-90EC-49D4-81B4-27AF54AC9FCE}" type="presParOf" srcId="{C11160A9-819B-44EF-84E3-60897E88B895}" destId="{D13D9FC9-3D2D-4DEC-BABC-2108A47B93B9}" srcOrd="0" destOrd="0" presId="urn:microsoft.com/office/officeart/2005/8/layout/hierarchy6"/>
    <dgm:cxn modelId="{88BC86C0-974A-464A-B452-0130AF5CF179}" type="presParOf" srcId="{D13D9FC9-3D2D-4DEC-BABC-2108A47B93B9}" destId="{71ECB295-49DF-4D54-928F-CD6FEF0402DF}" srcOrd="0" destOrd="0" presId="urn:microsoft.com/office/officeart/2005/8/layout/hierarchy6"/>
    <dgm:cxn modelId="{76B682D4-7EB0-4816-B56D-01AB4B1C25D6}" type="presParOf" srcId="{71ECB295-49DF-4D54-928F-CD6FEF0402DF}" destId="{7D7EDBE6-7937-4F85-B6CA-4EE8FB49D302}" srcOrd="0" destOrd="0" presId="urn:microsoft.com/office/officeart/2005/8/layout/hierarchy6"/>
    <dgm:cxn modelId="{35DCFFF7-9ED5-4B3A-9B12-D211E43BB237}" type="presParOf" srcId="{7D7EDBE6-7937-4F85-B6CA-4EE8FB49D302}" destId="{44B5D5C5-BCD6-471E-AB44-C8B216661C49}" srcOrd="0" destOrd="0" presId="urn:microsoft.com/office/officeart/2005/8/layout/hierarchy6"/>
    <dgm:cxn modelId="{44B2B644-C365-40F5-939D-C00CB5AF5031}" type="presParOf" srcId="{7D7EDBE6-7937-4F85-B6CA-4EE8FB49D302}" destId="{9F3A6572-AED5-4FBF-9F1A-C67090BD6DA0}" srcOrd="1" destOrd="0" presId="urn:microsoft.com/office/officeart/2005/8/layout/hierarchy6"/>
    <dgm:cxn modelId="{006D4399-A4FC-4480-B5BA-D7F93A009918}" type="presParOf" srcId="{9F3A6572-AED5-4FBF-9F1A-C67090BD6DA0}" destId="{4C7A0081-E620-4F87-8229-73D5F8F3BB29}" srcOrd="0" destOrd="0" presId="urn:microsoft.com/office/officeart/2005/8/layout/hierarchy6"/>
    <dgm:cxn modelId="{CE034A75-BDE9-4403-B3B7-DE0F9B3DE574}" type="presParOf" srcId="{9F3A6572-AED5-4FBF-9F1A-C67090BD6DA0}" destId="{C635D4A6-483A-445D-A9DA-6197357B9B62}" srcOrd="1" destOrd="0" presId="urn:microsoft.com/office/officeart/2005/8/layout/hierarchy6"/>
    <dgm:cxn modelId="{08FD5A55-EB55-4E45-9309-907BF4D38FC6}" type="presParOf" srcId="{C635D4A6-483A-445D-A9DA-6197357B9B62}" destId="{E7E5BD0F-1C85-4A04-B3FB-BA37C46799DA}" srcOrd="0" destOrd="0" presId="urn:microsoft.com/office/officeart/2005/8/layout/hierarchy6"/>
    <dgm:cxn modelId="{D4934870-7C01-4D42-88A5-5FBD6221D196}" type="presParOf" srcId="{C635D4A6-483A-445D-A9DA-6197357B9B62}" destId="{3D74777E-517B-4549-AE42-95417F65623A}" srcOrd="1" destOrd="0" presId="urn:microsoft.com/office/officeart/2005/8/layout/hierarchy6"/>
    <dgm:cxn modelId="{B29315E6-F88F-4ED4-A4DB-73F3B1A47D97}" type="presParOf" srcId="{9F3A6572-AED5-4FBF-9F1A-C67090BD6DA0}" destId="{1FE0ECDA-6BD8-43FA-8E7C-71EBAE5D6732}" srcOrd="2" destOrd="0" presId="urn:microsoft.com/office/officeart/2005/8/layout/hierarchy6"/>
    <dgm:cxn modelId="{89AC1DF2-ED44-4F5C-AB7C-65755EB45A75}" type="presParOf" srcId="{9F3A6572-AED5-4FBF-9F1A-C67090BD6DA0}" destId="{6AD3D932-A8FF-4645-9F47-2BE69F9ED768}" srcOrd="3" destOrd="0" presId="urn:microsoft.com/office/officeart/2005/8/layout/hierarchy6"/>
    <dgm:cxn modelId="{969F251A-7B20-4D43-8A19-0006833C73C3}" type="presParOf" srcId="{6AD3D932-A8FF-4645-9F47-2BE69F9ED768}" destId="{234555B8-E4F7-49F6-B714-9D5630D7C2B2}" srcOrd="0" destOrd="0" presId="urn:microsoft.com/office/officeart/2005/8/layout/hierarchy6"/>
    <dgm:cxn modelId="{A641CCF5-B0F9-49B5-B6AD-948BC3E27801}" type="presParOf" srcId="{6AD3D932-A8FF-4645-9F47-2BE69F9ED768}" destId="{C0C5E156-64DE-4C89-AE49-CDE75C54FAE6}" srcOrd="1" destOrd="0" presId="urn:microsoft.com/office/officeart/2005/8/layout/hierarchy6"/>
    <dgm:cxn modelId="{1525317B-0F82-4863-93EC-7870B473E42B}" type="presParOf" srcId="{9F3A6572-AED5-4FBF-9F1A-C67090BD6DA0}" destId="{4E093FF6-3460-4522-BB77-1155A9CC7FB0}" srcOrd="4" destOrd="0" presId="urn:microsoft.com/office/officeart/2005/8/layout/hierarchy6"/>
    <dgm:cxn modelId="{AE12C259-98CB-47AD-9502-AE753FED94BD}" type="presParOf" srcId="{9F3A6572-AED5-4FBF-9F1A-C67090BD6DA0}" destId="{BB0F8234-031B-40B4-BECB-FE8AA3794D0C}" srcOrd="5" destOrd="0" presId="urn:microsoft.com/office/officeart/2005/8/layout/hierarchy6"/>
    <dgm:cxn modelId="{C1F6049D-0558-4EF2-8288-6ADF2AC995B9}" type="presParOf" srcId="{BB0F8234-031B-40B4-BECB-FE8AA3794D0C}" destId="{6B1B729A-CA65-46F6-8C94-B3506D3BAC37}" srcOrd="0" destOrd="0" presId="urn:microsoft.com/office/officeart/2005/8/layout/hierarchy6"/>
    <dgm:cxn modelId="{A98DDF3D-672C-4B13-8868-8D2B042AA982}" type="presParOf" srcId="{BB0F8234-031B-40B4-BECB-FE8AA3794D0C}" destId="{CF7F6131-2B5F-4C19-A245-2E071F41B3D6}" srcOrd="1" destOrd="0" presId="urn:microsoft.com/office/officeart/2005/8/layout/hierarchy6"/>
    <dgm:cxn modelId="{B5D5F01E-61F9-467E-9105-ACC9627D50D8}" type="presParOf" srcId="{9F3A6572-AED5-4FBF-9F1A-C67090BD6DA0}" destId="{1436590C-387C-4DBF-AAD5-FDCA58E4C59F}" srcOrd="6" destOrd="0" presId="urn:microsoft.com/office/officeart/2005/8/layout/hierarchy6"/>
    <dgm:cxn modelId="{71033776-2DA2-4AB4-8F51-41AA5960ABD0}" type="presParOf" srcId="{9F3A6572-AED5-4FBF-9F1A-C67090BD6DA0}" destId="{A45657F2-C3A8-4802-B271-A39EADAFF0FD}" srcOrd="7" destOrd="0" presId="urn:microsoft.com/office/officeart/2005/8/layout/hierarchy6"/>
    <dgm:cxn modelId="{A91C3621-C484-486E-84D4-D7B1C634ADDB}" type="presParOf" srcId="{A45657F2-C3A8-4802-B271-A39EADAFF0FD}" destId="{06962A85-5F77-4190-9690-9C0FB6347125}" srcOrd="0" destOrd="0" presId="urn:microsoft.com/office/officeart/2005/8/layout/hierarchy6"/>
    <dgm:cxn modelId="{56FFB1BC-5710-4DFF-87B0-3BC2253289C1}" type="presParOf" srcId="{A45657F2-C3A8-4802-B271-A39EADAFF0FD}" destId="{686F191A-C27E-4CAA-967F-786E4B45E6DA}" srcOrd="1" destOrd="0" presId="urn:microsoft.com/office/officeart/2005/8/layout/hierarchy6"/>
    <dgm:cxn modelId="{31A38A01-2062-40B6-8092-9E349B5140BD}" type="presParOf" srcId="{9F3A6572-AED5-4FBF-9F1A-C67090BD6DA0}" destId="{550DD0EB-7D60-45F4-864F-6A137F1F64D7}" srcOrd="8" destOrd="0" presId="urn:microsoft.com/office/officeart/2005/8/layout/hierarchy6"/>
    <dgm:cxn modelId="{AC2E01DB-7B1C-4B1D-A26C-3F7BB9A8E57B}" type="presParOf" srcId="{9F3A6572-AED5-4FBF-9F1A-C67090BD6DA0}" destId="{08144986-35CD-48BC-80EF-E72C2FE78520}" srcOrd="9" destOrd="0" presId="urn:microsoft.com/office/officeart/2005/8/layout/hierarchy6"/>
    <dgm:cxn modelId="{FBB1E094-B5EF-457C-913B-7B0FE2A0F6A9}" type="presParOf" srcId="{08144986-35CD-48BC-80EF-E72C2FE78520}" destId="{B6932B33-5B32-4699-9DC5-4183F08C497A}" srcOrd="0" destOrd="0" presId="urn:microsoft.com/office/officeart/2005/8/layout/hierarchy6"/>
    <dgm:cxn modelId="{B3EC4FB4-4A7B-49E6-8BC5-AA6DDE5C86AC}" type="presParOf" srcId="{08144986-35CD-48BC-80EF-E72C2FE78520}" destId="{3F7EB895-6A97-404C-AC21-74AC59950766}" srcOrd="1" destOrd="0" presId="urn:microsoft.com/office/officeart/2005/8/layout/hierarchy6"/>
    <dgm:cxn modelId="{D0CDBD8F-4F6C-4096-B305-A857700C8260}" type="presParOf" srcId="{9F3A6572-AED5-4FBF-9F1A-C67090BD6DA0}" destId="{75FC2926-A793-4FDC-96A0-CD62E018CD8C}" srcOrd="10" destOrd="0" presId="urn:microsoft.com/office/officeart/2005/8/layout/hierarchy6"/>
    <dgm:cxn modelId="{69691381-2C88-48CA-9698-E1153910348F}" type="presParOf" srcId="{9F3A6572-AED5-4FBF-9F1A-C67090BD6DA0}" destId="{8B057EE3-D32E-4400-ADBA-77EAA1B046C1}" srcOrd="11" destOrd="0" presId="urn:microsoft.com/office/officeart/2005/8/layout/hierarchy6"/>
    <dgm:cxn modelId="{E959C30D-1CD9-430B-ACDC-D953B9FBCCB3}" type="presParOf" srcId="{8B057EE3-D32E-4400-ADBA-77EAA1B046C1}" destId="{13F708E9-509D-4CF4-BC0A-A461DE5119D7}" srcOrd="0" destOrd="0" presId="urn:microsoft.com/office/officeart/2005/8/layout/hierarchy6"/>
    <dgm:cxn modelId="{16F3C281-6B38-472E-92B5-C930C3A11A8D}" type="presParOf" srcId="{8B057EE3-D32E-4400-ADBA-77EAA1B046C1}" destId="{F2B5C17A-6961-4DE7-9073-504D76A152A6}" srcOrd="1" destOrd="0" presId="urn:microsoft.com/office/officeart/2005/8/layout/hierarchy6"/>
    <dgm:cxn modelId="{E1093F3F-CD02-415A-B9A0-80D6D6132665}" type="presParOf" srcId="{C11160A9-819B-44EF-84E3-60897E88B895}" destId="{C408B3FD-3237-4DFC-BF81-4F68F7182722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5D5C5-BCD6-471E-AB44-C8B216661C49}">
      <dsp:nvSpPr>
        <dsp:cNvPr id="0" name=""/>
        <dsp:cNvSpPr/>
      </dsp:nvSpPr>
      <dsp:spPr>
        <a:xfrm>
          <a:off x="4341604" y="493698"/>
          <a:ext cx="1335502" cy="89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DFSS</a:t>
          </a:r>
        </a:p>
      </dsp:txBody>
      <dsp:txXfrm>
        <a:off x="4367681" y="519775"/>
        <a:ext cx="1283348" cy="838180"/>
      </dsp:txXfrm>
    </dsp:sp>
    <dsp:sp modelId="{4C7A0081-E620-4F87-8229-73D5F8F3BB29}">
      <dsp:nvSpPr>
        <dsp:cNvPr id="0" name=""/>
        <dsp:cNvSpPr/>
      </dsp:nvSpPr>
      <dsp:spPr>
        <a:xfrm>
          <a:off x="668974" y="1384033"/>
          <a:ext cx="4340381" cy="356133"/>
        </a:xfrm>
        <a:custGeom>
          <a:avLst/>
          <a:gdLst/>
          <a:ahLst/>
          <a:cxnLst/>
          <a:rect l="0" t="0" r="0" b="0"/>
          <a:pathLst>
            <a:path>
              <a:moveTo>
                <a:pt x="4340381" y="0"/>
              </a:moveTo>
              <a:lnTo>
                <a:pt x="4340381" y="178066"/>
              </a:lnTo>
              <a:lnTo>
                <a:pt x="0" y="178066"/>
              </a:lnTo>
              <a:lnTo>
                <a:pt x="0" y="35613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5BD0F-1C85-4A04-B3FB-BA37C46799DA}">
      <dsp:nvSpPr>
        <dsp:cNvPr id="0" name=""/>
        <dsp:cNvSpPr/>
      </dsp:nvSpPr>
      <dsp:spPr>
        <a:xfrm>
          <a:off x="1222" y="1740166"/>
          <a:ext cx="1335502" cy="89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 CFSL KOLKATA (1957)</a:t>
          </a:r>
        </a:p>
      </dsp:txBody>
      <dsp:txXfrm>
        <a:off x="27299" y="1766243"/>
        <a:ext cx="1283348" cy="838180"/>
      </dsp:txXfrm>
    </dsp:sp>
    <dsp:sp modelId="{1FE0ECDA-6BD8-43FA-8E7C-71EBAE5D6732}">
      <dsp:nvSpPr>
        <dsp:cNvPr id="0" name=""/>
        <dsp:cNvSpPr/>
      </dsp:nvSpPr>
      <dsp:spPr>
        <a:xfrm>
          <a:off x="2405126" y="1384033"/>
          <a:ext cx="2604229" cy="356133"/>
        </a:xfrm>
        <a:custGeom>
          <a:avLst/>
          <a:gdLst/>
          <a:ahLst/>
          <a:cxnLst/>
          <a:rect l="0" t="0" r="0" b="0"/>
          <a:pathLst>
            <a:path>
              <a:moveTo>
                <a:pt x="2604229" y="0"/>
              </a:moveTo>
              <a:lnTo>
                <a:pt x="2604229" y="178066"/>
              </a:lnTo>
              <a:lnTo>
                <a:pt x="0" y="178066"/>
              </a:lnTo>
              <a:lnTo>
                <a:pt x="0" y="35613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4555B8-E4F7-49F6-B714-9D5630D7C2B2}">
      <dsp:nvSpPr>
        <dsp:cNvPr id="0" name=""/>
        <dsp:cNvSpPr/>
      </dsp:nvSpPr>
      <dsp:spPr>
        <a:xfrm>
          <a:off x="1737375" y="1740166"/>
          <a:ext cx="1335502" cy="89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CFSL HYDERABAD (1968)</a:t>
          </a:r>
        </a:p>
      </dsp:txBody>
      <dsp:txXfrm>
        <a:off x="1763452" y="1766243"/>
        <a:ext cx="1283348" cy="838180"/>
      </dsp:txXfrm>
    </dsp:sp>
    <dsp:sp modelId="{4E093FF6-3460-4522-BB77-1155A9CC7FB0}">
      <dsp:nvSpPr>
        <dsp:cNvPr id="0" name=""/>
        <dsp:cNvSpPr/>
      </dsp:nvSpPr>
      <dsp:spPr>
        <a:xfrm>
          <a:off x="4141279" y="1384033"/>
          <a:ext cx="868076" cy="356133"/>
        </a:xfrm>
        <a:custGeom>
          <a:avLst/>
          <a:gdLst/>
          <a:ahLst/>
          <a:cxnLst/>
          <a:rect l="0" t="0" r="0" b="0"/>
          <a:pathLst>
            <a:path>
              <a:moveTo>
                <a:pt x="868076" y="0"/>
              </a:moveTo>
              <a:lnTo>
                <a:pt x="868076" y="178066"/>
              </a:lnTo>
              <a:lnTo>
                <a:pt x="0" y="178066"/>
              </a:lnTo>
              <a:lnTo>
                <a:pt x="0" y="35613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B729A-CA65-46F6-8C94-B3506D3BAC37}">
      <dsp:nvSpPr>
        <dsp:cNvPr id="0" name=""/>
        <dsp:cNvSpPr/>
      </dsp:nvSpPr>
      <dsp:spPr>
        <a:xfrm>
          <a:off x="3473528" y="1740166"/>
          <a:ext cx="1335502" cy="89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CFSL CHANDIGARH (1972)</a:t>
          </a:r>
        </a:p>
      </dsp:txBody>
      <dsp:txXfrm>
        <a:off x="3499605" y="1766243"/>
        <a:ext cx="1283348" cy="838180"/>
      </dsp:txXfrm>
    </dsp:sp>
    <dsp:sp modelId="{1436590C-387C-4DBF-AAD5-FDCA58E4C59F}">
      <dsp:nvSpPr>
        <dsp:cNvPr id="0" name=""/>
        <dsp:cNvSpPr/>
      </dsp:nvSpPr>
      <dsp:spPr>
        <a:xfrm>
          <a:off x="5009356" y="1384033"/>
          <a:ext cx="868076" cy="3561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066"/>
              </a:lnTo>
              <a:lnTo>
                <a:pt x="868076" y="178066"/>
              </a:lnTo>
              <a:lnTo>
                <a:pt x="868076" y="35613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962A85-5F77-4190-9690-9C0FB6347125}">
      <dsp:nvSpPr>
        <dsp:cNvPr id="0" name=""/>
        <dsp:cNvSpPr/>
      </dsp:nvSpPr>
      <dsp:spPr>
        <a:xfrm>
          <a:off x="5209681" y="1740166"/>
          <a:ext cx="1335502" cy="89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CFSL BHOPAL (2011)</a:t>
          </a:r>
        </a:p>
      </dsp:txBody>
      <dsp:txXfrm>
        <a:off x="5235758" y="1766243"/>
        <a:ext cx="1283348" cy="838180"/>
      </dsp:txXfrm>
    </dsp:sp>
    <dsp:sp modelId="{550DD0EB-7D60-45F4-864F-6A137F1F64D7}">
      <dsp:nvSpPr>
        <dsp:cNvPr id="0" name=""/>
        <dsp:cNvSpPr/>
      </dsp:nvSpPr>
      <dsp:spPr>
        <a:xfrm>
          <a:off x="5009356" y="1384033"/>
          <a:ext cx="2604229" cy="3561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066"/>
              </a:lnTo>
              <a:lnTo>
                <a:pt x="2604229" y="178066"/>
              </a:lnTo>
              <a:lnTo>
                <a:pt x="2604229" y="35613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932B33-5B32-4699-9DC5-4183F08C497A}">
      <dsp:nvSpPr>
        <dsp:cNvPr id="0" name=""/>
        <dsp:cNvSpPr/>
      </dsp:nvSpPr>
      <dsp:spPr>
        <a:xfrm>
          <a:off x="6945834" y="1740166"/>
          <a:ext cx="1335502" cy="89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CFSL PUNE (2011)</a:t>
          </a:r>
        </a:p>
      </dsp:txBody>
      <dsp:txXfrm>
        <a:off x="6971911" y="1766243"/>
        <a:ext cx="1283348" cy="838180"/>
      </dsp:txXfrm>
    </dsp:sp>
    <dsp:sp modelId="{75FC2926-A793-4FDC-96A0-CD62E018CD8C}">
      <dsp:nvSpPr>
        <dsp:cNvPr id="0" name=""/>
        <dsp:cNvSpPr/>
      </dsp:nvSpPr>
      <dsp:spPr>
        <a:xfrm>
          <a:off x="5009356" y="1384033"/>
          <a:ext cx="4340381" cy="3561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066"/>
              </a:lnTo>
              <a:lnTo>
                <a:pt x="4340381" y="178066"/>
              </a:lnTo>
              <a:lnTo>
                <a:pt x="4340381" y="35613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F708E9-509D-4CF4-BC0A-A461DE5119D7}">
      <dsp:nvSpPr>
        <dsp:cNvPr id="0" name=""/>
        <dsp:cNvSpPr/>
      </dsp:nvSpPr>
      <dsp:spPr>
        <a:xfrm>
          <a:off x="8681986" y="1740166"/>
          <a:ext cx="1335502" cy="89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CFSL Guwahati (2011)</a:t>
          </a:r>
        </a:p>
      </dsp:txBody>
      <dsp:txXfrm>
        <a:off x="8708063" y="1766243"/>
        <a:ext cx="1283348" cy="838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46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643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54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62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0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67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13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770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23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79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839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729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844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06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105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562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762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C00686-9BC0-4FBA-A1E7-9861FE8077C0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379025-5F76-4DAA-92F7-78DC9DFAB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38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cfslpune.gov.in/about-cfsl.php" TargetMode="External"/><Relationship Id="rId2" Type="http://schemas.openxmlformats.org/officeDocument/2006/relationships/hyperlink" Target="http://cfslghy.gov.in/org-structur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hare.google/kgLHrz9FtwEaBm03J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8231-B0C4-4486-4C4A-B0DBE3521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Forensic Science Laboratories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1F963-7A89-04A3-7B99-667AB1E8EB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Abhishek Prajapati</a:t>
            </a:r>
          </a:p>
          <a:p>
            <a:r>
              <a:rPr lang="en-IN" dirty="0"/>
              <a:t>Research scholar</a:t>
            </a:r>
          </a:p>
          <a:p>
            <a:r>
              <a:rPr lang="en-IN" dirty="0"/>
              <a:t>National Forensic Sciences University</a:t>
            </a:r>
          </a:p>
        </p:txBody>
      </p:sp>
    </p:spTree>
    <p:extLst>
      <p:ext uri="{BB962C8B-B14F-4D97-AF65-F5344CB8AC3E}">
        <p14:creationId xmlns:p14="http://schemas.microsoft.com/office/powerpoint/2010/main" val="155521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C2A8-641A-4357-E6D6-D57B5E10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Forensic Science Laboratory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4C951E-738A-0F1C-2501-9778B1960F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243943"/>
            <a:ext cx="1025905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Multidisciplinary laboratory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serving various branches of forensic science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scientific support and services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criminal investigations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Answers the queries of the Court of Law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scientific evidence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at both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levels</a:t>
            </a:r>
          </a:p>
        </p:txBody>
      </p:sp>
    </p:spTree>
    <p:extLst>
      <p:ext uri="{BB962C8B-B14F-4D97-AF65-F5344CB8AC3E}">
        <p14:creationId xmlns:p14="http://schemas.microsoft.com/office/powerpoint/2010/main" val="56876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C79F-6406-8EE5-12A7-5E4B5275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Directorate of Forensic Science Services (DFSS)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D42564-8BD9-F115-E96F-3F7EB1D357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674830"/>
            <a:ext cx="1017830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Ministry of Home Affairs, Govt. of India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Formed after bifurcation from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BPR&amp;D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recommendations of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NHRC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Padmanabhaiah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Committee on Police Reforms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“To render high-quality and credible forensic services to the justice delivery system”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Provide </a:t>
            </a:r>
            <a:r>
              <a:rPr lang="en-US" sz="2800" b="1" dirty="0"/>
              <a:t>scientific support in criminal investigations</a:t>
            </a:r>
            <a:r>
              <a:rPr lang="en-US" sz="2800" dirty="0"/>
              <a:t> and assist </a:t>
            </a:r>
            <a:r>
              <a:rPr lang="en-US" sz="2800" b="1" dirty="0"/>
              <a:t>Courts of Law</a:t>
            </a:r>
          </a:p>
        </p:txBody>
      </p:sp>
    </p:spTree>
    <p:extLst>
      <p:ext uri="{BB962C8B-B14F-4D97-AF65-F5344CB8AC3E}">
        <p14:creationId xmlns:p14="http://schemas.microsoft.com/office/powerpoint/2010/main" val="210541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1F22B-792C-F895-3B0C-AD0B6927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1F13A8-3D23-EFC2-FD7B-35E284CACB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678316"/>
              </p:ext>
            </p:extLst>
          </p:nvPr>
        </p:nvGraphicFramePr>
        <p:xfrm>
          <a:off x="1484312" y="1396465"/>
          <a:ext cx="10018712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9E4869FF-FF5C-8D87-797B-C8ADA76038DD}"/>
              </a:ext>
            </a:extLst>
          </p:cNvPr>
          <p:cNvGrpSpPr/>
          <p:nvPr/>
        </p:nvGrpSpPr>
        <p:grpSpPr>
          <a:xfrm>
            <a:off x="9499772" y="1548065"/>
            <a:ext cx="1335502" cy="890334"/>
            <a:chOff x="4341605" y="493698"/>
            <a:chExt cx="1335502" cy="89033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A4A6B1E-C131-AB34-A921-59F5B3616E1D}"/>
                </a:ext>
              </a:extLst>
            </p:cNvPr>
            <p:cNvSpPr/>
            <p:nvPr/>
          </p:nvSpPr>
          <p:spPr>
            <a:xfrm>
              <a:off x="4341605" y="493698"/>
              <a:ext cx="1335502" cy="8903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18A19F7A-C2F8-466A-090F-2EEB1EDDB14E}"/>
                </a:ext>
              </a:extLst>
            </p:cNvPr>
            <p:cNvSpPr txBox="1"/>
            <p:nvPr/>
          </p:nvSpPr>
          <p:spPr>
            <a:xfrm>
              <a:off x="4367682" y="519775"/>
              <a:ext cx="1283348" cy="8381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kern="1200" dirty="0"/>
                <a:t>*CFSL CBI DELHI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5113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4F590-3D45-7F66-F891-FEF315C0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8057" y="368585"/>
            <a:ext cx="10018713" cy="803953"/>
          </a:xfrm>
        </p:spPr>
        <p:txBody>
          <a:bodyPr>
            <a:normAutofit fontScale="90000"/>
          </a:bodyPr>
          <a:lstStyle/>
          <a:p>
            <a:r>
              <a:rPr lang="en-IN" dirty="0"/>
              <a:t>Organization Structure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EF55E3-3C19-3561-EF1E-25D224348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6331" t="18089" r="3120" b="11788"/>
          <a:stretch>
            <a:fillRect/>
          </a:stretch>
        </p:blipFill>
        <p:spPr>
          <a:xfrm>
            <a:off x="1448657" y="893494"/>
            <a:ext cx="10743344" cy="559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2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FBA6-03FB-2153-698D-30C6AB4AF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296" y="110067"/>
            <a:ext cx="10018713" cy="958920"/>
          </a:xfrm>
        </p:spPr>
        <p:txBody>
          <a:bodyPr/>
          <a:lstStyle/>
          <a:p>
            <a:r>
              <a:rPr lang="en-IN" dirty="0"/>
              <a:t>Hierarchical setup of CFSLs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75354F-87E1-84F6-5673-4B39E15DB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572" t="16748" r="23775" b="8455"/>
          <a:stretch>
            <a:fillRect/>
          </a:stretch>
        </p:blipFill>
        <p:spPr>
          <a:xfrm>
            <a:off x="1786467" y="955497"/>
            <a:ext cx="9716557" cy="57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9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7661B-94B5-8F7B-1709-156343FC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Central Forensic Science Laboratory (CFSL)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0E60B-BBF6-C23B-1F37-A937CB28A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Evidence Collection &amp; Examination</a:t>
            </a:r>
            <a:endParaRPr lang="en-US" dirty="0"/>
          </a:p>
          <a:p>
            <a:r>
              <a:rPr lang="en-US" dirty="0"/>
              <a:t>Investigating officer collects and preserves exhibits from the crime scene</a:t>
            </a:r>
          </a:p>
          <a:p>
            <a:r>
              <a:rPr lang="en-US" dirty="0"/>
              <a:t>Exhibits sent by police with requisition and questionnaire</a:t>
            </a:r>
          </a:p>
          <a:p>
            <a:r>
              <a:rPr lang="en-US" dirty="0"/>
              <a:t>Priority given to important cases</a:t>
            </a:r>
          </a:p>
          <a:p>
            <a:r>
              <a:rPr lang="en-US" dirty="0"/>
              <a:t>Reports sent to concerned police station</a:t>
            </a:r>
          </a:p>
          <a:p>
            <a:r>
              <a:rPr lang="en-US" dirty="0"/>
              <a:t>Examiner appears in court on summons to present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67E2-C603-126E-EA17-EF7AE2E2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8E49CF-F7B6-F51A-9EBB-C782E13393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966944"/>
            <a:ext cx="935230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to State FSLs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cases that State Forensic Science Laboratories cannot examine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Advisory Role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Assists and advises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&amp; State Governments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forensic matters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forensic assistance during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disasters/calamities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53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DA18-9DBD-A149-D566-01FFBBB9D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839B51-660E-EBF1-7D22-8265FE23D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166842"/>
            <a:ext cx="1070769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Forensic Database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Develops databases on various forensic indices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control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recidivism &amp; repeat crimes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homeland security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Forensic Services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high-quality, timely services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criminal justice delivery system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capacity and capability at the central level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140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5A796-38B3-FB75-D63C-F3ADF80F4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7259" y="685800"/>
            <a:ext cx="11830284" cy="1752599"/>
          </a:xfrm>
        </p:spPr>
        <p:txBody>
          <a:bodyPr/>
          <a:lstStyle/>
          <a:p>
            <a:r>
              <a:rPr lang="en-US" dirty="0"/>
              <a:t>Limitations of CFSL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73E4D5-5FBA-B2E2-B4FE-B75B79499C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966943"/>
            <a:ext cx="1082640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Dependent on Evidence Handling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of results relies on proper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collection &amp; preservation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evidence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handling by investigating officers can affect entire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Instrumental Limitations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quantity of exhibits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crime scenes may not be suitable for available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or outdated equipment can restrict accurate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Connectivity &amp; Digitalization Issues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FSLs not fully connected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CFSLs via internet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sharing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laboratories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direct digital link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scene &amp; labs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268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E8E9-4B45-D205-0328-A69D4CEC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A046A-D5C9-0984-593B-04DEDEAF0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http://cfslghy.gov.in/org-structure.html</a:t>
            </a:r>
            <a:endParaRPr lang="en-IN" dirty="0"/>
          </a:p>
          <a:p>
            <a:r>
              <a:rPr lang="en-IN" dirty="0">
                <a:hlinkClick r:id="rId3"/>
              </a:rPr>
              <a:t>http://cfslpune.gov.in/about-cfsl.php</a:t>
            </a:r>
            <a:endParaRPr lang="en-IN" dirty="0"/>
          </a:p>
          <a:p>
            <a:r>
              <a:rPr lang="en-IN" dirty="0">
                <a:hlinkClick r:id="rId4"/>
              </a:rPr>
              <a:t>https://share.google/kgLHrz9FtwEaBm03J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89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69</TotalTime>
  <Words>394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Parallax</vt:lpstr>
      <vt:lpstr>Forensic Science Laboratories</vt:lpstr>
      <vt:lpstr>Forensic Science Laboratory</vt:lpstr>
      <vt:lpstr>Directorate of Forensic Science Services (DFSS)</vt:lpstr>
      <vt:lpstr> </vt:lpstr>
      <vt:lpstr>Organization Structure </vt:lpstr>
      <vt:lpstr>Hierarchical setup of CFSLs</vt:lpstr>
      <vt:lpstr>Functions of Central Forensic Science Laboratory (CFSL)</vt:lpstr>
      <vt:lpstr> </vt:lpstr>
      <vt:lpstr> </vt:lpstr>
      <vt:lpstr>Limitations of CFSL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PRAJAPATI</dc:creator>
  <cp:lastModifiedBy>ABHISHEK PRAJAPATI</cp:lastModifiedBy>
  <cp:revision>4</cp:revision>
  <dcterms:created xsi:type="dcterms:W3CDTF">2025-10-06T04:21:49Z</dcterms:created>
  <dcterms:modified xsi:type="dcterms:W3CDTF">2025-10-06T09:02:40Z</dcterms:modified>
</cp:coreProperties>
</file>