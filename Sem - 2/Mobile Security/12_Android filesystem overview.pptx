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658" r:id="rId2"/>
    <p:sldId id="408" r:id="rId3"/>
    <p:sldId id="687" r:id="rId4"/>
    <p:sldId id="691" r:id="rId5"/>
    <p:sldId id="692" r:id="rId6"/>
    <p:sldId id="694" r:id="rId7"/>
    <p:sldId id="695" r:id="rId8"/>
    <p:sldId id="696" r:id="rId9"/>
    <p:sldId id="698" r:id="rId10"/>
    <p:sldId id="699" r:id="rId11"/>
    <p:sldId id="700" r:id="rId12"/>
    <p:sldId id="701" r:id="rId13"/>
    <p:sldId id="702" r:id="rId14"/>
    <p:sldId id="711" r:id="rId15"/>
    <p:sldId id="703" r:id="rId16"/>
    <p:sldId id="704" r:id="rId17"/>
    <p:sldId id="705" r:id="rId18"/>
    <p:sldId id="706" r:id="rId19"/>
    <p:sldId id="708" r:id="rId20"/>
    <p:sldId id="70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4660"/>
  </p:normalViewPr>
  <p:slideViewPr>
    <p:cSldViewPr>
      <p:cViewPr varScale="1">
        <p:scale>
          <a:sx n="78" d="100"/>
          <a:sy n="78" d="100"/>
        </p:scale>
        <p:origin x="1699" y="4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200" b="1" dirty="0">
                <a:solidFill>
                  <a:schemeClr val="tx1"/>
                </a:solidFill>
              </a:rPr>
              <a:t>Mobile Phone Security and Forensics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Digvijaysinh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1890612"/>
            <a:ext cx="8546121" cy="90436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filesystem overview</a:t>
            </a:r>
            <a:endParaRPr lang="en-IN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filesystem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20688"/>
            <a:ext cx="8676456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Filesystem refers to the way data is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stored, organized, and retrieved from a volume.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basic installation may be based on one volume split into several partitions; here, each partition can be managed by a different filesystem.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Windows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users are mostly familiar with the FAT32 or NTFS filesystem, whereas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are more familiar with the EXT2 or EXT4 filesystem.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6514" y="13987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4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filesystem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50648" y="-15665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83273" y="6470204"/>
            <a:ext cx="7567375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is true in Linux, Android also utilizes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mounpoints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not drives (that is C : or E :). Each filesystem defines its own rules to manage the files the volume.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these rules, each filesystem offers a different speed for file retrieval, security, size, and so on. </a:t>
            </a:r>
          </a:p>
          <a:p>
            <a:pPr lvl="1" algn="just">
              <a:lnSpc>
                <a:spcPct val="150000"/>
              </a:lnSpc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filesystem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66269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filesystem is very important in Android forensics,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it helps us gain knowledge of how the data is stored and retrieved.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knowledge about properties and the structure of a filesystem will prove to be useful during forensic analysis.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Linux,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mounting is an act of attaching an additional filesystem to the currently accessible filesystem of a computer.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filesystem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9622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Linux is known to support a large number of filesystems.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filesystems used by the system are not accessed by drive names,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instead are combined into a single hierarchical tree structure that represents these filesystems as a single entity.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filesystem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720730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filesystems are mounted on to a directory, &amp; files present in this filesystem are now the contents of that directory.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directory is called a mount point.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makes no difference whether the filesystem exists on the local device or on a remote device.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is integrated into a single file hierarchy that begins with root.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filesystem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2451409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filesystem has a separate kernel module that registers the operations that it supports with something called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file system (VFS).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VFS allows different applications to access different filesystems in a uniform way.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filesystem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8787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filesystems supported by the Android kernel can be determined by checking the contents of the filesystems file that are present in the proc folder.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root@android: </a:t>
            </a:r>
            <a:r>
              <a:rPr lang="pt-B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  /proc/filesystems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filesystems preceded by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nodev property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not mounted on the device.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0" y="4190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27585" y="-1"/>
            <a:ext cx="7416824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Viewing filesystems on an Android device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58861" y="8380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357606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filesystems present in Android can be divided into three main categories, which are as follows: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 memory filesystems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Media-based filesystems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 filesystems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Common Android filesystems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67240" y="-1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64878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 memory filesystems: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 memory is a type of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non-volatile memory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can be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erased and reprogrammed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units of memory called blocks.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the particular characteristics of flash memories,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filesystems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needed to write over the media and deal with the long erase times of certain blocks.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Flash memory filesystems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58195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317970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76" y="5813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the supported filesystems vary on different Android devices, the common flash memory filesystems are as follows:</a:t>
            </a:r>
          </a:p>
          <a:p>
            <a:pPr marL="1428750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File Allocation Table (exFAT)</a:t>
            </a:r>
          </a:p>
          <a:p>
            <a:pPr marL="1428750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 Friendly File System (F2FS )</a:t>
            </a:r>
          </a:p>
          <a:p>
            <a:pPr marL="1428750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Flash File System version 2 (JFFS2)</a:t>
            </a:r>
          </a:p>
          <a:p>
            <a:pPr marL="1428750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Yet Another Flash File System version 2 (YAFFS2)</a:t>
            </a:r>
          </a:p>
          <a:p>
            <a:pPr marL="1428750" lvl="2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File System (RFS):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Flash memory filesystems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60726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4208514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686" y="586343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File Allocation Table (exFAT):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filesystem is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proprietary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filesystem optimized for flash drives.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 Friendly File System (F2FS ):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filesystem is introduced by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an open-source filesystem.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22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Flash memory filesystems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45549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2545299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595745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Journaling 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journaling file system is a file system that keeps track of changes not yet committed to the file system's main part by recording the goal of such changes in a data structure known as a "journal“.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importance journaling file system: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Journaling offers improved filesystem reliability and fast crash recovery through the use of a transaction log, or journal.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11633" y="4189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Flash memory filesystems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58195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83273" y="6470204"/>
            <a:ext cx="7574922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3518145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595745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Yet Another Flash File System version 2 (YAFFS2):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Currently, NOT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 in newer kernel versions,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but certain mobile manufacturers might still continue to support it.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File System (RFS):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RFS is a Samsung file system for user space 	applications formatted as RFS. It is a FAT 16/32 based file system with 	a sort of journalling system on it. The code to build 	and use the RFS file system is proprietary and only 	used in Samsung equipment.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Flash memory filesystems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50649" y="-933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374543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595745"/>
            <a:ext cx="8546121" cy="3913375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Besides the flash memory filesystems discussed earlier, Android devices typically support the following </a:t>
            </a: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media-based filesystems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file system (EXT2/EXT3/EXT4)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Allocation Table (FAT)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File Allocation Table (VFAT)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 startAt="4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Media-based filesystems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67240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42025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595745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file system (EXT2/EXT3/EXT4)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was one of the first filesystems and used the virtual filesystem. 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EXT2, EXT3, and EXT4 are the subsequent versions.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advantage of EXT3 over EXT2. 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EXT3, in the case of an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unexpected shutdown, there is no need to verify the filesystem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7888" y="1085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27584" y="-1"/>
            <a:ext cx="7509177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EXTended file system (EXT2/EXT3/EXT4)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67240" y="-8291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827583" y="6470204"/>
            <a:ext cx="7509177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2413850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6624" y="611449"/>
            <a:ext cx="8460432" cy="5467320"/>
          </a:xfrm>
        </p:spPr>
        <p:txBody>
          <a:bodyPr>
            <a:noAutofit/>
          </a:bodyPr>
          <a:lstStyle/>
          <a:p>
            <a:pPr marL="914400" lvl="1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file system (EXT2/EXT3/EXT4)</a:t>
            </a:r>
          </a:p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EXT4 filesystem, the fourth extended filesystem, has gained significance with mobile devices that implement dual-core processors.</a:t>
            </a:r>
          </a:p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YAFFS2 filesystem is known to have a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bottleneck on dual-core systems. </a:t>
            </a:r>
          </a:p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sz="23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Gingerbread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version of Android, the YAFFS filesystem was swapped for EXT4.</a:t>
            </a:r>
          </a:p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filesystems, such as FAT12, FAT16, and FAT32, are supported by the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MSDOS driver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EXTended file system (EXT2/EXT3/EXT4)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68064" y="-1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2957025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176" y="465634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filesystem is an extension of the FAT16 and FAT32 filesystems.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Microsoft's FAT32 filesystem is supported by most Android devices.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supported by almost all the major operating systems, including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Windows, Linux, and Mac OS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these systems to easily read, modify, and delete the files present on the FAT32 portion of the Android device.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88157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Virtual File Allocation Table (VFAT)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59822" y="-10765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  <p:extLst>
      <p:ext uri="{BB962C8B-B14F-4D97-AF65-F5344CB8AC3E}">
        <p14:creationId xmlns:p14="http://schemas.microsoft.com/office/powerpoint/2010/main" val="2537062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176" y="465634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of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SD cards are formatted using the FAT32.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83966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Virtual File Allocation Table (VFAT)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67240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204175" y="1647938"/>
            <a:ext cx="8546121" cy="4403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are </a:t>
            </a: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 filesystems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can be thought of as logical groupings of files.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group (cgroup)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rootfs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procfs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Sysfs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tmpfs: </a:t>
            </a:r>
          </a:p>
        </p:txBody>
      </p:sp>
    </p:spTree>
    <p:extLst>
      <p:ext uri="{BB962C8B-B14F-4D97-AF65-F5344CB8AC3E}">
        <p14:creationId xmlns:p14="http://schemas.microsoft.com/office/powerpoint/2010/main" val="297092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2237</TotalTime>
  <Words>1209</Words>
  <Application>Microsoft Office PowerPoint</Application>
  <PresentationFormat>On-screen Show (4:3)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810</cp:revision>
  <dcterms:created xsi:type="dcterms:W3CDTF">2018-03-30T10:15:00Z</dcterms:created>
  <dcterms:modified xsi:type="dcterms:W3CDTF">2026-04-26T16:56:26Z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