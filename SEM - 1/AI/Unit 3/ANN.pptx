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T5UyzK/CD49OE2KPxKknjlx+x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567e535e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567e535e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567e535ed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567e535e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567e535ed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567e535e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567e535ed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567e535e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567e535ed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e567e535e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567e535ed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e567e535e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567e535ed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567e535e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567e535ed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567e535e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567e535ed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567e535e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567e535ed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e567e535e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567e535ed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567e535e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567e535ed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e567e535e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567e535ed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e567e535e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567e535ed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e567e535e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567e535ed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567e535e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567e535ed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567e535e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567e535ed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e567e535e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567e535e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e567e535e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567e535ed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567e535e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567e535ed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e567e535e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ANN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Sample program digit Program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import tensorflow as tf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from tensorflow import keras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import matplotlib.pyplot as plt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import numpy as np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mnist = keras.datasets.mnist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(x_train_full, y_train_full),(x_test, y_test) = mnist.load_data()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524725" y="6026000"/>
            <a:ext cx="1170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567e535ed_0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Show one of the data</a:t>
            </a:r>
            <a:endParaRPr/>
          </a:p>
        </p:txBody>
      </p:sp>
      <p:sp>
        <p:nvSpPr>
          <p:cNvPr id="98" name="Google Shape;98;g2e567e535ed_0_2"/>
          <p:cNvSpPr txBox="1"/>
          <p:nvPr>
            <p:ph idx="1" type="body"/>
          </p:nvPr>
        </p:nvSpPr>
        <p:spPr>
          <a:xfrm>
            <a:off x="838200" y="1844300"/>
            <a:ext cx="10642500" cy="433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plt.imshow(x_train_full[2])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g2e567e535ed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525" y="2905713"/>
            <a:ext cx="956310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567e535ed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2e567e535ed_0_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Next, we perform data normalization so that all input values are between 0 and 1.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Since a grayscale image has pixel values of 0 to 255, we divide each pixel by 255. Data normalization is necessary to reduce data redundancy and improve data integrity.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It makes sure your data is the same throughout your project.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Later, when we train the model, we will need validation data.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 Validation data is separate from the training dataset because they are fed after each training in an epoch.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 An epoch is when the entire training dataset passes through the neural network once.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For example, 6 epochs mean the whole dataset is passed on the neural network model six times.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567e535ed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2e567e535ed_0_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x_train_norm = x_train_full/255.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x_test_norm = x_test/255.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x_valid, x_train = x_train_norm[:5000], x_train_norm[5000:]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y_valid, y_train = y_train_full[:5000], y_train_full[5000:]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x_test = x_test_norm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567e535ed_0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2e567e535ed_0_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Next, we initialize the weight and bias parameters with a known set of random numbers. By setting the custom seed value, we can get a determined sequence of random numbers. Apparently, everyone in machine learning uses 42. They say it is the answer to everything.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np.random.seed(42)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tf.random.set_seed(42)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567e535ed_0_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300"/>
              <a:t>N</a:t>
            </a:r>
            <a:r>
              <a:rPr b="1" lang="en-IN" sz="4300"/>
              <a:t>eural Network model. </a:t>
            </a:r>
            <a:endParaRPr b="1" sz="4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3" name="Google Shape;123;g2e567e535ed_0_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u="sng"/>
              <a:t>We will use a sequential stack, </a:t>
            </a:r>
            <a:endParaRPr b="1"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u="sng"/>
              <a:t>1 flatten layer as the input layer, </a:t>
            </a:r>
            <a:endParaRPr b="1"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u="sng"/>
              <a:t>2 dense relu layers as hidden layers, and</a:t>
            </a:r>
            <a:endParaRPr b="1"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u="sng"/>
              <a:t> a dense softmax layer as the output layer. </a:t>
            </a:r>
            <a:endParaRPr b="1"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A flattening layer flattens the input to a single-column array. It prepares the input data for the next dense layers. Meanwhile, a dense layer is a layer of parallel perceptrons.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The first value indicates the number of perceptrons, while activation refers to the layer’s activation function.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567e535ed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Types of layer where to use?</a:t>
            </a:r>
            <a:endParaRPr/>
          </a:p>
        </p:txBody>
      </p:sp>
      <p:sp>
        <p:nvSpPr>
          <p:cNvPr id="129" name="Google Shape;129;g2e567e535ed_0_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Usually, relu is used on hidden layers,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while sigmoid and softmax are used for output.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Softmax is often used as the activation for the last layer of a classification network because the result could be interpreted as a probability distribution.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567e535ed_0_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e567e535ed_0_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model = keras.models.Sequential()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model.add(keras.layers.Flatten(input_shape=[28,28]))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model.add(keras.layers.Dense(300, activation="relu"))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model.add(keras.layers.Dense(100, activation="relu"))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model.add(keras.layers.Dense(10, activation="softmax"))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567e535ed_0_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model.summary()</a:t>
            </a:r>
            <a:endParaRPr/>
          </a:p>
        </p:txBody>
      </p:sp>
      <p:sp>
        <p:nvSpPr>
          <p:cNvPr id="141" name="Google Shape;141;g2e567e535ed_0_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We can see a comprehensive summary of the neural network model using model.summary().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This function shows the number of parameters in each layer, how the output shape changes, and the total amount of parameters to be trained.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2e567e535ed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450" y="2640500"/>
            <a:ext cx="95440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567e535ed_0_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Compile the model</a:t>
            </a:r>
            <a:endParaRPr/>
          </a:p>
        </p:txBody>
      </p:sp>
      <p:sp>
        <p:nvSpPr>
          <p:cNvPr id="152" name="Google Shape;152;g2e567e535ed_0_4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Afterward, we compile the model with the desired loss function, optimizer, and metrics.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We won’t elaborate on these 3 as this will open up a new and much larger discussion about backward propagation.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 Just know that </a:t>
            </a:r>
            <a:r>
              <a:rPr b="1" lang="en-IN"/>
              <a:t>sparse_categorical_crossentropy </a:t>
            </a:r>
            <a:r>
              <a:rPr lang="en-IN"/>
              <a:t>is always used with multiclass classification, and sgd means stochastic gradient descent – a type of gradient descent that only uses a single training example per epoch.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567e535ed_0_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2e567e535ed_0_5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model.compile(loss="sparse_categorical_crossentropy",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              optimizer="sgd",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              metrics=["accuracy"])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567e535ed_0_5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2e567e535ed_0_5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Next, we proceed with training the data. Depending on the size of the dataset and the number of epochs, training last for a few minutes to several hours. Each successful epoch displays the training and validation accuracy.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567e535ed_0_65"/>
          <p:cNvSpPr txBox="1"/>
          <p:nvPr>
            <p:ph idx="1" type="body"/>
          </p:nvPr>
        </p:nvSpPr>
        <p:spPr>
          <a:xfrm>
            <a:off x="838200" y="709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model_history = model.fit(x_train,y_train,epochs=30,validation_data=(x_valid,y_valid))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Finally, we evaluate the model using model.evaluate(). As you can see, the accuracy reached 97% using our test data. Pretty impressive for 30 epochs of training.</a:t>
            </a:r>
            <a:endParaRPr/>
          </a:p>
        </p:txBody>
      </p:sp>
      <p:pic>
        <p:nvPicPr>
          <p:cNvPr id="170" name="Google Shape;170;g2e567e535ed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00" y="4433550"/>
            <a:ext cx="11794775" cy="19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567e535ed_0_7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2e567e535ed_0_7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We can also slice our dataset to test our model manually. Below, we took 5 images – index 0 to 4, and feed them to our artificial neural network using model.predict.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x_sample = x_test[:5]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y_probability = model.predict(x_sample)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model.predict returns the probability of the image in float values so we must use round to “clean” the output to 0s and 1s.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567e535ed_0_7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2e567e535ed_0_7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g2e567e535ed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100" y="1990650"/>
            <a:ext cx="11290600" cy="407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e567e535ed_0_8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2e567e535ed_0_83"/>
          <p:cNvSpPr txBox="1"/>
          <p:nvPr>
            <p:ph idx="1" type="body"/>
          </p:nvPr>
        </p:nvSpPr>
        <p:spPr>
          <a:xfrm>
            <a:off x="838200" y="1825625"/>
            <a:ext cx="10515600" cy="238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Alternatively, we can use model.predict_classes() to get the predicted class label of the image input.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y_predict = model.predict_classes(x_sample)</a:t>
            </a:r>
            <a:endParaRPr/>
          </a:p>
        </p:txBody>
      </p:sp>
      <p:pic>
        <p:nvPicPr>
          <p:cNvPr id="190" name="Google Shape;190;g2e567e535ed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00" y="4207025"/>
            <a:ext cx="10910351" cy="108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567e535ed_0_9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Dump model (Save model)</a:t>
            </a:r>
            <a:endParaRPr/>
          </a:p>
        </p:txBody>
      </p:sp>
      <p:sp>
        <p:nvSpPr>
          <p:cNvPr id="196" name="Google Shape;196;g2e567e535ed_0_9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model.save('my_model.h5')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567e535ed_0_10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Load the model &amp; test 5 image</a:t>
            </a:r>
            <a:endParaRPr/>
          </a:p>
        </p:txBody>
      </p:sp>
      <p:sp>
        <p:nvSpPr>
          <p:cNvPr id="202" name="Google Shape;202;g2e567e535ed_0_10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# Import libraries (assuming you already have them)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import tensorflow as tf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from tensorflow import keras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# Load the trained model (assuming you've trained it previously)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model = tf.keras.models.load_model('my_model.h5')  # Replace with your model filename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# Get the first 5 test images and labels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first_5_images = x_test[:5]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first_5_labels = y_test[:5]  # You might not need these for prediction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e567e535ed_0_10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Predict One by One</a:t>
            </a:r>
            <a:endParaRPr/>
          </a:p>
        </p:txBody>
      </p:sp>
      <p:sp>
        <p:nvSpPr>
          <p:cNvPr id="208" name="Google Shape;208;g2e567e535ed_0_10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# Make predictions on the first 5 images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predictions = model.predict(first_5_images)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# Get the predicted class labels (assuming integer class labels)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predicted_classes = np.argmax(predictions, axis=1)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# Print the predicted classes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print("Predicted classes for the first 5 test images:")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for i, prediction in enumerate(predicted_classes):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  print(f"Image {i+1}: {prediction}")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567e535ed_0_9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More study of fundament of ANN</a:t>
            </a:r>
            <a:endParaRPr/>
          </a:p>
        </p:txBody>
      </p:sp>
      <p:sp>
        <p:nvSpPr>
          <p:cNvPr id="214" name="Google Shape;214;g2e567e535ed_0_9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https://medium.com/technology-invention-and-more/how-to-build-a-simple-neural-network-in-9-lines-of-python-code-cc8f23647ca1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2023-12-05T04:54:07Z</dcterms:created>
  <dc:creator>Radhe</dc:creator>
</cp:coreProperties>
</file>