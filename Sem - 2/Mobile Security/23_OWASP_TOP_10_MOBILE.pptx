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57" r:id="rId2"/>
    <p:sldId id="408" r:id="rId3"/>
    <p:sldId id="593" r:id="rId4"/>
    <p:sldId id="594" r:id="rId5"/>
    <p:sldId id="595" r:id="rId6"/>
    <p:sldId id="596" r:id="rId7"/>
    <p:sldId id="591" r:id="rId8"/>
    <p:sldId id="592" r:id="rId9"/>
    <p:sldId id="598" r:id="rId10"/>
    <p:sldId id="599" r:id="rId11"/>
    <p:sldId id="600" r:id="rId12"/>
    <p:sldId id="601" r:id="rId13"/>
    <p:sldId id="52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2636912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mobile top 10 security risks 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(Open Web Application Security Project) is an online community of security specialists that have created freely available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materials,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to help build secure web and mobile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66764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App vulnerabilities abound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830EDE-D518-479A-891D-5A305DD8B83A}"/>
              </a:ext>
            </a:extLst>
          </p:cNvPr>
          <p:cNvSpPr/>
          <p:nvPr/>
        </p:nvSpPr>
        <p:spPr>
          <a:xfrm>
            <a:off x="700133" y="5845415"/>
            <a:ext cx="7822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https://www.nowsecure.com/blog/2018/07/11/a-decade-in-how-safe-are-your-ios-and-android-apps/</a:t>
            </a:r>
          </a:p>
        </p:txBody>
      </p:sp>
      <p:pic>
        <p:nvPicPr>
          <p:cNvPr id="1026" name="Picture 2" descr="https://www.nowsecure.com/wp-content/uploads/2018/07/owasp-mobile-top-10-violations.png">
            <a:extLst>
              <a:ext uri="{FF2B5EF4-FFF2-40B4-BE49-F238E27FC236}">
                <a16:creationId xmlns:a16="http://schemas.microsoft.com/office/drawing/2014/main" id="{74BBB0C0-0594-42FA-97F6-4E496D280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21" y="781081"/>
            <a:ext cx="7620165" cy="487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76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more alarming, 85% of mobile apps violate at least one or more of the Open Web Application Security Project (OWASP) Mobile Top 10 areas of risk, according to Now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Secure’s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benchmark testing.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Secure found more than half of tested apps have security flaws that compromise their ability to protect data in transit and at rest.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one-third of apps suffered from coding problems.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5562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apps in particular exhibited coding issues that that could expose them to reverse engineering or other exploits.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8573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M1 - Improper Platform Usage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M2 - Insecure Data Storage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M3 - Insecure Communication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M4 - Insecure Authentication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M5 - Insufficient Cryptography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M6 - Insecure Authorization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M7 - Client Code Quality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M8 - Code Tampering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M9 - Reverse Engineering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M10 - Extraneous Functionality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OWASP mobile top 10 security risks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6953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Improper Platform Usage covers mainly the misusing of platform features or failing to use platform security controls provided and documented by the platform and it’s community.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Android-based applications,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AndroidManifest,xml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is certainly a well a information about the platform configuration and how the application should behave, this file is, indeed, a must-check for security miss-configurations.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M1 - Improper Platform Usage: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70308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AndroidManifest.xml for providers: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identified by &lt;provider&gt; tag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android:exported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explicitly set to “false” if the content is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meant to be accessible only by the app itself, otherwise define proper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read/write permissions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M1 - Improper Platform Usage: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79149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AndroidManifest.xml for providers: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android:permission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tags must be used to limit exposure to others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android:protectionLevel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set to “signature” (content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accessible only by apps signed with the same key)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M1 - Improper Platform Usage: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B0A4A-7469-41FA-A630-DCA7EE6CA81C}"/>
              </a:ext>
            </a:extLst>
          </p:cNvPr>
          <p:cNvSpPr/>
          <p:nvPr/>
        </p:nvSpPr>
        <p:spPr>
          <a:xfrm>
            <a:off x="850166" y="6061478"/>
            <a:ext cx="7553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Ref: https://owasp.org/www-pdf-archive/GiuseppePorcu-OWASPItalyDay19-10-2018.pdf</a:t>
            </a:r>
          </a:p>
        </p:txBody>
      </p:sp>
    </p:spTree>
    <p:extLst>
      <p:ext uri="{BB962C8B-B14F-4D97-AF65-F5344CB8AC3E}">
        <p14:creationId xmlns:p14="http://schemas.microsoft.com/office/powerpoint/2010/main" val="133478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source code for: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android.content.ContentProvider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android.database.Cursor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android.database.sqlite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.query, .update, .delete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M1 - Improper Platform Usage: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008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(AndroidManifest.xml):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M1 - Improper Platform Usage: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118D89-7C58-43AE-9CE2-29C47BCF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76" y="1628799"/>
            <a:ext cx="8638623" cy="28083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CE4760-0FF1-4222-BD91-90B8EE21B4BD}"/>
              </a:ext>
            </a:extLst>
          </p:cNvPr>
          <p:cNvSpPr/>
          <p:nvPr/>
        </p:nvSpPr>
        <p:spPr>
          <a:xfrm>
            <a:off x="386284" y="4578180"/>
            <a:ext cx="83884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automatic tools can be used to inspect the app and identify content provider URIs, for example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Drozer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scanner.provider.finduris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953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596</Words>
  <Application>Microsoft Office PowerPoint</Application>
  <PresentationFormat>On-screen Show (4:3)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680</cp:revision>
  <dcterms:created xsi:type="dcterms:W3CDTF">2018-03-30T10:15:00Z</dcterms:created>
  <dcterms:modified xsi:type="dcterms:W3CDTF">2020-10-07T10:59:56Z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