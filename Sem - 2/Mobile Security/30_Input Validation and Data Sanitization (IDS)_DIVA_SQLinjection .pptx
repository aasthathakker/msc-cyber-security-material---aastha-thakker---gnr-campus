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658" r:id="rId2"/>
    <p:sldId id="408" r:id="rId3"/>
    <p:sldId id="593" r:id="rId4"/>
    <p:sldId id="659" r:id="rId5"/>
    <p:sldId id="660" r:id="rId6"/>
    <p:sldId id="661" r:id="rId7"/>
    <p:sldId id="662" r:id="rId8"/>
    <p:sldId id="62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795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816" y="1167365"/>
            <a:ext cx="8546121" cy="90436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</a:t>
            </a:r>
          </a:p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Sanitization </a:t>
            </a:r>
          </a:p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SQLinjection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SQLinjection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is a frequently-used technique for checking potentially dangerous inputs in order to ensure that the inputs are safe processing within the code, or when communicating with other components.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software does not validate input properly, an attacker is able to craft the input in a form that is not expected by the rest of the application.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SQLinjection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lead to parts of the system receiving unintended input, which may result in altered control flow, arbitrary control of a resource, or arbitrary code execution.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SQLinjection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31832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a.Input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validation issues occurs where application does not sanitize user input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b.Results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client side as well as server side attacks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c.Open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Validation Issues – Part 1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d.Open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file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SQLInjectionActivey.class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check the 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rawQuery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e.rawQuery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(“SEELCT * FROM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sqluser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user = ‘ “+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localEditText.getText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+” ‘” , null());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SQLinjection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6528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c.What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input in not sanitize ?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d.Let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the diva application and start the Input validation issues – Part 2 – enter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android application connect with it and display the content of the same web content in the same activity.    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e.Lets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try to check that this web view is taking input without validation, so try to access the android internal files.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SQLinjection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759536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a.Input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validation issues occurs where application does not sanitize user input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b.Results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client side as well as server side attacks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c.Open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 Validation Issues – Part 1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d.Open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file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SQLInjectionActivey.class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check the 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rawQuery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e.rawQuery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(“SEELCT * FROM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sqluser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user = ‘ “+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localEditText.getText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+” ‘” , null());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f.enter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diva’or’1’ =’1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SQLinjection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43025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430</Words>
  <Application>Microsoft Office PowerPoint</Application>
  <PresentationFormat>On-screen Show (4:3)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762</cp:revision>
  <dcterms:created xsi:type="dcterms:W3CDTF">2018-03-30T10:15:00Z</dcterms:created>
  <dcterms:modified xsi:type="dcterms:W3CDTF">2021-07-15T09:24:49Z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