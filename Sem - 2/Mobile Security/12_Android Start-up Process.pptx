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57" r:id="rId2"/>
    <p:sldId id="408" r:id="rId3"/>
    <p:sldId id="589" r:id="rId4"/>
    <p:sldId id="590" r:id="rId5"/>
    <p:sldId id="591" r:id="rId6"/>
    <p:sldId id="592" r:id="rId7"/>
    <p:sldId id="52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62"/>
        <p:guide pos="28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398" y="28266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related </a:t>
            </a: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Start-up Process with ADB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sequence of steps involved in Android boot process is as follows: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Boot ROM code execution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The boot loader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The Linux kernel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Zygote and Dalvik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The system server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boot process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boot process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42" y="781081"/>
            <a:ext cx="7527744" cy="53028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very first process that starts and is the root process of all other processes -  (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init.rc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 will parse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init.rc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script and launch the system service processes. 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you will see the Android logo on the device screen.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boot process –  The </a:t>
            </a:r>
            <a:r>
              <a:rPr lang="en-US" sz="2400" b="1" dirty="0" err="1"/>
              <a:t>init</a:t>
            </a:r>
            <a:r>
              <a:rPr lang="en-US" sz="2400" b="1" dirty="0"/>
              <a:t> process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Zygote is one of the first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processes created after the device boots.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initializes the Dalvik virtual machine and tries to create multiple instances to support each android process.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Zygote facilitates using a shared code across the VM, thus helping to save the memory and reduce the burden on the system.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boot process –  Zygote and Dalvik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On-screen Show (4:3)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Windows User</cp:lastModifiedBy>
  <cp:revision>596</cp:revision>
  <dcterms:created xsi:type="dcterms:W3CDTF">2018-03-30T10:15:00Z</dcterms:created>
  <dcterms:modified xsi:type="dcterms:W3CDTF">2021-07-15T09:18:12Z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1033-11.2.0.9665</vt:lpwstr>
  </property>
</Properties>
</file>