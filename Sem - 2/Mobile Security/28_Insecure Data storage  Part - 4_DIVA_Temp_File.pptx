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658" r:id="rId2"/>
    <p:sldId id="408" r:id="rId3"/>
    <p:sldId id="593" r:id="rId4"/>
    <p:sldId id="659" r:id="rId5"/>
    <p:sldId id="62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1972984"/>
            <a:ext cx="8546121" cy="904368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: Part – 4</a:t>
            </a:r>
          </a:p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(Temporary File )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sensitive data is kept secure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4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InsecureDataStorage3Activity.class if you check the code you find that credential is stored in the temp file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b.File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localfile2 =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File.createTempfile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uinfo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localfile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move into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check the content of the file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:-$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 # cd /data/data/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4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 # 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jakhar.aseem.diva#ls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h.You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find temporary file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cat uinfo-1050553933tmp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that username and password.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</a:t>
            </a:r>
            <a:r>
              <a:rPr lang="en-US" sz="2400" b="1"/>
              <a:t>– 4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8475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270</Words>
  <Application>Microsoft Office PowerPoint</Application>
  <PresentationFormat>On-screen Show (4:3)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758</cp:revision>
  <dcterms:created xsi:type="dcterms:W3CDTF">2018-03-30T10:15:00Z</dcterms:created>
  <dcterms:modified xsi:type="dcterms:W3CDTF">2020-11-05T07:13:37Z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