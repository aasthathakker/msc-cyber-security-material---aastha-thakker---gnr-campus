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658" r:id="rId2"/>
    <p:sldId id="408" r:id="rId3"/>
    <p:sldId id="593" r:id="rId4"/>
    <p:sldId id="660" r:id="rId5"/>
    <p:sldId id="659" r:id="rId6"/>
    <p:sldId id="661" r:id="rId7"/>
    <p:sldId id="662" r:id="rId8"/>
    <p:sldId id="663" r:id="rId9"/>
    <p:sldId id="664" r:id="rId10"/>
    <p:sldId id="665" r:id="rId11"/>
    <p:sldId id="666" r:id="rId12"/>
    <p:sldId id="62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>
          <p15:clr>
            <a:srgbClr val="A4A3A4"/>
          </p15:clr>
        </p15:guide>
        <p15:guide id="2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6"/>
      </p:cViewPr>
      <p:guideLst>
        <p:guide orient="horz" pos="2145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10/30/2020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p.santoku@santoku:Desktop/jadx/bin/diva:#ls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AAE2C0-19BC-4DB3-87F8-786B52506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2" y="-5152"/>
            <a:ext cx="3667125" cy="12477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1795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816" y="1167365"/>
            <a:ext cx="8546121" cy="90436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Issues</a:t>
            </a:r>
            <a:endParaRPr lang="en-US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Activity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a.Access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 issues arises when application does not authenticate user.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b.Authorization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chedk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mission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c.Attacker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un-sufficient privilege can see the protected resource.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may be the case when attacker tries to access any sensitive information without authentication or if he / she authenticated but not authorized.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Activity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It means that if developer does not manage authentication or authorization to access any resource this vulnerability may exist and can results in loss of sensitive information disclosure.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Activity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377222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f.Challenges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available with options view API credential, means when you click on this button it opens one activity though which you can access / see API credential.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g.Our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job is to access this API credential directly through the activity without clicking on that button.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h.Just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open the DIVA and check what happen when you click on Access Control Issues – Part. As you can finds that after clicking the button it opens one activity which shows API key, Username and Password.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Diva: Access Control Issues : Part - 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866399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i.Now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challenges is to show same sensitive information that is API key, Username and Password without clicking the button or without opening the DIVA application also.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j.Let’s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open the source code and understand it.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Diva: Access Control Issues : Part - 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296399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k.Decompile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APK file with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jadx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l.santoku@santoku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:-$ cd desktop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m.santoku@santoku:Desktop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:# cd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jadx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n.santoku@santoku:Desktop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jadx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/: #cd bin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o.santoku@santoku:Desktop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jadx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/bin/:#cd diva/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p.santoku@santoku:Desktop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jadx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/bin/diva:#ls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android, AndroidManifest.xml,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res files and directories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Diva: Access Control Issues : Part - 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570825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santoku@santoku:Desktop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jadx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/bin/: # vim AdndroidManifest.xml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finds all the activity with their respective permission in the manifest file.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activity entry android name=”jakhar.aseem.diva.AccessControl1Activity”, this activity which contain button label with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ViewAPICredentials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when we click on it as we observed it will open one more activity which is registered as android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Diva: Access Control Issues : Part - 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2483186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t.name=”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jakhar.aseem.diva.APICredsActivity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in the manifest.xml file. This activity contain sensitive information related to API.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u.Now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AccessControl1Activity invokes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APICredsActivity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activity using &lt;intent-filter&gt; activity &lt;action android name=”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jakhar.aseem.diva.action.VIEW_CREDS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which contain API sensitive data.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Diva: Access Control Issues : Part - 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688714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v.Now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copy the above filter intent and opens using activity manger directly 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w.Every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android has activity manger and we will use same.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x.santoku@santoku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:/$	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adb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shell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y.root@santoku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:/am // and you can see all the help / information related to activity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mangar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Diva: Access Control Issues : Part - 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1376484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588" y="434001"/>
            <a:ext cx="8546121" cy="5467320"/>
          </a:xfrm>
        </p:spPr>
        <p:txBody>
          <a:bodyPr>
            <a:noAutofit/>
          </a:bodyPr>
          <a:lstStyle/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z.root@santoku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:$: am start –a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jakhar.aseem.diva.action.VIEW_CREDS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// intent filter</a:t>
            </a:r>
          </a:p>
          <a:p>
            <a:pPr marL="971550" lvl="1" indent="-5143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aa.hit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enter and see in the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Genymotion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the said activity has opened without clicking the button and it shows same sensitive information.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Diva: Access Control Issues : Part - I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  <p:extLst>
      <p:ext uri="{BB962C8B-B14F-4D97-AF65-F5344CB8AC3E}">
        <p14:creationId xmlns:p14="http://schemas.microsoft.com/office/powerpoint/2010/main" val="3984943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</a:t>
            </a:r>
            <a:r>
              <a:rPr lang="en-US" sz="2000" b="1" dirty="0" err="1">
                <a:solidFill>
                  <a:schemeClr val="tx1"/>
                </a:solidFill>
              </a:rPr>
              <a:t>Digvijaysinh</a:t>
            </a:r>
            <a:r>
              <a:rPr lang="en-US" sz="2000" b="1" dirty="0">
                <a:solidFill>
                  <a:schemeClr val="tx1"/>
                </a:solidFill>
              </a:rPr>
              <a:t>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Professor </a:t>
            </a:r>
            <a:r>
              <a:rPr lang="en-IN" altLang="en-US" sz="2000" b="1" dirty="0">
                <a:solidFill>
                  <a:schemeClr val="tx1"/>
                </a:solidFill>
              </a:rPr>
              <a:t>&amp; Associate Dean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</a:p>
          <a:p>
            <a:r>
              <a:rPr lang="en-IN" altLang="en-US" sz="2000" b="1" dirty="0">
                <a:solidFill>
                  <a:schemeClr val="tx1"/>
                </a:solidFill>
              </a:rPr>
              <a:t>School of Cyber Security and Digital Forensics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 with status of Institution of National Importance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AAE2C0-19BC-4DB3-87F8-786B52506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2" y="-5152"/>
            <a:ext cx="3667125" cy="1247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713</Words>
  <Application>Microsoft Office PowerPoint</Application>
  <PresentationFormat>On-screen Show (4:3)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Windows User</cp:lastModifiedBy>
  <cp:revision>763</cp:revision>
  <dcterms:created xsi:type="dcterms:W3CDTF">2018-03-30T10:15:00Z</dcterms:created>
  <dcterms:modified xsi:type="dcterms:W3CDTF">2020-10-30T11:36:38Z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1033-11.2.0.9718</vt:lpwstr>
  </property>
</Properties>
</file>