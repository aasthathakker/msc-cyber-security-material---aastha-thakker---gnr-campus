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57" r:id="rId2"/>
    <p:sldId id="408" r:id="rId3"/>
    <p:sldId id="427" r:id="rId4"/>
    <p:sldId id="413" r:id="rId5"/>
    <p:sldId id="421" r:id="rId6"/>
    <p:sldId id="422" r:id="rId7"/>
    <p:sldId id="428" r:id="rId8"/>
    <p:sldId id="417" r:id="rId9"/>
    <p:sldId id="423" r:id="rId10"/>
    <p:sldId id="424" r:id="rId11"/>
    <p:sldId id="418" r:id="rId12"/>
    <p:sldId id="419" r:id="rId13"/>
    <p:sldId id="420" r:id="rId14"/>
    <p:sldId id="429" r:id="rId15"/>
    <p:sldId id="430" r:id="rId16"/>
    <p:sldId id="432" r:id="rId17"/>
    <p:sldId id="433" r:id="rId18"/>
    <p:sldId id="392" r:id="rId19"/>
    <p:sldId id="435" r:id="rId20"/>
    <p:sldId id="436" r:id="rId21"/>
    <p:sldId id="43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6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guide/topics/resources/providing-resource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Session – II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Application framework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Application Folder Structure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AndroidManifest.xml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Resource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Intent</a:t>
            </a: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/>
              <a:t>Session - II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txBody>
          <a:bodyPr>
            <a:normAutofit/>
          </a:bodyPr>
          <a:lstStyle/>
          <a:p>
            <a:endParaRPr lang="en-IN" sz="4400" b="1" dirty="0">
              <a:solidFill>
                <a:schemeClr val="tx1"/>
              </a:solidFill>
            </a:endParaRPr>
          </a:p>
          <a:p>
            <a:r>
              <a:rPr lang="en-IN" sz="4400" b="1" dirty="0">
                <a:solidFill>
                  <a:schemeClr val="tx1"/>
                </a:solidFill>
              </a:rPr>
              <a:t>Reference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14554"/>
            <a:ext cx="266598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14612" y="2214554"/>
            <a:ext cx="2571768" cy="3208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5500694" y="2428868"/>
            <a:ext cx="3357586" cy="121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www.developer.google.com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671896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Install JDK – Java Development Kit : Latest is Java SE Development Kit 8 for 32 bit / 64 bit download – download from oracle side.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Download Android Studio –www.developer.android.com. This is also useful to refer and documentation related to android </a:t>
            </a:r>
            <a:r>
              <a:rPr lang="en-IN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cocepts</a:t>
            </a: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IN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IN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Development Lab </a:t>
            </a:r>
            <a:r>
              <a:rPr lang="en-US" sz="2400" b="1" dirty="0" err="1"/>
              <a:t>Confi</a:t>
            </a:r>
            <a:r>
              <a:rPr lang="en-US" sz="2400" b="1" dirty="0"/>
              <a:t>.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671896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Four main component that can be used within an Android Application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 – UI and handle user integration with mobile phone.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Service – Background processing associated with android application.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Broadcast Receivers – Handle communication between Android OS and </a:t>
            </a:r>
            <a:r>
              <a:rPr lang="en-IN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Applicaton</a:t>
            </a: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ContentProviders</a:t>
            </a: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handle data and database managements operations.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Components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31040" y="757394"/>
            <a:ext cx="9195528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Alarm Application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 open the alarm application and set the alarm using UI – </a:t>
            </a: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will be saved – </a:t>
            </a:r>
            <a:r>
              <a:rPr lang="en-IN" sz="22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ContentProviders</a:t>
            </a: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Service which continuously looking in the background for set time – </a:t>
            </a: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Service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Once set alarm time matched, alarm event will ring the alarm – Event handling </a:t>
            </a:r>
            <a:r>
              <a:rPr lang="en-IN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Broadcast Receiver 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Components  Example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671896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Create new android application.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AndroidManifest.xml</a:t>
            </a:r>
            <a:endParaRPr lang="en-IN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Application- Demo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642918"/>
            <a:ext cx="4286280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ight Arrow 10"/>
          <p:cNvSpPr/>
          <p:nvPr/>
        </p:nvSpPr>
        <p:spPr>
          <a:xfrm>
            <a:off x="1928794" y="1428736"/>
            <a:ext cx="278608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772666" y="1242574"/>
            <a:ext cx="571504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13" name="Right Arrow 12"/>
          <p:cNvSpPr/>
          <p:nvPr/>
        </p:nvSpPr>
        <p:spPr>
          <a:xfrm>
            <a:off x="1928794" y="1928802"/>
            <a:ext cx="278608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772666" y="1814078"/>
            <a:ext cx="571504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15" name="Right Arrow 14"/>
          <p:cNvSpPr/>
          <p:nvPr/>
        </p:nvSpPr>
        <p:spPr>
          <a:xfrm>
            <a:off x="1939247" y="2854302"/>
            <a:ext cx="278608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779918" y="2670478"/>
            <a:ext cx="571504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7" name="Right Arrow 16"/>
          <p:cNvSpPr/>
          <p:nvPr/>
        </p:nvSpPr>
        <p:spPr>
          <a:xfrm>
            <a:off x="1928794" y="3357562"/>
            <a:ext cx="278608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786314" y="3214686"/>
            <a:ext cx="571504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19" name="Right Arrow 18"/>
          <p:cNvSpPr/>
          <p:nvPr/>
        </p:nvSpPr>
        <p:spPr>
          <a:xfrm>
            <a:off x="1928794" y="3857628"/>
            <a:ext cx="278608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786314" y="3714752"/>
            <a:ext cx="571504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21" name="Right Arrow 20"/>
          <p:cNvSpPr/>
          <p:nvPr/>
        </p:nvSpPr>
        <p:spPr>
          <a:xfrm>
            <a:off x="2214546" y="4572008"/>
            <a:ext cx="251717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786314" y="4429132"/>
            <a:ext cx="571504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5" y="619030"/>
            <a:ext cx="8667217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Every app project must have an AndroidManifest.xml file (with precisely that name) at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 of the project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source set.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manifest file describes essential information about your app to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build tools, the Android operating system, and Google Play.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Manifest file is required to declare the following: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components of the app, which include all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activities, services, broadcast receivers, and content providers.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</a:t>
            </a:r>
            <a:endParaRPr lang="fr-CA" sz="2400" b="1" dirty="0"/>
          </a:p>
          <a:p>
            <a:pPr algn="ctr"/>
            <a:r>
              <a:rPr lang="en-US" sz="2400" b="1" dirty="0"/>
              <a:t>App Manifest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671896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Manifest file is required to declare the following: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app's package name, which usually matches your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code's namespace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 The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build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tools use this to determine the location of code entities when building your project.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permissions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that the app needs in order to access protected parts of the system or other apps.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manifest file is also where you can declare what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types of hardware or software features your app requires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thus, which types of devices your app is compatible with.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</a:t>
            </a:r>
            <a:endParaRPr lang="fr-CA" sz="2400" b="1" dirty="0"/>
          </a:p>
          <a:p>
            <a:pPr algn="ctr"/>
            <a:r>
              <a:rPr lang="en-US" sz="2400" b="1" dirty="0"/>
              <a:t>App Manifest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671896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Points to be discussed – with empty activity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AndroidManifest.xml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 - Example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928802"/>
            <a:ext cx="535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Straight Arrow Connector 12"/>
          <p:cNvCxnSpPr/>
          <p:nvPr/>
        </p:nvCxnSpPr>
        <p:spPr>
          <a:xfrm>
            <a:off x="5500694" y="3500438"/>
            <a:ext cx="192882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520738" y="4214818"/>
            <a:ext cx="133727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429520" y="3357562"/>
            <a:ext cx="571504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18" name="Rectangle 17"/>
          <p:cNvSpPr/>
          <p:nvPr/>
        </p:nvSpPr>
        <p:spPr>
          <a:xfrm>
            <a:off x="6858016" y="4000504"/>
            <a:ext cx="2143140" cy="6429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2 - Which other tag we can use here?</a:t>
            </a:r>
            <a:endParaRPr lang="en-US" b="1" dirty="0"/>
          </a:p>
        </p:txBody>
      </p:sp>
      <p:sp>
        <p:nvSpPr>
          <p:cNvPr id="21" name="Rectangle 20"/>
          <p:cNvSpPr/>
          <p:nvPr/>
        </p:nvSpPr>
        <p:spPr>
          <a:xfrm>
            <a:off x="3857620" y="514351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&lt;activity&gt;elements for activities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&lt;service&gt; elements for services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&lt;receiver&gt; elements for broadcast receivers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&lt;provider&gt; elements for content providers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671896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Points to be discussed – with one activity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AndroidManifest.xml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 - Example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928802"/>
            <a:ext cx="542925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671896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Points to be discussed – with one activity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AndroidManifest.xml</a:t>
            </a:r>
          </a:p>
          <a:p>
            <a:pPr lvl="3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Following is the list of tags which you will use in your manifest file to specify different Android application components −</a:t>
            </a:r>
          </a:p>
          <a:p>
            <a:pPr lvl="3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&lt;activity&gt;elements for activities</a:t>
            </a:r>
          </a:p>
          <a:p>
            <a:pPr lvl="3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&lt;service&gt; elements for services</a:t>
            </a:r>
          </a:p>
          <a:p>
            <a:pPr lvl="3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&lt;receiver&gt; elements for broadcast receivers</a:t>
            </a:r>
          </a:p>
          <a:p>
            <a:pPr lvl="3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&lt;provider&gt; elements for content providers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 - Android Application Component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0429" y="671896"/>
            <a:ext cx="5286413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Resources are the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additional files and static content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that your code uses, such as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bitmaps, layout definitions, user interface strings,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animation instructions, and more.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drawable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/Bitmap files (.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png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 .9.png, .jpg, .gif) 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layout/XML files that define a user interface layout.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menu/XML files that define app menus, such as an Options Menu, Context Menu, or Sub Menu.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values/XML files that contain simple values, such as strings, integers, and colors.</a:t>
            </a:r>
          </a:p>
          <a:p>
            <a:pPr lvl="1" algn="just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 -  App resources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071546"/>
            <a:ext cx="3500462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785786" y="6143644"/>
            <a:ext cx="77153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Ref: https://developer.android.com/guide/topics/resources/providing-resources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5787" y="671896"/>
            <a:ext cx="8001056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activity represents a single screen with a user interface just like window or frame.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 -  Activity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928802"/>
            <a:ext cx="7669799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5787" y="671896"/>
            <a:ext cx="8001056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activity represents a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single screen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with a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 interface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just like window or frame.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application can have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one or more activities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without any restrictions.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Every activity you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for your application must be declared in your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AndroidManifest.xml file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main activity for your app must be declared in the manifest with an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&lt;intent-filter&gt;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that includes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 action and LAUNCHER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category.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 -  Activity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Application Framework -  Activity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4357686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86182" y="857232"/>
            <a:ext cx="390525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6248" y="3571876"/>
            <a:ext cx="4615195" cy="2909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Straight Arrow Connector 12"/>
          <p:cNvCxnSpPr/>
          <p:nvPr/>
        </p:nvCxnSpPr>
        <p:spPr>
          <a:xfrm flipV="1">
            <a:off x="2428860" y="928670"/>
            <a:ext cx="2428892" cy="235745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929322" y="3000372"/>
            <a:ext cx="1071570" cy="78581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39893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Intent is a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messaging object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you can use to request an action from another app component.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Although intents facilitate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between components in several ways, there are three fundamental use cases: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can be used with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startActivity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launch an Activity,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broadcastIntent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send it to any interested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BroadcastReceiver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components, and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startService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(Intent)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bindService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(Intent,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ServiceConnection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communicate with a background Service.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Intent object can contain the following components 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Action: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This is mandatory part of the Intent object and is a string naming the action to be performed. 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Category :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category is an optional part of Intent object and it's a string containing additional information about the kind of component that should handle the intent.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types of intents: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Explicit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intents specify which application will satisfy the intent, by supplying either the target app's package name or a fully-qualified component class name. </a:t>
            </a:r>
          </a:p>
          <a:p>
            <a:pPr marL="1371600" lvl="2" indent="-457200"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You'll typically use an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explicit intent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start a component in your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own app,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because you know the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name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the activity or service you want to start. For example, you might start a new activity within your app in response to a user action, or start a service to download a file in the background.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types of intents: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Implicit intents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do not name a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specific component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but instead declare a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general action to perform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which allows a component from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another app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handle it. For example, if you want to show the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 a location on a map,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you can use an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implicit intent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request that another capable app show a specified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location on a map.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application framework : Intent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30685</TotalTime>
  <Words>1196</Words>
  <Application>Microsoft Office PowerPoint</Application>
  <PresentationFormat>On-screen Show (4:3)</PresentationFormat>
  <Paragraphs>148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536</cp:revision>
  <dcterms:created xsi:type="dcterms:W3CDTF">2018-03-30T10:15:50Z</dcterms:created>
  <dcterms:modified xsi:type="dcterms:W3CDTF">2026-04-26T10:28:15Z</dcterms:modified>
</cp:coreProperties>
</file>