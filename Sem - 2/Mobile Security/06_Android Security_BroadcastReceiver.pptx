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357" r:id="rId2"/>
    <p:sldId id="408" r:id="rId3"/>
    <p:sldId id="427" r:id="rId4"/>
    <p:sldId id="442" r:id="rId5"/>
    <p:sldId id="474" r:id="rId6"/>
    <p:sldId id="466" r:id="rId7"/>
    <p:sldId id="467" r:id="rId8"/>
    <p:sldId id="471" r:id="rId9"/>
    <p:sldId id="475" r:id="rId10"/>
    <p:sldId id="472" r:id="rId11"/>
    <p:sldId id="476" r:id="rId12"/>
    <p:sldId id="477" r:id="rId13"/>
    <p:sldId id="478" r:id="rId14"/>
    <p:sldId id="468" r:id="rId15"/>
    <p:sldId id="479" r:id="rId16"/>
    <p:sldId id="480" r:id="rId17"/>
    <p:sldId id="481" r:id="rId18"/>
    <p:sldId id="484" r:id="rId19"/>
    <p:sldId id="482" r:id="rId20"/>
    <p:sldId id="485" r:id="rId21"/>
    <p:sldId id="486" r:id="rId22"/>
    <p:sldId id="469" r:id="rId23"/>
    <p:sldId id="470" r:id="rId24"/>
    <p:sldId id="487" r:id="rId25"/>
    <p:sldId id="488" r:id="rId26"/>
    <p:sldId id="465" r:id="rId2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06D20-265A-45AE-8D7F-1100293F805F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54D4B-AC91-4CBF-9F06-E2874E0FB78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3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223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102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41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67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75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76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263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21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559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6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900093-A566-4883-87EB-6E6022A9D2E1}" type="datetimeFigureOut">
              <a:rPr lang="en-US" smtClean="0"/>
              <a:pPr/>
              <a:t>9/8/2020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698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-flair.training/blog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82015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59000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150000"/>
              </a:lnSpc>
            </a:pPr>
            <a:endParaRPr lang="en-IN" sz="4000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BroadcastReceiver</a:t>
            </a:r>
            <a:endParaRPr lang="en-IN" sz="4000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system-generated intents</a:t>
            </a:r>
          </a:p>
          <a:p>
            <a:pPr lvl="1">
              <a:lnSpc>
                <a:spcPct val="150000"/>
              </a:lnSpc>
            </a:pPr>
            <a:r>
              <a:rPr lang="en-IN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classes of broadcasts</a:t>
            </a:r>
          </a:p>
          <a:p>
            <a:pPr lvl="1">
              <a:lnSpc>
                <a:spcPct val="150000"/>
              </a:lnSpc>
            </a:pPr>
            <a:r>
              <a:rPr lang="en-IN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implementation of broadcast receivers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767950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467320"/>
          </a:xfrm>
        </p:spPr>
        <p:txBody>
          <a:bodyPr>
            <a:normAutofit/>
          </a:bodyPr>
          <a:lstStyle/>
          <a:p>
            <a:endParaRPr lang="en-IN" sz="4400" b="1" dirty="0">
              <a:solidFill>
                <a:schemeClr val="tx1"/>
              </a:solidFill>
            </a:endParaRPr>
          </a:p>
          <a:p>
            <a:r>
              <a:rPr lang="en-IN" sz="4400" b="1" dirty="0">
                <a:solidFill>
                  <a:schemeClr val="tx1"/>
                </a:solidFill>
              </a:rPr>
              <a:t>Reference </a:t>
            </a: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</a:p>
        </p:txBody>
      </p:sp>
      <p:pic>
        <p:nvPicPr>
          <p:cNvPr id="11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786183" y="0"/>
            <a:ext cx="1120496" cy="1428736"/>
          </a:xfrm>
          <a:prstGeom prst="rect">
            <a:avLst/>
          </a:prstGeom>
          <a:noFill/>
        </p:spPr>
      </p:pic>
      <p:sp>
        <p:nvSpPr>
          <p:cNvPr id="12" name="Rectangle 11"/>
          <p:cNvSpPr/>
          <p:nvPr/>
        </p:nvSpPr>
        <p:spPr>
          <a:xfrm>
            <a:off x="3227886" y="2624122"/>
            <a:ext cx="3357586" cy="121444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www.developer.google.com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1D5086-F213-4C23-B838-8A747748016F}"/>
              </a:ext>
            </a:extLst>
          </p:cNvPr>
          <p:cNvSpPr/>
          <p:nvPr/>
        </p:nvSpPr>
        <p:spPr>
          <a:xfrm>
            <a:off x="3227886" y="4221088"/>
            <a:ext cx="3357586" cy="121444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https://data-flair.training/blogs</a:t>
            </a:r>
            <a:endParaRPr lang="en-IN" dirty="0"/>
          </a:p>
          <a:p>
            <a:pPr algn="ctr"/>
            <a:r>
              <a:rPr lang="en-US" dirty="0"/>
              <a:t>https://alignminds.com</a:t>
            </a:r>
          </a:p>
        </p:txBody>
      </p:sp>
    </p:spTree>
    <p:extLst>
      <p:ext uri="{BB962C8B-B14F-4D97-AF65-F5344CB8AC3E}">
        <p14:creationId xmlns:p14="http://schemas.microsoft.com/office/powerpoint/2010/main" val="482015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 Broadcast Receiver is an </a:t>
            </a:r>
            <a:r>
              <a:rPr lang="en-US" sz="2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 component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that is used to </a:t>
            </a:r>
            <a:r>
              <a:rPr lang="en-US" sz="2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broadcast the messages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to the system or other applications </a:t>
            </a:r>
            <a:r>
              <a:rPr lang="en-US" sz="26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or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 Broadcast Receiver is a component that responds to the system’s wide broadcast announcements.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endParaRPr lang="en-US" sz="26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What is Android Broadcast Receiver?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767950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7074" y="306134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 broadcast receiver is a dormant component of the Android system.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Only an Intent (for which it is registered) can bring it into action.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Broadcast Receiver’s job is to pass a notification to the user, in case a specific event occurs.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Using a Broadcast Receiver, applications can register for a particular event.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Once the event occurs, the system will notify all the registered applications.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What is Android Broadcast Receiver?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5188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It’s used for Asynchronous Inter-Process communication.</a:t>
            </a:r>
            <a:endParaRPr lang="en-US" sz="26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What is Android Broadcast Receiver?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1EAFC0-2C5F-479F-9BE7-C01CF6678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979" y="1473874"/>
            <a:ext cx="7812360" cy="439445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946142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Some Android broadcast receiver examples –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low battery notification in the notification bar by the system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notification to other applications when something downloads, so they can use it when required.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What is Android Broadcast Receiver?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778044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It can be registered for various system or application events.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Whenever those events occur the system notifies all the registered broadcast receivers and then the desired action is being done.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Broadcast originates from the system as well as applications.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What is Android Broadcast Receiver?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62136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Like the alarm notification, low battery notification etc. are the example of broadcast originating from the system.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While getting the push notifications for desired application describes the example for broadcast originating from the application.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What is Android Broadcast Receiver?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3051245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503083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Using a Broadcast Receiver, applications can register for a particular event using intent. Once the event occurs, the system will notify all the registered applications.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What is Android Broadcast Receiver?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62D910-956D-448C-BA58-1A6003A0B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41" y="2924944"/>
            <a:ext cx="7595012" cy="3352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362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376479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For instance, a Broadcast receiver triggers battery Low notification that you see on your mobile screen.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Other instances caused by a Broadcast Receiver are new friend notifications, new friend feeds, new message etc. on your Facebook app. In fact, you see broadcast receivers at work all the time.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Notifications like incoming messages, </a:t>
            </a:r>
            <a:r>
              <a:rPr lang="en-US" sz="26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WiFi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Activated/Deactivated message etc. are all real-time announcements of what is happening in the Android system and the applications.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What is Android Broadcast Receiver?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9375146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What is Android Broadcast Receiver?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3D9F98-57E2-4B3D-A406-DD20011C5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71500"/>
            <a:ext cx="76200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31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376479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For instance, a Broadcast receiver triggers battery Low notification that you see on your mobile screen.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Other instances caused by a Broadcast Receiver are new friend notifications, new friend feeds, new message etc. on your Facebook app. In fact, you see broadcast receivers at work all the time.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Notifications like incoming messages, </a:t>
            </a:r>
            <a:r>
              <a:rPr lang="en-US" sz="26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WiFi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Activated/Deactivated message etc. are all real-time announcements of what is happening in the Android system and the applications.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What is Android Broadcast Receiver?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3687728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Consider this: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You have an important social gathering to attend. Because of your shoddy memory, you have requested your friend to notify you a day before the event.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Now, because you have ‘registered’ for the said friend’s help, you will get a reminder from him as discussed. This is roughly how the Broadcast Receiver works.</a:t>
            </a:r>
            <a:endParaRPr lang="en-US" sz="22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System-generated Intents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3619500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If you wish to create a good Android application, this is of utmost importance.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If the broadcast events do not perform their job (of sending notifications to support the application’s primary task) perfectly, the application would not be intuitive and user friendly.</a:t>
            </a:r>
            <a:endParaRPr lang="en-US" sz="22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How important is it to implement Broadcast Receivers correctly?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787449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There are two ways to register a Broadcast Receiver; one is Static and the other Dynamic.</a:t>
            </a:r>
          </a:p>
          <a:p>
            <a:pPr lvl="1" algn="just">
              <a:lnSpc>
                <a:spcPct val="150000"/>
              </a:lnSpc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1)      Static: Use &lt;receiver&gt; tag in your Manifest file. (AndroidManifest.xml)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2)      Dynamic: Use </a:t>
            </a:r>
            <a:r>
              <a:rPr lang="en-US" sz="26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Context.registerReceiver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() method to dynamically register an instance.</a:t>
            </a:r>
            <a:endParaRPr lang="en-US" sz="22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Registration of Broadcast Receiver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5573536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two major classes of broadcasts are: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1)  Ordered Broadcasts: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These broadcasts are synchronous, and therefore follow a specific order.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 ordered mode, broadcasts are sent to each receiver in order (controlled by the </a:t>
            </a:r>
            <a:r>
              <a:rPr lang="en-US" sz="26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android:priority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attribute for the intent-filter element in the manifest file that is related to your receiver)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Classes of Broadcasts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3775788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1)  Ordered Broadcasts: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 one receiver is able to abort the broadcast so that receivers with a lower priority would not receive it (thus never execute).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receivers with greater priority would receive the broadcast first.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Classes of Broadcasts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1502921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588" y="410415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1)  Ordered Broadcasts: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Each receiver (when it receives the broadcast) can either pass on the notification to the next one, or abort the broadcast completely.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On abort, the notification would not be passed on to the receivers next in line.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 example of this type of broadcast (and one that will be discussing in this document) is the ACTION_NEW_OUTGOING_CALL one.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Classes of Broadcasts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0968395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362405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two major classes of broadcasts are: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2)  Normal Broadcasts: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 non-ordered mode, broadcasts are sent to all interested receivers “at the same time”.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Normal broadcasts are not orderly.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Therefore, the registered receivers often run all at the same time.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This is very efficient, but the Receivers are unable to utilize the results. </a:t>
            </a:r>
            <a:endParaRPr lang="en-US" sz="22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Classes of Broadcasts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519729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362405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two major classes of broadcasts are: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2)  Normal Broadcasts: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One example of such broadcast is the ACTION_BATTERY_LOW one.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Classes of Broadcasts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0622023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Let us see some system-generated Intents which are important and are generally used: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android.intent.action.POWER_DISCONNECTED</a:t>
            </a: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– The power is disconnected from the device.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android.intent.action.BOOT_COMPLETED</a:t>
            </a: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– This broadcast is shown only once when the device boots for the first time.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android.intent.action.CALL</a:t>
            </a: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– This intent is to perform a call to some specific person, according to data.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android.intent.action.DATE_CHANGED</a:t>
            </a: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– This means the date of the device has changed.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System-generated Intents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9228232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5210" y="474947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Let us see some system-generated Intents which are important and are generally used: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android.intent.action.REBOOT</a:t>
            </a: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– This means that the device has rebooted.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android.intent.action.CONNECTIVITY_CHANGE</a:t>
            </a: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– This shows the network connectivity of the device has changed.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android.intent.action.BUG_REPORT</a:t>
            </a: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– This reports the bugs if there is any.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android.intent.action.CALL_BUTTON</a:t>
            </a: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– The user pressed the call button to make a call, which takes them to an appropriate user interface.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System-generated Intents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232589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98504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If one wants that the application itself should generate and send custom intents then one will have to create and send those intents by using the </a:t>
            </a:r>
            <a:r>
              <a:rPr lang="en-US" sz="26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sendBroadcast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() method inside the activity class.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Broadcasting Custom Intents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9022793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98504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Example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Broadcasting Custom Intents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4296917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82015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32066</TotalTime>
  <Words>1400</Words>
  <Application>Microsoft Office PowerPoint</Application>
  <PresentationFormat>On-screen Show (4:3)</PresentationFormat>
  <Paragraphs>167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digvijay</dc:creator>
  <cp:lastModifiedBy>Windows User</cp:lastModifiedBy>
  <cp:revision>549</cp:revision>
  <dcterms:created xsi:type="dcterms:W3CDTF">2018-03-30T10:15:50Z</dcterms:created>
  <dcterms:modified xsi:type="dcterms:W3CDTF">2020-09-09T02:08:16Z</dcterms:modified>
</cp:coreProperties>
</file>