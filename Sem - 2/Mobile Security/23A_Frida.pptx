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625" r:id="rId2"/>
    <p:sldId id="408" r:id="rId3"/>
    <p:sldId id="593" r:id="rId4"/>
    <p:sldId id="653" r:id="rId5"/>
    <p:sldId id="656" r:id="rId6"/>
    <p:sldId id="657" r:id="rId7"/>
    <p:sldId id="658" r:id="rId8"/>
    <p:sldId id="652" r:id="rId9"/>
    <p:sldId id="648" r:id="rId10"/>
    <p:sldId id="649" r:id="rId11"/>
    <p:sldId id="637" r:id="rId12"/>
    <p:sldId id="650" r:id="rId13"/>
    <p:sldId id="65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frida/frida/releases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04" y="982029"/>
            <a:ext cx="8546121" cy="90436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</a:p>
          <a:p>
            <a:pPr lvl="1">
              <a:lnSpc>
                <a:spcPct val="150000"/>
              </a:lnSpc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instrumentation toolkit for developers, reverse-engineers, and security researchers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Frida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939" y="439018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Frida’s core is written in C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a dynamic code instrumentation toolkit.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tx1"/>
                </a:solidFill>
              </a:rPr>
              <a:t>Scriptable: </a:t>
            </a:r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lets you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 snippets of JavaScript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your own library into native apps on Windows, macOS, GNU/Linux, iOS, Android, and QNX.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 also provides you with some simple tools built on top of 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 API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can be used as-is, tweaked to your needs, or serve as examples of how to use the API.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</a:t>
            </a:r>
            <a:r>
              <a:rPr lang="en-US" sz="2400" b="1" dirty="0" err="1"/>
              <a:t>frida</a:t>
            </a:r>
            <a:r>
              <a:rPr lang="en-US" sz="2400" b="1" dirty="0"/>
              <a:t> ?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BBBF0-182B-48B8-95F8-BBEC1BF9D6D4}"/>
              </a:ext>
            </a:extLst>
          </p:cNvPr>
          <p:cNvSpPr/>
          <p:nvPr/>
        </p:nvSpPr>
        <p:spPr>
          <a:xfrm>
            <a:off x="5609714" y="6063328"/>
            <a:ext cx="3258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Ref: https://frida.re/docs/home/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939" y="439018"/>
            <a:ext cx="8546121" cy="4574158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tx1"/>
                </a:solidFill>
              </a:rPr>
              <a:t>Portable: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on Windows, macOS, GNU/Linux, iOS, Android, and QNX.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tx1"/>
                </a:solidFill>
              </a:rPr>
              <a:t>Free: </a:t>
            </a:r>
            <a:r>
              <a:rPr lang="en-US" sz="2400" dirty="0">
                <a:solidFill>
                  <a:schemeClr val="tx1"/>
                </a:solidFill>
              </a:rPr>
              <a:t>Frida is and will always be free software.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tx1"/>
                </a:solidFill>
              </a:rPr>
              <a:t>Battle-tested: </a:t>
            </a:r>
            <a:r>
              <a:rPr lang="en-US" sz="2400" dirty="0">
                <a:solidFill>
                  <a:schemeClr val="tx1"/>
                </a:solidFill>
              </a:rPr>
              <a:t>Frida has a comprehensive test-suite and has gone through years of rigorous testing across a broad range of use-cases.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is </a:t>
            </a:r>
            <a:r>
              <a:rPr lang="en-US" sz="2400" b="1" dirty="0" err="1"/>
              <a:t>frida</a:t>
            </a:r>
            <a:r>
              <a:rPr lang="en-US" sz="2400" b="1" dirty="0"/>
              <a:t> ?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BBBF0-182B-48B8-95F8-BBEC1BF9D6D4}"/>
              </a:ext>
            </a:extLst>
          </p:cNvPr>
          <p:cNvSpPr/>
          <p:nvPr/>
        </p:nvSpPr>
        <p:spPr>
          <a:xfrm>
            <a:off x="5609714" y="6063328"/>
            <a:ext cx="3258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Ref: https://frida.re/docs/home/</a:t>
            </a:r>
          </a:p>
        </p:txBody>
      </p:sp>
    </p:spTree>
    <p:extLst>
      <p:ext uri="{BB962C8B-B14F-4D97-AF65-F5344CB8AC3E}">
        <p14:creationId xmlns:p14="http://schemas.microsoft.com/office/powerpoint/2010/main" val="62022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939" y="69534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Frida’s core is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written in C and injects 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QuickJS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the target processes, where your JS gets executed with full access to memory, hooking functions and even calling native functions inside the process.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There’s a bi-directional communication channel that is used to talk between your app and the JS running inside the target process.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4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Why a Python API, but JavaScript debugging logic?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50648" y="-1934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83273" y="6470204"/>
            <a:ext cx="7567375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BBBF0-182B-48B8-95F8-BBEC1BF9D6D4}"/>
              </a:ext>
            </a:extLst>
          </p:cNvPr>
          <p:cNvSpPr/>
          <p:nvPr/>
        </p:nvSpPr>
        <p:spPr>
          <a:xfrm>
            <a:off x="5609714" y="6063328"/>
            <a:ext cx="3258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Ref: https://frida.re/docs/home/</a:t>
            </a:r>
          </a:p>
        </p:txBody>
      </p:sp>
    </p:spTree>
    <p:extLst>
      <p:ext uri="{BB962C8B-B14F-4D97-AF65-F5344CB8AC3E}">
        <p14:creationId xmlns:p14="http://schemas.microsoft.com/office/powerpoint/2010/main" val="1375480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939" y="695340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and JS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allows for quick development with a risk-free API. Frida can help you easily catch errors in JS and provide you an exception rather than crashing.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use Frida from C directly, and on top of this C core there are multiple language bindings, e.g. Node.js, Python, Swift, .NET,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Qml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etc. It is very easy to build additional bindings for other languages and environments.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76760" y="-1"/>
            <a:ext cx="757389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Why a Python API, but JavaScript debugging logic?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71431" y="-1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76759" y="6470204"/>
            <a:ext cx="757389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BBBF0-182B-48B8-95F8-BBEC1BF9D6D4}"/>
              </a:ext>
            </a:extLst>
          </p:cNvPr>
          <p:cNvSpPr/>
          <p:nvPr/>
        </p:nvSpPr>
        <p:spPr>
          <a:xfrm>
            <a:off x="5609714" y="6063328"/>
            <a:ext cx="3258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Ref: https://frida.re/docs/home/</a:t>
            </a:r>
          </a:p>
        </p:txBody>
      </p:sp>
    </p:spTree>
    <p:extLst>
      <p:ext uri="{BB962C8B-B14F-4D97-AF65-F5344CB8AC3E}">
        <p14:creationId xmlns:p14="http://schemas.microsoft.com/office/powerpoint/2010/main" val="284908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939" y="695340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purpose of Frida,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Spy on Crypto APIs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 function’s output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Bypass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SSLPinning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Root detection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 private application code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Bypass various software sided locks (like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applock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88157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Why a Python API, but JavaScript debugging logic?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71431" y="-1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BBBF0-182B-48B8-95F8-BBEC1BF9D6D4}"/>
              </a:ext>
            </a:extLst>
          </p:cNvPr>
          <p:cNvSpPr/>
          <p:nvPr/>
        </p:nvSpPr>
        <p:spPr>
          <a:xfrm>
            <a:off x="5609714" y="6063328"/>
            <a:ext cx="3258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Ref: https://frida.re/docs/home/</a:t>
            </a:r>
          </a:p>
        </p:txBody>
      </p:sp>
    </p:spTree>
    <p:extLst>
      <p:ext uri="{BB962C8B-B14F-4D97-AF65-F5344CB8AC3E}">
        <p14:creationId xmlns:p14="http://schemas.microsoft.com/office/powerpoint/2010/main" val="2052555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762225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– latest 3.x is highly recommended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android device with API &gt; 7.0 otherwise you face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installation issues. Ping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AVD from Kali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 installation in the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android device CPU architecture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all configuration information of Android devices: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getprop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getprop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getprop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grep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getprop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ro.product.cpu.abi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Emulator shows its X86 CPU architecture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88157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Installation – </a:t>
            </a:r>
            <a:r>
              <a:rPr lang="en-US" sz="2400" b="1" dirty="0" err="1"/>
              <a:t>frida</a:t>
            </a:r>
            <a:r>
              <a:rPr lang="en-US" sz="2400" b="1" dirty="0"/>
              <a:t> server in </a:t>
            </a:r>
            <a:r>
              <a:rPr lang="en-US" sz="2400" b="1" dirty="0" err="1"/>
              <a:t>Genymotion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71431" y="-1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766507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 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https://github.com/frida/frida/releases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for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-server key word in the webpage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Installation – </a:t>
            </a:r>
            <a:r>
              <a:rPr lang="en-US" sz="2400" b="1" dirty="0" err="1"/>
              <a:t>frida</a:t>
            </a:r>
            <a:r>
              <a:rPr lang="en-US" sz="2400" b="1" dirty="0"/>
              <a:t> server in </a:t>
            </a:r>
            <a:r>
              <a:rPr lang="en-US" sz="2400" b="1" dirty="0" err="1"/>
              <a:t>Genymotion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50649" y="-559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3831EC-E9D6-4D65-9C4D-3CB012656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98" y="1979318"/>
            <a:ext cx="8026013" cy="451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7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suitable version of Frida-server. In this case as we have X86 CPU architecture so I downloaded following version,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Installation – </a:t>
            </a:r>
            <a:r>
              <a:rPr lang="en-US" sz="2400" b="1" dirty="0" err="1"/>
              <a:t>frida</a:t>
            </a:r>
            <a:r>
              <a:rPr lang="en-US" sz="2400" b="1" dirty="0"/>
              <a:t> server in </a:t>
            </a:r>
            <a:r>
              <a:rPr lang="en-US" sz="2400" b="1" dirty="0" err="1"/>
              <a:t>Genymotion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60726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B2CD1E-23C7-4AA7-BD27-5614CA6D6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71" y="2421408"/>
            <a:ext cx="8496300" cy="347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29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40446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Unzip the frida-sever-15-14-1-android.xz &amp; rename the file as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-server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-address-of-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-AVD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push 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-server /data/local/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tmp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check the location of Frida-server file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root-android &gt; cd /data/local/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tmp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check that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-server file is there or not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67375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Installation – </a:t>
            </a:r>
            <a:r>
              <a:rPr lang="en-US" sz="2400" b="1" dirty="0" err="1"/>
              <a:t>frida</a:t>
            </a:r>
            <a:r>
              <a:rPr lang="en-US" sz="2400" b="1" dirty="0"/>
              <a:t> server in </a:t>
            </a:r>
            <a:r>
              <a:rPr lang="en-US" sz="2400" b="1" dirty="0" err="1"/>
              <a:t>Genymotion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50649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870836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625976"/>
            <a:ext cx="8546121" cy="438720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root-android/data/local/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tmp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755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-server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root-android/data/local/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tmp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./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-sever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server will start and waiting for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client to connect.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receive any error such as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reloc_library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[1311] : 1319 cannot locate “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getauxval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”……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CANNOT LINK EXECUTABLE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means you are using ancient versions of Android</a:t>
            </a:r>
          </a:p>
          <a:p>
            <a:pPr lvl="1" algn="just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88157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Installation – </a:t>
            </a:r>
            <a:r>
              <a:rPr lang="en-US" sz="2400" b="1" dirty="0" err="1"/>
              <a:t>frida</a:t>
            </a:r>
            <a:r>
              <a:rPr lang="en-US" sz="2400" b="1" dirty="0"/>
              <a:t> server in </a:t>
            </a:r>
            <a:r>
              <a:rPr lang="en-US" sz="2400" b="1" dirty="0" err="1"/>
              <a:t>Genymotion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371431" y="-6905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9A8D3C-E9EA-49DB-952F-77848FA9F253}"/>
              </a:ext>
            </a:extLst>
          </p:cNvPr>
          <p:cNvSpPr/>
          <p:nvPr/>
        </p:nvSpPr>
        <p:spPr>
          <a:xfrm>
            <a:off x="4593274" y="5986326"/>
            <a:ext cx="3437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Ref: https://frida.re/docs/android/</a:t>
            </a:r>
          </a:p>
        </p:txBody>
      </p:sp>
    </p:spTree>
    <p:extLst>
      <p:ext uri="{BB962C8B-B14F-4D97-AF65-F5344CB8AC3E}">
        <p14:creationId xmlns:p14="http://schemas.microsoft.com/office/powerpoint/2010/main" val="3450976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9" y="40446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pip install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pip install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-tools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pip3 install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once it’s install successful then test the Friday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frida-ps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–U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frida-ps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will show the module.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if you find list of module, it shows that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frida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working.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Installation – </a:t>
            </a:r>
            <a:r>
              <a:rPr lang="en-US" sz="2400" b="1" dirty="0" err="1"/>
              <a:t>frida</a:t>
            </a:r>
            <a:r>
              <a:rPr lang="en-US" sz="2400" b="1" dirty="0"/>
              <a:t> in the kali or </a:t>
            </a:r>
            <a:r>
              <a:rPr lang="en-US" sz="2400" b="1" dirty="0" err="1"/>
              <a:t>santoku</a:t>
            </a:r>
            <a:endParaRPr lang="en-US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5982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3763</TotalTime>
  <Words>854</Words>
  <Application>Microsoft Office PowerPoint</Application>
  <PresentationFormat>On-screen Show (4:3)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760</cp:revision>
  <dcterms:created xsi:type="dcterms:W3CDTF">2018-03-30T10:15:00Z</dcterms:created>
  <dcterms:modified xsi:type="dcterms:W3CDTF">2026-04-26T18:22:05Z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