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64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70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2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81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2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70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58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18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2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75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DBF32FE-782A-4A49-87E8-01E3F4B7A5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9AC658C5-DC23-4AAD-BDBE-F7CD8E7E2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60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F90F-0597-8F71-BBC5-BC7118CF0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Federal Bureau of Investigation (FBI)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947EC-F995-D70F-2FBA-40ED60D4E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Abhishek Prajapati</a:t>
            </a:r>
          </a:p>
          <a:p>
            <a:r>
              <a:rPr lang="en-IN" dirty="0"/>
              <a:t>Research Scholar</a:t>
            </a:r>
          </a:p>
          <a:p>
            <a:r>
              <a:rPr lang="en-IN" dirty="0"/>
              <a:t>National Forensic Sciences University</a:t>
            </a:r>
          </a:p>
        </p:txBody>
      </p:sp>
    </p:spTree>
    <p:extLst>
      <p:ext uri="{BB962C8B-B14F-4D97-AF65-F5344CB8AC3E}">
        <p14:creationId xmlns:p14="http://schemas.microsoft.com/office/powerpoint/2010/main" val="69411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B391-918D-B35E-507E-E1645B02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2C6ACF-8ACB-5852-C06E-0C14743C15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658975"/>
            <a:ext cx="9944049" cy="4975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FBI is the principal investigative arm of the U.S. Department of Justice.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 1908 by Attorney General Charles Joseph Bonaparte.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Originally called the Bureau of Investigation (1909); renamed FBI in 1935</a:t>
            </a:r>
          </a:p>
        </p:txBody>
      </p:sp>
    </p:spTree>
    <p:extLst>
      <p:ext uri="{BB962C8B-B14F-4D97-AF65-F5344CB8AC3E}">
        <p14:creationId xmlns:p14="http://schemas.microsoft.com/office/powerpoint/2010/main" val="900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A977-D235-7C58-F35F-B985A0DE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Mission of the FBI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15E110-28B4-2C51-0DF2-E61E4063F7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878397"/>
            <a:ext cx="9985145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and defend the U.S. against terrorist and foreign intelligence threats.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Uphold and enforce U.S. criminal laws.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leadership and services to federal, state, municipal, and international partners.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responsibilities in a manner faithful to the U.S. Constitution.</a:t>
            </a:r>
          </a:p>
        </p:txBody>
      </p:sp>
    </p:spTree>
    <p:extLst>
      <p:ext uri="{BB962C8B-B14F-4D97-AF65-F5344CB8AC3E}">
        <p14:creationId xmlns:p14="http://schemas.microsoft.com/office/powerpoint/2010/main" val="1748979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03C8-8281-0624-45C1-E058F6A3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Priorities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60ABD3-F87A-1A55-A7BE-29EBDF9D35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555234"/>
            <a:ext cx="10529676" cy="51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Counter terrorism and espionage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cyber and high-technology crimes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Combat public corruption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civil rights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Fight transnational &amp; national criminal organizations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Tackle major white-collar and violent crime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federal, state, local, and international partners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Upgrade technology for law enforcement</a:t>
            </a:r>
          </a:p>
        </p:txBody>
      </p:sp>
    </p:spTree>
    <p:extLst>
      <p:ext uri="{BB962C8B-B14F-4D97-AF65-F5344CB8AC3E}">
        <p14:creationId xmlns:p14="http://schemas.microsoft.com/office/powerpoint/2010/main" val="313368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AB6A-FDDE-56F2-EB06-4D0EF51B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Functions of the FBI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652338-7775-E0A2-3E76-BDC11D343D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354618"/>
            <a:ext cx="10529676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investigations and intelligence operations against domestic &amp; international threats.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counterintelligence and coordinate with other agencies.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critical infrastructure from cyber and physical attacks.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federal law violations and apprehend fugitives.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Disrupt and dismantle criminal and terrorist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intelligence to prevent criminal acts.</a:t>
            </a:r>
          </a:p>
        </p:txBody>
      </p:sp>
    </p:spTree>
    <p:extLst>
      <p:ext uri="{BB962C8B-B14F-4D97-AF65-F5344CB8AC3E}">
        <p14:creationId xmlns:p14="http://schemas.microsoft.com/office/powerpoint/2010/main" val="403323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6E5C-AA96-F2B2-032A-65A6498D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4" y="351068"/>
            <a:ext cx="12637214" cy="1107862"/>
          </a:xfrm>
        </p:spPr>
        <p:txBody>
          <a:bodyPr>
            <a:normAutofit/>
          </a:bodyPr>
          <a:lstStyle/>
          <a:p>
            <a:r>
              <a:rPr lang="en-IN" sz="4600" dirty="0"/>
              <a:t>Support and Community Engagement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2F5BBB-A720-B938-EE46-AF4BAA383C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9015" y="1806921"/>
            <a:ext cx="10703571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outreach programs and community partnerships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law enforcement training programs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Participate in interagency initiatives to address crime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criminal justice information and identification services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 the FBI Laboratory for scientific and technical assistance</a:t>
            </a:r>
          </a:p>
        </p:txBody>
      </p:sp>
    </p:spTree>
    <p:extLst>
      <p:ext uri="{BB962C8B-B14F-4D97-AF65-F5344CB8AC3E}">
        <p14:creationId xmlns:p14="http://schemas.microsoft.com/office/powerpoint/2010/main" val="269530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6838-1022-2EAC-D22E-8C349FC3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and Research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3A96D1-2A5E-D60E-D0C3-E8B48C5288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9" y="1714825"/>
            <a:ext cx="9923500" cy="486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new techniques, systems, and devices to improve law enforcement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research for state, local, and international law enforcement support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efficient, effective, and lawful operations</a:t>
            </a:r>
          </a:p>
        </p:txBody>
      </p:sp>
    </p:spTree>
    <p:extLst>
      <p:ext uri="{BB962C8B-B14F-4D97-AF65-F5344CB8AC3E}">
        <p14:creationId xmlns:p14="http://schemas.microsoft.com/office/powerpoint/2010/main" val="29520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841C-FA8B-41AE-6258-1451D90C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72" y="268875"/>
            <a:ext cx="11536543" cy="1609344"/>
          </a:xfrm>
        </p:spPr>
        <p:txBody>
          <a:bodyPr/>
          <a:lstStyle/>
          <a:p>
            <a:r>
              <a:rPr lang="en-IN" dirty="0"/>
              <a:t>Communication &amp; Accountability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D3AF96-36B0-45F3-DBDC-4973A42E6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785" y="2442900"/>
            <a:ext cx="11228318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assess operations for compliance and efficiency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accomplishments and mission to Congress, media, and public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transparency while protecting sensitive information</a:t>
            </a:r>
          </a:p>
        </p:txBody>
      </p:sp>
    </p:spTree>
    <p:extLst>
      <p:ext uri="{BB962C8B-B14F-4D97-AF65-F5344CB8AC3E}">
        <p14:creationId xmlns:p14="http://schemas.microsoft.com/office/powerpoint/2010/main" val="170529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C835-602B-C35A-5952-BFEDA4C4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97E593-CD84-E553-F161-7CFB938A5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9" y="1658977"/>
            <a:ext cx="9358422" cy="4975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FBI serves as the cornerstone of U.S. national security and law enforcement.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Balances investigative rigor with public accountability.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evolves to address emerging threats and technology-driven crimes.</a:t>
            </a:r>
          </a:p>
        </p:txBody>
      </p:sp>
    </p:spTree>
    <p:extLst>
      <p:ext uri="{BB962C8B-B14F-4D97-AF65-F5344CB8AC3E}">
        <p14:creationId xmlns:p14="http://schemas.microsoft.com/office/powerpoint/2010/main" val="405318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69E4-D989-0333-E9D4-21370728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D6922-3692-3D3B-7C47-FBCBFBF4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FBI website: https://www.fbi.gov</a:t>
            </a:r>
          </a:p>
          <a:p>
            <a:r>
              <a:rPr lang="en-US" dirty="0"/>
              <a:t>U.S. Department of Justice resources</a:t>
            </a:r>
          </a:p>
          <a:p>
            <a:r>
              <a:rPr lang="en-US" dirty="0"/>
              <a:t>Historical FBI documents and archives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437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</TotalTime>
  <Words>375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Wingdings</vt:lpstr>
      <vt:lpstr>Wood Type</vt:lpstr>
      <vt:lpstr>Federal Bureau of Investigation (FBI)</vt:lpstr>
      <vt:lpstr>Introduction</vt:lpstr>
      <vt:lpstr>Mission of the FBI</vt:lpstr>
      <vt:lpstr>Major Priorities</vt:lpstr>
      <vt:lpstr>Core Functions of the FBI</vt:lpstr>
      <vt:lpstr>Support and Community Engagement</vt:lpstr>
      <vt:lpstr>Technology and Research</vt:lpstr>
      <vt:lpstr>Communication &amp; Accountability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PRAJAPATI</dc:creator>
  <cp:lastModifiedBy>ABHISHEK PRAJAPATI</cp:lastModifiedBy>
  <cp:revision>1</cp:revision>
  <dcterms:created xsi:type="dcterms:W3CDTF">2025-09-29T06:44:48Z</dcterms:created>
  <dcterms:modified xsi:type="dcterms:W3CDTF">2025-09-29T06:56:11Z</dcterms:modified>
</cp:coreProperties>
</file>