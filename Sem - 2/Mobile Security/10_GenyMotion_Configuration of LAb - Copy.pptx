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57" r:id="rId2"/>
    <p:sldId id="408" r:id="rId3"/>
    <p:sldId id="442" r:id="rId4"/>
    <p:sldId id="528" r:id="rId5"/>
    <p:sldId id="517" r:id="rId6"/>
    <p:sldId id="519" r:id="rId7"/>
    <p:sldId id="520" r:id="rId8"/>
    <p:sldId id="530" r:id="rId9"/>
    <p:sldId id="521" r:id="rId10"/>
    <p:sldId id="523" r:id="rId11"/>
    <p:sldId id="527" r:id="rId12"/>
    <p:sldId id="524" r:id="rId13"/>
    <p:sldId id="525" r:id="rId14"/>
    <p:sldId id="526" r:id="rId15"/>
    <p:sldId id="51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antoku-linux.com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manifestsecurity.com/appie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Digvijaysinh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of Virtual Laboratory for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Mobile Forensic 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 Testing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a.Configuration of GenY motion in virtual machine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b.Configuration of Santoku OS in virtual machine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c.Configuration of Appie</a:t>
            </a:r>
            <a:endParaRPr lang="en-IN" altLang="en-US" sz="259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</a:pPr>
            <a:endParaRPr lang="en-IN" alt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Lab Configuration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 motion</a:t>
            </a:r>
          </a:p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a.Configuration of GenY motion in virtual machine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Android emulator for developers &amp; QA engineers. Develop &amp; automate your tests to deliver best quality apps. On desktop, AWS, GCP &amp; SaaS</a:t>
            </a: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 motion is a virtual environment that allows you to simulate phones on your computer. 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create the phone and run apps through it as if you were playing them on a mobile device.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used by developers to test their products.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</a:pPr>
            <a:endParaRPr lang="en-IN" alt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GenY motion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a.Configuration of GenY motion in virtual machine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cloud technology that allows you to check websites and work alongside others.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check how the GPS is working or how the WiFi adaptor will react to different settings.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compatible with Android SDK and Studio. 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feature means you can build your application in this software and immediately transfer it for testing on </a:t>
            </a:r>
            <a:r>
              <a:rPr lang="en-IN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 motion</a:t>
            </a:r>
            <a:r>
              <a:rPr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GenY motion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a.Configuration of GenY motion in virtual machine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also is extremely fast,  using x86 architecture.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charset="0"/>
              <a:buChar char="ü"/>
            </a:pPr>
            <a:endParaRPr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GenY motion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298939" y="2204864"/>
            <a:ext cx="8546121" cy="1460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 Steps of GenY motion in virtual machine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https://www.genymotion.com</a:t>
            </a:r>
          </a:p>
          <a:p>
            <a:pPr lvl="2" algn="just">
              <a:lnSpc>
                <a:spcPct val="150000"/>
              </a:lnSpc>
            </a:pP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</a:p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01553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 Linux flavor and its free and open source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was suggested by Thomas Cannon of via Forensics (who happens to be the project leader of Santoku Linux)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 Linux is aimed at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Forensics,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Malware Analysis, and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Security Testing;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5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tools available in the santoku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1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https://santoku-linux.com/features/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Santoku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01553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GNU/Linux distro designed to help you in every aspect of your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forensics,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malware analysis,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and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</a:t>
            </a:r>
          </a:p>
          <a:p>
            <a:pPr lvl="1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Santoku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01553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available in the Santoku are: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Penetration Testing: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Analyzers: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Forensics: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Infrastructure:</a:t>
            </a:r>
          </a:p>
          <a:p>
            <a:pPr lvl="1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Santoku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11449"/>
            <a:ext cx="8307178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are into mobile security and mobile forensics then this distribution is definitely right for you.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Forensics: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Firmware flashing tools for multiple manufacturers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Imaging tools for NAND, media cards, and RAM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versions of some commercial forensics tools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scripts and utilities specifically designed for mobile forensics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Santoku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50649" y="-16810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01553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Malware Analysis: 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 emulators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Utilities to simulate network services for dynamic analysis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Decomplication and disassembly tools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to malware databases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Santoku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01553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Security Testing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Decomplication and disassembly tools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Scripts to detect common issues in mobile applications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Scripts to automate decrypting binaries, deploying apps, enumerating app details, and more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Santoku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-17005" y="4358870"/>
            <a:ext cx="9046704" cy="8508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lnSpc>
                <a:spcPct val="150000"/>
              </a:lnSpc>
            </a:pP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 Steps of Santoku: </a:t>
            </a: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https://santoku-linux.com/</a:t>
            </a: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03510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Appie – Android Pentesting Portable Integrated Environment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Appie is a software package that has been pre-configured to function as an Android Pentesting Environment on any windows based machine without the need of a Virtual Machine (VM) or dual boot.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https://manifestsecurity.com/appie/</a:t>
            </a: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Appie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Digvijaysinh Rathod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615</Words>
  <Application>Microsoft Office PowerPoint</Application>
  <PresentationFormat>On-screen Show (4:3)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580</cp:revision>
  <dcterms:created xsi:type="dcterms:W3CDTF">2018-03-30T10:15:00Z</dcterms:created>
  <dcterms:modified xsi:type="dcterms:W3CDTF">2026-04-26T15:17:33Z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