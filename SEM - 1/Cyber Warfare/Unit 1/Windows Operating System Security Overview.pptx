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Bodoni Moda"/>
      <p:regular r:id="rId13"/>
      <p:bold r:id="rId14"/>
      <p:italic r:id="rId15"/>
      <p:boldItalic r:id="rId16"/>
    </p:embeddedFont>
    <p:embeddedFont>
      <p:font typeface="Inter"/>
      <p:regular r:id="rId17"/>
      <p:bold r:id="rId18"/>
      <p:italic r:id="rId19"/>
      <p:boldItalic r:id="rId20"/>
    </p:embeddedFont>
    <p:embeddedFont>
      <p:font typeface="Noto Sans"/>
      <p:regular r:id="rId21"/>
      <p:bold r:id="rId22"/>
      <p:italic r:id="rId23"/>
      <p:boldItalic r:id="rId24"/>
    </p:embeddedFont>
    <p:embeddedFont>
      <p:font typeface="Bodoni Moda ExtraBold"/>
      <p:bold r:id="rId25"/>
      <p:boldItalic r:id="rId26"/>
    </p:embeddedFont>
    <p:embeddedFont>
      <p:font typeface="Inter Medium"/>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1" roundtripDataSignature="AMtx7mgS2vrUzFKFejNAYwqmyDfyCi1l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22" Type="http://schemas.openxmlformats.org/officeDocument/2006/relationships/font" Target="fonts/NotoSans-bold.fntdata"/><Relationship Id="rId21" Type="http://schemas.openxmlformats.org/officeDocument/2006/relationships/font" Target="fonts/NotoSans-regular.fntdata"/><Relationship Id="rId24" Type="http://schemas.openxmlformats.org/officeDocument/2006/relationships/font" Target="fonts/NotoSans-boldItalic.fntdata"/><Relationship Id="rId23" Type="http://schemas.openxmlformats.org/officeDocument/2006/relationships/font" Target="fonts/Noto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odoniModaExtraBold-boldItalic.fntdata"/><Relationship Id="rId25" Type="http://schemas.openxmlformats.org/officeDocument/2006/relationships/font" Target="fonts/BodoniModaExtraBold-bold.fntdata"/><Relationship Id="rId28" Type="http://schemas.openxmlformats.org/officeDocument/2006/relationships/font" Target="fonts/InterMedium-bold.fntdata"/><Relationship Id="rId27" Type="http://schemas.openxmlformats.org/officeDocument/2006/relationships/font" Target="fonts/Inter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Medium-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Inter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BodoniModa-regular.fntdata"/><Relationship Id="rId12" Type="http://schemas.openxmlformats.org/officeDocument/2006/relationships/slide" Target="slides/slide7.xml"/><Relationship Id="rId15" Type="http://schemas.openxmlformats.org/officeDocument/2006/relationships/font" Target="fonts/BodoniModa-italic.fntdata"/><Relationship Id="rId14" Type="http://schemas.openxmlformats.org/officeDocument/2006/relationships/font" Target="fonts/BodoniModa-bold.fntdata"/><Relationship Id="rId17" Type="http://schemas.openxmlformats.org/officeDocument/2006/relationships/font" Target="fonts/Inter-regular.fntdata"/><Relationship Id="rId16" Type="http://schemas.openxmlformats.org/officeDocument/2006/relationships/font" Target="fonts/BodoniModa-boldItalic.fntdata"/><Relationship Id="rId19" Type="http://schemas.openxmlformats.org/officeDocument/2006/relationships/font" Target="fonts/Inter-italic.fntdata"/><Relationship Id="rId1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Sans" type="title">
  <p:cSld name="TITLE">
    <p:bg>
      <p:bgPr>
        <a:solidFill>
          <a:schemeClr val="dk1"/>
        </a:solidFill>
      </p:bgPr>
    </p:bg>
    <p:spTree>
      <p:nvGrpSpPr>
        <p:cNvPr id="10" name="Shape 10"/>
        <p:cNvGrpSpPr/>
        <p:nvPr/>
      </p:nvGrpSpPr>
      <p:grpSpPr>
        <a:xfrm>
          <a:off x="0" y="0"/>
          <a:ext cx="0" cy="0"/>
          <a:chOff x="0" y="0"/>
          <a:chExt cx="0" cy="0"/>
        </a:xfrm>
      </p:grpSpPr>
      <p:sp>
        <p:nvSpPr>
          <p:cNvPr id="11" name="Google Shape;11;p10"/>
          <p:cNvSpPr txBox="1"/>
          <p:nvPr>
            <p:ph type="ctrTitle"/>
          </p:nvPr>
        </p:nvSpPr>
        <p:spPr>
          <a:xfrm>
            <a:off x="570225" y="1545450"/>
            <a:ext cx="5601900" cy="20526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Clr>
                <a:schemeClr val="lt1"/>
              </a:buClr>
              <a:buSzPts val="5200"/>
              <a:buNone/>
              <a:defRPr sz="5200">
                <a:solidFill>
                  <a:schemeClr val="lt1"/>
                </a:solidFill>
              </a:defRPr>
            </a:lvl1pPr>
            <a:lvl2pPr lvl="1" algn="l">
              <a:lnSpc>
                <a:spcPct val="75000"/>
              </a:lnSpc>
              <a:spcBef>
                <a:spcPts val="0"/>
              </a:spcBef>
              <a:spcAft>
                <a:spcPts val="0"/>
              </a:spcAft>
              <a:buClr>
                <a:schemeClr val="lt1"/>
              </a:buClr>
              <a:buSzPts val="5200"/>
              <a:buNone/>
              <a:defRPr sz="5200">
                <a:solidFill>
                  <a:schemeClr val="lt1"/>
                </a:solidFill>
              </a:defRPr>
            </a:lvl2pPr>
            <a:lvl3pPr lvl="2" algn="l">
              <a:lnSpc>
                <a:spcPct val="75000"/>
              </a:lnSpc>
              <a:spcBef>
                <a:spcPts val="0"/>
              </a:spcBef>
              <a:spcAft>
                <a:spcPts val="0"/>
              </a:spcAft>
              <a:buClr>
                <a:schemeClr val="lt1"/>
              </a:buClr>
              <a:buSzPts val="5200"/>
              <a:buNone/>
              <a:defRPr sz="5200">
                <a:solidFill>
                  <a:schemeClr val="lt1"/>
                </a:solidFill>
              </a:defRPr>
            </a:lvl3pPr>
            <a:lvl4pPr lvl="3" algn="l">
              <a:lnSpc>
                <a:spcPct val="75000"/>
              </a:lnSpc>
              <a:spcBef>
                <a:spcPts val="0"/>
              </a:spcBef>
              <a:spcAft>
                <a:spcPts val="0"/>
              </a:spcAft>
              <a:buClr>
                <a:schemeClr val="lt1"/>
              </a:buClr>
              <a:buSzPts val="5200"/>
              <a:buNone/>
              <a:defRPr sz="5200">
                <a:solidFill>
                  <a:schemeClr val="lt1"/>
                </a:solidFill>
              </a:defRPr>
            </a:lvl4pPr>
            <a:lvl5pPr lvl="4" algn="l">
              <a:lnSpc>
                <a:spcPct val="75000"/>
              </a:lnSpc>
              <a:spcBef>
                <a:spcPts val="0"/>
              </a:spcBef>
              <a:spcAft>
                <a:spcPts val="0"/>
              </a:spcAft>
              <a:buClr>
                <a:schemeClr val="lt1"/>
              </a:buClr>
              <a:buSzPts val="5200"/>
              <a:buNone/>
              <a:defRPr sz="5200">
                <a:solidFill>
                  <a:schemeClr val="lt1"/>
                </a:solidFill>
              </a:defRPr>
            </a:lvl5pPr>
            <a:lvl6pPr lvl="5" algn="l">
              <a:lnSpc>
                <a:spcPct val="75000"/>
              </a:lnSpc>
              <a:spcBef>
                <a:spcPts val="0"/>
              </a:spcBef>
              <a:spcAft>
                <a:spcPts val="0"/>
              </a:spcAft>
              <a:buClr>
                <a:schemeClr val="lt1"/>
              </a:buClr>
              <a:buSzPts val="5200"/>
              <a:buNone/>
              <a:defRPr sz="5200">
                <a:solidFill>
                  <a:schemeClr val="lt1"/>
                </a:solidFill>
              </a:defRPr>
            </a:lvl6pPr>
            <a:lvl7pPr lvl="6" algn="l">
              <a:lnSpc>
                <a:spcPct val="75000"/>
              </a:lnSpc>
              <a:spcBef>
                <a:spcPts val="0"/>
              </a:spcBef>
              <a:spcAft>
                <a:spcPts val="0"/>
              </a:spcAft>
              <a:buClr>
                <a:schemeClr val="lt1"/>
              </a:buClr>
              <a:buSzPts val="5200"/>
              <a:buNone/>
              <a:defRPr sz="5200">
                <a:solidFill>
                  <a:schemeClr val="lt1"/>
                </a:solidFill>
              </a:defRPr>
            </a:lvl7pPr>
            <a:lvl8pPr lvl="7" algn="l">
              <a:lnSpc>
                <a:spcPct val="75000"/>
              </a:lnSpc>
              <a:spcBef>
                <a:spcPts val="0"/>
              </a:spcBef>
              <a:spcAft>
                <a:spcPts val="0"/>
              </a:spcAft>
              <a:buClr>
                <a:schemeClr val="lt1"/>
              </a:buClr>
              <a:buSzPts val="5200"/>
              <a:buNone/>
              <a:defRPr sz="5200">
                <a:solidFill>
                  <a:schemeClr val="lt1"/>
                </a:solidFill>
              </a:defRPr>
            </a:lvl8pPr>
            <a:lvl9pPr lvl="8" algn="l">
              <a:lnSpc>
                <a:spcPct val="75000"/>
              </a:lnSpc>
              <a:spcBef>
                <a:spcPts val="0"/>
              </a:spcBef>
              <a:spcAft>
                <a:spcPts val="0"/>
              </a:spcAft>
              <a:buClr>
                <a:schemeClr val="lt1"/>
              </a:buClr>
              <a:buSzPts val="5200"/>
              <a:buNone/>
              <a:defRPr sz="5200">
                <a:solidFill>
                  <a:schemeClr val="lt1"/>
                </a:solidFill>
              </a:defRPr>
            </a:lvl9pPr>
          </a:lstStyle>
          <a:p/>
        </p:txBody>
      </p:sp>
      <p:sp>
        <p:nvSpPr>
          <p:cNvPr id="12" name="Google Shape;12;p10"/>
          <p:cNvSpPr txBox="1"/>
          <p:nvPr>
            <p:ph idx="1" type="subTitle"/>
          </p:nvPr>
        </p:nvSpPr>
        <p:spPr>
          <a:xfrm>
            <a:off x="914400" y="4120125"/>
            <a:ext cx="4680900" cy="451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
        <p:nvSpPr>
          <p:cNvPr id="13" name="Google Shape;13;p10"/>
          <p:cNvSpPr txBox="1"/>
          <p:nvPr>
            <p:ph idx="2" type="subTitle"/>
          </p:nvPr>
        </p:nvSpPr>
        <p:spPr>
          <a:xfrm>
            <a:off x="914400" y="3502125"/>
            <a:ext cx="4680900" cy="451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gn="l">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Tree>
  </p:cSld>
  <p:clrMapOvr>
    <a:masterClrMapping/>
  </p:clrMapOvr>
  <p:extLst>
    <p:ext uri="{DCECCB84-F9BA-43D5-87BE-67443E8EF086}">
      <p15:sldGuideLst>
        <p15:guide id="1" pos="576">
          <p15:clr>
            <a:srgbClr val="E46962"/>
          </p15:clr>
        </p15:guide>
        <p15:guide id="2" pos="5184">
          <p15:clr>
            <a:srgbClr val="E46962"/>
          </p15:clr>
        </p15:guide>
        <p15:guide id="3" orient="horz" pos="2880">
          <p15:clr>
            <a:srgbClr val="E46962"/>
          </p15:clr>
        </p15:guide>
        <p15:guide id="4" pos="3888">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AND_BODY_1">
    <p:bg>
      <p:bgPr>
        <a:solidFill>
          <a:schemeClr val="dk1"/>
        </a:solidFill>
      </p:bgPr>
    </p:bg>
    <p:spTree>
      <p:nvGrpSpPr>
        <p:cNvPr id="14" name="Shape 14"/>
        <p:cNvGrpSpPr/>
        <p:nvPr/>
      </p:nvGrpSpPr>
      <p:grpSpPr>
        <a:xfrm>
          <a:off x="0" y="0"/>
          <a:ext cx="0" cy="0"/>
          <a:chOff x="0" y="0"/>
          <a:chExt cx="0" cy="0"/>
        </a:xfrm>
      </p:grpSpPr>
      <p:sp>
        <p:nvSpPr>
          <p:cNvPr id="15" name="Google Shape;15;p11"/>
          <p:cNvSpPr txBox="1"/>
          <p:nvPr>
            <p:ph idx="1" type="body"/>
          </p:nvPr>
        </p:nvSpPr>
        <p:spPr>
          <a:xfrm>
            <a:off x="910425" y="342900"/>
            <a:ext cx="7921800" cy="4226100"/>
          </a:xfrm>
          <a:prstGeom prst="rect">
            <a:avLst/>
          </a:prstGeom>
          <a:noFill/>
          <a:ln>
            <a:noFill/>
          </a:ln>
        </p:spPr>
        <p:txBody>
          <a:bodyPr anchorCtr="0" anchor="ctr" bIns="91425" lIns="91425" spcFirstLastPara="1" rIns="91425" wrap="square" tIns="91425">
            <a:normAutofit/>
          </a:bodyPr>
          <a:lstStyle>
            <a:lvl1pPr indent="-381000" lvl="0" marL="457200" algn="l">
              <a:lnSpc>
                <a:spcPct val="200000"/>
              </a:lnSpc>
              <a:spcBef>
                <a:spcPts val="0"/>
              </a:spcBef>
              <a:spcAft>
                <a:spcPts val="0"/>
              </a:spcAft>
              <a:buClr>
                <a:schemeClr val="lt1"/>
              </a:buClr>
              <a:buSzPts val="2400"/>
              <a:buChar char="•"/>
              <a:defRPr b="1" sz="2400">
                <a:solidFill>
                  <a:schemeClr val="lt1"/>
                </a:solidFill>
              </a:defRPr>
            </a:lvl1pPr>
            <a:lvl2pPr indent="-381000" lvl="1" marL="914400" algn="l">
              <a:lnSpc>
                <a:spcPct val="200000"/>
              </a:lnSpc>
              <a:spcBef>
                <a:spcPts val="800"/>
              </a:spcBef>
              <a:spcAft>
                <a:spcPts val="0"/>
              </a:spcAft>
              <a:buClr>
                <a:schemeClr val="lt1"/>
              </a:buClr>
              <a:buSzPts val="2400"/>
              <a:buChar char="•"/>
              <a:defRPr b="1" sz="2400">
                <a:solidFill>
                  <a:schemeClr val="lt1"/>
                </a:solidFill>
              </a:defRPr>
            </a:lvl2pPr>
            <a:lvl3pPr indent="-381000" lvl="2" marL="1371600" algn="l">
              <a:lnSpc>
                <a:spcPct val="200000"/>
              </a:lnSpc>
              <a:spcBef>
                <a:spcPts val="800"/>
              </a:spcBef>
              <a:spcAft>
                <a:spcPts val="0"/>
              </a:spcAft>
              <a:buClr>
                <a:schemeClr val="lt1"/>
              </a:buClr>
              <a:buSzPts val="2400"/>
              <a:buChar char="•"/>
              <a:defRPr b="1" sz="2400">
                <a:solidFill>
                  <a:schemeClr val="lt1"/>
                </a:solidFill>
              </a:defRPr>
            </a:lvl3pPr>
            <a:lvl4pPr indent="-381000" lvl="3" marL="1828800" algn="l">
              <a:lnSpc>
                <a:spcPct val="200000"/>
              </a:lnSpc>
              <a:spcBef>
                <a:spcPts val="800"/>
              </a:spcBef>
              <a:spcAft>
                <a:spcPts val="0"/>
              </a:spcAft>
              <a:buClr>
                <a:schemeClr val="lt1"/>
              </a:buClr>
              <a:buSzPts val="2400"/>
              <a:buChar char="•"/>
              <a:defRPr b="1" sz="2400">
                <a:solidFill>
                  <a:schemeClr val="lt1"/>
                </a:solidFill>
              </a:defRPr>
            </a:lvl4pPr>
            <a:lvl5pPr indent="-381000" lvl="4" marL="2286000" algn="l">
              <a:lnSpc>
                <a:spcPct val="200000"/>
              </a:lnSpc>
              <a:spcBef>
                <a:spcPts val="800"/>
              </a:spcBef>
              <a:spcAft>
                <a:spcPts val="0"/>
              </a:spcAft>
              <a:buClr>
                <a:schemeClr val="lt1"/>
              </a:buClr>
              <a:buSzPts val="2400"/>
              <a:buChar char="•"/>
              <a:defRPr b="1" sz="2400">
                <a:solidFill>
                  <a:schemeClr val="lt1"/>
                </a:solidFill>
              </a:defRPr>
            </a:lvl5pPr>
            <a:lvl6pPr indent="-381000" lvl="5" marL="2743200" algn="l">
              <a:lnSpc>
                <a:spcPct val="200000"/>
              </a:lnSpc>
              <a:spcBef>
                <a:spcPts val="800"/>
              </a:spcBef>
              <a:spcAft>
                <a:spcPts val="0"/>
              </a:spcAft>
              <a:buClr>
                <a:schemeClr val="lt1"/>
              </a:buClr>
              <a:buSzPts val="2400"/>
              <a:buChar char="•"/>
              <a:defRPr b="1" sz="2400">
                <a:solidFill>
                  <a:schemeClr val="lt1"/>
                </a:solidFill>
              </a:defRPr>
            </a:lvl6pPr>
            <a:lvl7pPr indent="-381000" lvl="6" marL="3200400" algn="l">
              <a:lnSpc>
                <a:spcPct val="200000"/>
              </a:lnSpc>
              <a:spcBef>
                <a:spcPts val="800"/>
              </a:spcBef>
              <a:spcAft>
                <a:spcPts val="0"/>
              </a:spcAft>
              <a:buClr>
                <a:schemeClr val="lt1"/>
              </a:buClr>
              <a:buSzPts val="2400"/>
              <a:buChar char="•"/>
              <a:defRPr b="1" sz="2400">
                <a:solidFill>
                  <a:schemeClr val="lt1"/>
                </a:solidFill>
              </a:defRPr>
            </a:lvl7pPr>
            <a:lvl8pPr indent="-381000" lvl="7" marL="3657600" algn="l">
              <a:lnSpc>
                <a:spcPct val="200000"/>
              </a:lnSpc>
              <a:spcBef>
                <a:spcPts val="800"/>
              </a:spcBef>
              <a:spcAft>
                <a:spcPts val="0"/>
              </a:spcAft>
              <a:buClr>
                <a:schemeClr val="lt1"/>
              </a:buClr>
              <a:buSzPts val="2400"/>
              <a:buChar char="•"/>
              <a:defRPr b="1" sz="2400">
                <a:solidFill>
                  <a:schemeClr val="lt1"/>
                </a:solidFill>
              </a:defRPr>
            </a:lvl8pPr>
            <a:lvl9pPr indent="-381000" lvl="8" marL="4114800" algn="l">
              <a:lnSpc>
                <a:spcPct val="200000"/>
              </a:lnSpc>
              <a:spcBef>
                <a:spcPts val="800"/>
              </a:spcBef>
              <a:spcAft>
                <a:spcPts val="800"/>
              </a:spcAft>
              <a:buClr>
                <a:schemeClr val="lt1"/>
              </a:buClr>
              <a:buSzPts val="2400"/>
              <a:buChar char="•"/>
              <a:defRPr b="1" sz="2400">
                <a:solidFill>
                  <a:schemeClr val="lt1"/>
                </a:solidFill>
              </a:defRPr>
            </a:lvl9pPr>
          </a:lstStyle>
          <a:p/>
        </p:txBody>
      </p:sp>
      <p:sp>
        <p:nvSpPr>
          <p:cNvPr id="16" name="Google Shape;1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17" name="Shape 17"/>
        <p:cNvGrpSpPr/>
        <p:nvPr/>
      </p:nvGrpSpPr>
      <p:grpSpPr>
        <a:xfrm>
          <a:off x="0" y="0"/>
          <a:ext cx="0" cy="0"/>
          <a:chOff x="0" y="0"/>
          <a:chExt cx="0" cy="0"/>
        </a:xfrm>
      </p:grpSpPr>
      <p:sp>
        <p:nvSpPr>
          <p:cNvPr id="18" name="Google Shape;18;p12"/>
          <p:cNvSpPr txBox="1"/>
          <p:nvPr>
            <p:ph type="title"/>
          </p:nvPr>
        </p:nvSpPr>
        <p:spPr>
          <a:xfrm>
            <a:off x="457200" y="356200"/>
            <a:ext cx="5259000" cy="572700"/>
          </a:xfrm>
          <a:prstGeom prst="rect">
            <a:avLst/>
          </a:prstGeom>
          <a:noFill/>
          <a:ln>
            <a:noFill/>
          </a:ln>
        </p:spPr>
        <p:txBody>
          <a:bodyPr anchorCtr="0" anchor="b" bIns="91425" lIns="0" spcFirstLastPara="1" rIns="0" wrap="square" tIns="91425">
            <a:normAutofit/>
          </a:bodyPr>
          <a:lstStyle>
            <a:lvl1pPr lvl="0" algn="l">
              <a:lnSpc>
                <a:spcPct val="75000"/>
              </a:lnSpc>
              <a:spcBef>
                <a:spcPts val="0"/>
              </a:spcBef>
              <a:spcAft>
                <a:spcPts val="0"/>
              </a:spcAft>
              <a:buSzPts val="3000"/>
              <a:buNone/>
              <a:defRPr/>
            </a:lvl1pPr>
            <a:lvl2pPr lvl="1" algn="l">
              <a:lnSpc>
                <a:spcPct val="75000"/>
              </a:lnSpc>
              <a:spcBef>
                <a:spcPts val="0"/>
              </a:spcBef>
              <a:spcAft>
                <a:spcPts val="0"/>
              </a:spcAft>
              <a:buSzPts val="3000"/>
              <a:buNone/>
              <a:defRPr/>
            </a:lvl2pPr>
            <a:lvl3pPr lvl="2" algn="l">
              <a:lnSpc>
                <a:spcPct val="75000"/>
              </a:lnSpc>
              <a:spcBef>
                <a:spcPts val="0"/>
              </a:spcBef>
              <a:spcAft>
                <a:spcPts val="0"/>
              </a:spcAft>
              <a:buSzPts val="3000"/>
              <a:buNone/>
              <a:defRPr/>
            </a:lvl3pPr>
            <a:lvl4pPr lvl="3" algn="l">
              <a:lnSpc>
                <a:spcPct val="75000"/>
              </a:lnSpc>
              <a:spcBef>
                <a:spcPts val="0"/>
              </a:spcBef>
              <a:spcAft>
                <a:spcPts val="0"/>
              </a:spcAft>
              <a:buSzPts val="3000"/>
              <a:buNone/>
              <a:defRPr/>
            </a:lvl4pPr>
            <a:lvl5pPr lvl="4" algn="l">
              <a:lnSpc>
                <a:spcPct val="75000"/>
              </a:lnSpc>
              <a:spcBef>
                <a:spcPts val="0"/>
              </a:spcBef>
              <a:spcAft>
                <a:spcPts val="0"/>
              </a:spcAft>
              <a:buSzPts val="3000"/>
              <a:buNone/>
              <a:defRPr/>
            </a:lvl5pPr>
            <a:lvl6pPr lvl="5" algn="l">
              <a:lnSpc>
                <a:spcPct val="75000"/>
              </a:lnSpc>
              <a:spcBef>
                <a:spcPts val="0"/>
              </a:spcBef>
              <a:spcAft>
                <a:spcPts val="0"/>
              </a:spcAft>
              <a:buSzPts val="3000"/>
              <a:buNone/>
              <a:defRPr/>
            </a:lvl6pPr>
            <a:lvl7pPr lvl="6" algn="l">
              <a:lnSpc>
                <a:spcPct val="75000"/>
              </a:lnSpc>
              <a:spcBef>
                <a:spcPts val="0"/>
              </a:spcBef>
              <a:spcAft>
                <a:spcPts val="0"/>
              </a:spcAft>
              <a:buSzPts val="3000"/>
              <a:buNone/>
              <a:defRPr/>
            </a:lvl7pPr>
            <a:lvl8pPr lvl="7" algn="l">
              <a:lnSpc>
                <a:spcPct val="75000"/>
              </a:lnSpc>
              <a:spcBef>
                <a:spcPts val="0"/>
              </a:spcBef>
              <a:spcAft>
                <a:spcPts val="0"/>
              </a:spcAft>
              <a:buSzPts val="3000"/>
              <a:buNone/>
              <a:defRPr/>
            </a:lvl8pPr>
            <a:lvl9pPr lvl="8" algn="l">
              <a:lnSpc>
                <a:spcPct val="75000"/>
              </a:lnSpc>
              <a:spcBef>
                <a:spcPts val="0"/>
              </a:spcBef>
              <a:spcAft>
                <a:spcPts val="0"/>
              </a:spcAft>
              <a:buSzPts val="3000"/>
              <a:buNone/>
              <a:defRPr/>
            </a:lvl9pPr>
          </a:lstStyle>
          <a:p/>
        </p:txBody>
      </p:sp>
      <p:sp>
        <p:nvSpPr>
          <p:cNvPr id="19" name="Google Shape;19;p12"/>
          <p:cNvSpPr txBox="1"/>
          <p:nvPr>
            <p:ph idx="1" type="body"/>
          </p:nvPr>
        </p:nvSpPr>
        <p:spPr>
          <a:xfrm>
            <a:off x="457200" y="928900"/>
            <a:ext cx="5259000" cy="3653400"/>
          </a:xfrm>
          <a:prstGeom prst="rect">
            <a:avLst/>
          </a:prstGeom>
          <a:noFill/>
          <a:ln>
            <a:noFill/>
          </a:ln>
        </p:spPr>
        <p:txBody>
          <a:bodyPr anchorCtr="0" anchor="ctr" bIns="91425" lIns="0" spcFirstLastPara="1" rIns="91425" wrap="square" tIns="91425">
            <a:norm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1500"/>
              </a:spcBef>
              <a:spcAft>
                <a:spcPts val="0"/>
              </a:spcAft>
              <a:buSzPts val="1400"/>
              <a:buChar char="•"/>
              <a:defRPr/>
            </a:lvl2pPr>
            <a:lvl3pPr indent="-317500" lvl="2" marL="1371600" algn="l">
              <a:lnSpc>
                <a:spcPct val="100000"/>
              </a:lnSpc>
              <a:spcBef>
                <a:spcPts val="1500"/>
              </a:spcBef>
              <a:spcAft>
                <a:spcPts val="0"/>
              </a:spcAft>
              <a:buSzPts val="1400"/>
              <a:buChar char="•"/>
              <a:defRPr/>
            </a:lvl3pPr>
            <a:lvl4pPr indent="-317500" lvl="3" marL="1828800" algn="l">
              <a:lnSpc>
                <a:spcPct val="100000"/>
              </a:lnSpc>
              <a:spcBef>
                <a:spcPts val="1500"/>
              </a:spcBef>
              <a:spcAft>
                <a:spcPts val="0"/>
              </a:spcAft>
              <a:buSzPts val="1400"/>
              <a:buChar char="•"/>
              <a:defRPr/>
            </a:lvl4pPr>
            <a:lvl5pPr indent="-317500" lvl="4" marL="2286000" algn="l">
              <a:lnSpc>
                <a:spcPct val="100000"/>
              </a:lnSpc>
              <a:spcBef>
                <a:spcPts val="1500"/>
              </a:spcBef>
              <a:spcAft>
                <a:spcPts val="0"/>
              </a:spcAft>
              <a:buSzPts val="1400"/>
              <a:buChar char="•"/>
              <a:defRPr/>
            </a:lvl5pPr>
            <a:lvl6pPr indent="-317500" lvl="5" marL="2743200" algn="l">
              <a:lnSpc>
                <a:spcPct val="100000"/>
              </a:lnSpc>
              <a:spcBef>
                <a:spcPts val="1500"/>
              </a:spcBef>
              <a:spcAft>
                <a:spcPts val="0"/>
              </a:spcAft>
              <a:buSzPts val="1400"/>
              <a:buChar char="•"/>
              <a:defRPr/>
            </a:lvl6pPr>
            <a:lvl7pPr indent="-317500" lvl="6" marL="3200400" algn="l">
              <a:lnSpc>
                <a:spcPct val="100000"/>
              </a:lnSpc>
              <a:spcBef>
                <a:spcPts val="1500"/>
              </a:spcBef>
              <a:spcAft>
                <a:spcPts val="0"/>
              </a:spcAft>
              <a:buSzPts val="1400"/>
              <a:buChar char="•"/>
              <a:defRPr/>
            </a:lvl7pPr>
            <a:lvl8pPr indent="-317500" lvl="7" marL="3657600" algn="l">
              <a:lnSpc>
                <a:spcPct val="100000"/>
              </a:lnSpc>
              <a:spcBef>
                <a:spcPts val="1500"/>
              </a:spcBef>
              <a:spcAft>
                <a:spcPts val="0"/>
              </a:spcAft>
              <a:buSzPts val="1400"/>
              <a:buChar char="•"/>
              <a:defRPr/>
            </a:lvl8pPr>
            <a:lvl9pPr indent="-317500" lvl="8" marL="4114800" algn="l">
              <a:lnSpc>
                <a:spcPct val="100000"/>
              </a:lnSpc>
              <a:spcBef>
                <a:spcPts val="1500"/>
              </a:spcBef>
              <a:spcAft>
                <a:spcPts val="1500"/>
              </a:spcAft>
              <a:buSzPts val="1400"/>
              <a:buChar char="•"/>
              <a:defRPr/>
            </a:lvl9pPr>
          </a:lstStyle>
          <a:p/>
        </p:txBody>
      </p:sp>
      <p:sp>
        <p:nvSpPr>
          <p:cNvPr id="20" name="Google Shape;20;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1" name="Google Shape;21;p12"/>
          <p:cNvSpPr/>
          <p:nvPr>
            <p:ph idx="2" type="pic"/>
          </p:nvPr>
        </p:nvSpPr>
        <p:spPr>
          <a:xfrm>
            <a:off x="6173525" y="-13300"/>
            <a:ext cx="2970600" cy="51567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3">
    <p:spTree>
      <p:nvGrpSpPr>
        <p:cNvPr id="22" name="Shape 22"/>
        <p:cNvGrpSpPr/>
        <p:nvPr/>
      </p:nvGrpSpPr>
      <p:grpSpPr>
        <a:xfrm>
          <a:off x="0" y="0"/>
          <a:ext cx="0" cy="0"/>
          <a:chOff x="0" y="0"/>
          <a:chExt cx="0" cy="0"/>
        </a:xfrm>
      </p:grpSpPr>
      <p:sp>
        <p:nvSpPr>
          <p:cNvPr id="23" name="Google Shape;23;p13"/>
          <p:cNvSpPr txBox="1"/>
          <p:nvPr>
            <p:ph idx="1" type="body"/>
          </p:nvPr>
        </p:nvSpPr>
        <p:spPr>
          <a:xfrm>
            <a:off x="457200" y="1293450"/>
            <a:ext cx="8229600" cy="3275700"/>
          </a:xfrm>
          <a:prstGeom prst="rect">
            <a:avLst/>
          </a:prstGeom>
          <a:noFill/>
          <a:ln>
            <a:noFill/>
          </a:ln>
        </p:spPr>
        <p:txBody>
          <a:bodyPr anchorCtr="0" anchor="t" bIns="91425" lIns="91425" spcFirstLastPara="1" rIns="91425" wrap="square" tIns="91425">
            <a:normAutofit/>
          </a:bodyPr>
          <a:lstStyle>
            <a:lvl1pPr indent="-330200" lvl="0" marL="457200" algn="l">
              <a:lnSpc>
                <a:spcPct val="100000"/>
              </a:lnSpc>
              <a:spcBef>
                <a:spcPts val="0"/>
              </a:spcBef>
              <a:spcAft>
                <a:spcPts val="0"/>
              </a:spcAft>
              <a:buClr>
                <a:schemeClr val="dk1"/>
              </a:buClr>
              <a:buSzPts val="1600"/>
              <a:buChar char="•"/>
              <a:defRPr sz="1600">
                <a:solidFill>
                  <a:schemeClr val="dk1"/>
                </a:solidFill>
              </a:defRPr>
            </a:lvl1pPr>
            <a:lvl2pPr indent="-330200" lvl="1" marL="914400" algn="l">
              <a:lnSpc>
                <a:spcPct val="100000"/>
              </a:lnSpc>
              <a:spcBef>
                <a:spcPts val="1000"/>
              </a:spcBef>
              <a:spcAft>
                <a:spcPts val="0"/>
              </a:spcAft>
              <a:buClr>
                <a:schemeClr val="dk1"/>
              </a:buClr>
              <a:buSzPts val="1600"/>
              <a:buChar char="•"/>
              <a:defRPr sz="1600">
                <a:solidFill>
                  <a:schemeClr val="dk1"/>
                </a:solidFill>
              </a:defRPr>
            </a:lvl2pPr>
            <a:lvl3pPr indent="-330200" lvl="2" marL="1371600" algn="l">
              <a:lnSpc>
                <a:spcPct val="100000"/>
              </a:lnSpc>
              <a:spcBef>
                <a:spcPts val="1000"/>
              </a:spcBef>
              <a:spcAft>
                <a:spcPts val="0"/>
              </a:spcAft>
              <a:buClr>
                <a:schemeClr val="dk1"/>
              </a:buClr>
              <a:buSzPts val="1600"/>
              <a:buChar char="•"/>
              <a:defRPr sz="1600">
                <a:solidFill>
                  <a:schemeClr val="dk1"/>
                </a:solidFill>
              </a:defRPr>
            </a:lvl3pPr>
            <a:lvl4pPr indent="-330200" lvl="3" marL="1828800" algn="l">
              <a:lnSpc>
                <a:spcPct val="100000"/>
              </a:lnSpc>
              <a:spcBef>
                <a:spcPts val="1000"/>
              </a:spcBef>
              <a:spcAft>
                <a:spcPts val="0"/>
              </a:spcAft>
              <a:buClr>
                <a:schemeClr val="dk1"/>
              </a:buClr>
              <a:buSzPts val="1600"/>
              <a:buChar char="•"/>
              <a:defRPr sz="1600">
                <a:solidFill>
                  <a:schemeClr val="dk1"/>
                </a:solidFill>
              </a:defRPr>
            </a:lvl4pPr>
            <a:lvl5pPr indent="-330200" lvl="4" marL="2286000" algn="l">
              <a:lnSpc>
                <a:spcPct val="100000"/>
              </a:lnSpc>
              <a:spcBef>
                <a:spcPts val="1000"/>
              </a:spcBef>
              <a:spcAft>
                <a:spcPts val="0"/>
              </a:spcAft>
              <a:buClr>
                <a:schemeClr val="dk1"/>
              </a:buClr>
              <a:buSzPts val="1600"/>
              <a:buChar char="•"/>
              <a:defRPr sz="1600">
                <a:solidFill>
                  <a:schemeClr val="dk1"/>
                </a:solidFill>
              </a:defRPr>
            </a:lvl5pPr>
            <a:lvl6pPr indent="-330200" lvl="5" marL="2743200" algn="l">
              <a:lnSpc>
                <a:spcPct val="100000"/>
              </a:lnSpc>
              <a:spcBef>
                <a:spcPts val="1000"/>
              </a:spcBef>
              <a:spcAft>
                <a:spcPts val="0"/>
              </a:spcAft>
              <a:buClr>
                <a:schemeClr val="dk1"/>
              </a:buClr>
              <a:buSzPts val="1600"/>
              <a:buChar char="•"/>
              <a:defRPr sz="1600">
                <a:solidFill>
                  <a:schemeClr val="dk1"/>
                </a:solidFill>
              </a:defRPr>
            </a:lvl6pPr>
            <a:lvl7pPr indent="-330200" lvl="6" marL="3200400" algn="l">
              <a:lnSpc>
                <a:spcPct val="100000"/>
              </a:lnSpc>
              <a:spcBef>
                <a:spcPts val="1000"/>
              </a:spcBef>
              <a:spcAft>
                <a:spcPts val="0"/>
              </a:spcAft>
              <a:buClr>
                <a:schemeClr val="dk1"/>
              </a:buClr>
              <a:buSzPts val="1600"/>
              <a:buChar char="•"/>
              <a:defRPr sz="1600">
                <a:solidFill>
                  <a:schemeClr val="dk1"/>
                </a:solidFill>
              </a:defRPr>
            </a:lvl7pPr>
            <a:lvl8pPr indent="-330200" lvl="7" marL="3657600" algn="l">
              <a:lnSpc>
                <a:spcPct val="100000"/>
              </a:lnSpc>
              <a:spcBef>
                <a:spcPts val="1000"/>
              </a:spcBef>
              <a:spcAft>
                <a:spcPts val="0"/>
              </a:spcAft>
              <a:buClr>
                <a:schemeClr val="dk1"/>
              </a:buClr>
              <a:buSzPts val="1600"/>
              <a:buChar char="•"/>
              <a:defRPr sz="1600">
                <a:solidFill>
                  <a:schemeClr val="dk1"/>
                </a:solidFill>
              </a:defRPr>
            </a:lvl8pPr>
            <a:lvl9pPr indent="-330200" lvl="8" marL="4114800" algn="l">
              <a:lnSpc>
                <a:spcPct val="100000"/>
              </a:lnSpc>
              <a:spcBef>
                <a:spcPts val="1000"/>
              </a:spcBef>
              <a:spcAft>
                <a:spcPts val="1000"/>
              </a:spcAft>
              <a:buClr>
                <a:schemeClr val="dk1"/>
              </a:buClr>
              <a:buSzPts val="1600"/>
              <a:buChar char="•"/>
              <a:defRPr sz="1600">
                <a:solidFill>
                  <a:schemeClr val="dk1"/>
                </a:solidFill>
              </a:defRPr>
            </a:lvl9pPr>
          </a:lstStyle>
          <a:p/>
        </p:txBody>
      </p:sp>
      <p:sp>
        <p:nvSpPr>
          <p:cNvPr id="24" name="Google Shape;24;p13"/>
          <p:cNvSpPr txBox="1"/>
          <p:nvPr>
            <p:ph type="title"/>
          </p:nvPr>
        </p:nvSpPr>
        <p:spPr>
          <a:xfrm>
            <a:off x="457200" y="53775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25" name="Shape 25"/>
        <p:cNvGrpSpPr/>
        <p:nvPr/>
      </p:nvGrpSpPr>
      <p:grpSpPr>
        <a:xfrm>
          <a:off x="0" y="0"/>
          <a:ext cx="0" cy="0"/>
          <a:chOff x="0" y="0"/>
          <a:chExt cx="0" cy="0"/>
        </a:xfrm>
      </p:grpSpPr>
      <p:sp>
        <p:nvSpPr>
          <p:cNvPr id="26" name="Google Shape;26;p14"/>
          <p:cNvSpPr txBox="1"/>
          <p:nvPr>
            <p:ph type="title"/>
          </p:nvPr>
        </p:nvSpPr>
        <p:spPr>
          <a:xfrm>
            <a:off x="917050" y="450150"/>
            <a:ext cx="5249700" cy="4090800"/>
          </a:xfrm>
          <a:prstGeom prst="rect">
            <a:avLst/>
          </a:prstGeom>
          <a:noFill/>
          <a:ln>
            <a:noFill/>
          </a:ln>
        </p:spPr>
        <p:txBody>
          <a:bodyPr anchorCtr="0" anchor="ctr" bIns="91425" lIns="0" spcFirstLastPara="1" rIns="91425" wrap="square" tIns="91425">
            <a:normAutofit/>
          </a:bodyPr>
          <a:lstStyle>
            <a:lvl1pPr lvl="0" algn="l">
              <a:lnSpc>
                <a:spcPct val="75000"/>
              </a:lnSpc>
              <a:spcBef>
                <a:spcPts val="0"/>
              </a:spcBef>
              <a:spcAft>
                <a:spcPts val="0"/>
              </a:spcAft>
              <a:buClr>
                <a:schemeClr val="accent6"/>
              </a:buClr>
              <a:buSzPts val="4800"/>
              <a:buNone/>
              <a:defRPr sz="4800">
                <a:solidFill>
                  <a:schemeClr val="accent6"/>
                </a:solidFill>
              </a:defRPr>
            </a:lvl1pPr>
            <a:lvl2pPr lvl="1" algn="l">
              <a:lnSpc>
                <a:spcPct val="75000"/>
              </a:lnSpc>
              <a:spcBef>
                <a:spcPts val="0"/>
              </a:spcBef>
              <a:spcAft>
                <a:spcPts val="0"/>
              </a:spcAft>
              <a:buClr>
                <a:schemeClr val="accent6"/>
              </a:buClr>
              <a:buSzPts val="4800"/>
              <a:buNone/>
              <a:defRPr sz="4800">
                <a:solidFill>
                  <a:schemeClr val="accent6"/>
                </a:solidFill>
              </a:defRPr>
            </a:lvl2pPr>
            <a:lvl3pPr lvl="2" algn="l">
              <a:lnSpc>
                <a:spcPct val="75000"/>
              </a:lnSpc>
              <a:spcBef>
                <a:spcPts val="0"/>
              </a:spcBef>
              <a:spcAft>
                <a:spcPts val="0"/>
              </a:spcAft>
              <a:buClr>
                <a:schemeClr val="accent6"/>
              </a:buClr>
              <a:buSzPts val="4800"/>
              <a:buNone/>
              <a:defRPr sz="4800">
                <a:solidFill>
                  <a:schemeClr val="accent6"/>
                </a:solidFill>
              </a:defRPr>
            </a:lvl3pPr>
            <a:lvl4pPr lvl="3" algn="l">
              <a:lnSpc>
                <a:spcPct val="75000"/>
              </a:lnSpc>
              <a:spcBef>
                <a:spcPts val="0"/>
              </a:spcBef>
              <a:spcAft>
                <a:spcPts val="0"/>
              </a:spcAft>
              <a:buClr>
                <a:schemeClr val="accent6"/>
              </a:buClr>
              <a:buSzPts val="4800"/>
              <a:buNone/>
              <a:defRPr sz="4800">
                <a:solidFill>
                  <a:schemeClr val="accent6"/>
                </a:solidFill>
              </a:defRPr>
            </a:lvl4pPr>
            <a:lvl5pPr lvl="4" algn="l">
              <a:lnSpc>
                <a:spcPct val="75000"/>
              </a:lnSpc>
              <a:spcBef>
                <a:spcPts val="0"/>
              </a:spcBef>
              <a:spcAft>
                <a:spcPts val="0"/>
              </a:spcAft>
              <a:buClr>
                <a:schemeClr val="accent6"/>
              </a:buClr>
              <a:buSzPts val="4800"/>
              <a:buNone/>
              <a:defRPr sz="4800">
                <a:solidFill>
                  <a:schemeClr val="accent6"/>
                </a:solidFill>
              </a:defRPr>
            </a:lvl5pPr>
            <a:lvl6pPr lvl="5" algn="l">
              <a:lnSpc>
                <a:spcPct val="75000"/>
              </a:lnSpc>
              <a:spcBef>
                <a:spcPts val="0"/>
              </a:spcBef>
              <a:spcAft>
                <a:spcPts val="0"/>
              </a:spcAft>
              <a:buClr>
                <a:schemeClr val="accent6"/>
              </a:buClr>
              <a:buSzPts val="4800"/>
              <a:buNone/>
              <a:defRPr sz="4800">
                <a:solidFill>
                  <a:schemeClr val="accent6"/>
                </a:solidFill>
              </a:defRPr>
            </a:lvl6pPr>
            <a:lvl7pPr lvl="6" algn="l">
              <a:lnSpc>
                <a:spcPct val="75000"/>
              </a:lnSpc>
              <a:spcBef>
                <a:spcPts val="0"/>
              </a:spcBef>
              <a:spcAft>
                <a:spcPts val="0"/>
              </a:spcAft>
              <a:buClr>
                <a:schemeClr val="accent6"/>
              </a:buClr>
              <a:buSzPts val="4800"/>
              <a:buNone/>
              <a:defRPr sz="4800">
                <a:solidFill>
                  <a:schemeClr val="accent6"/>
                </a:solidFill>
              </a:defRPr>
            </a:lvl7pPr>
            <a:lvl8pPr lvl="7" algn="l">
              <a:lnSpc>
                <a:spcPct val="75000"/>
              </a:lnSpc>
              <a:spcBef>
                <a:spcPts val="0"/>
              </a:spcBef>
              <a:spcAft>
                <a:spcPts val="0"/>
              </a:spcAft>
              <a:buClr>
                <a:schemeClr val="accent6"/>
              </a:buClr>
              <a:buSzPts val="4800"/>
              <a:buNone/>
              <a:defRPr sz="4800">
                <a:solidFill>
                  <a:schemeClr val="accent6"/>
                </a:solidFill>
              </a:defRPr>
            </a:lvl8pPr>
            <a:lvl9pPr lvl="8" algn="l">
              <a:lnSpc>
                <a:spcPct val="75000"/>
              </a:lnSpc>
              <a:spcBef>
                <a:spcPts val="0"/>
              </a:spcBef>
              <a:spcAft>
                <a:spcPts val="0"/>
              </a:spcAft>
              <a:buClr>
                <a:schemeClr val="accent6"/>
              </a:buClr>
              <a:buSzPts val="4800"/>
              <a:buNone/>
              <a:defRPr sz="4800">
                <a:solidFill>
                  <a:schemeClr val="accent6"/>
                </a:solidFill>
              </a:defRPr>
            </a:lvl9pPr>
          </a:lstStyle>
          <a:p/>
        </p:txBody>
      </p:sp>
      <p:sp>
        <p:nvSpPr>
          <p:cNvPr id="27" name="Google Shape;2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8" name="Google Shape;28;p14"/>
          <p:cNvSpPr txBox="1"/>
          <p:nvPr>
            <p:ph idx="1" type="subTitle"/>
          </p:nvPr>
        </p:nvSpPr>
        <p:spPr>
          <a:xfrm>
            <a:off x="917050" y="3196425"/>
            <a:ext cx="4714200" cy="451800"/>
          </a:xfrm>
          <a:prstGeom prst="rect">
            <a:avLst/>
          </a:prstGeom>
          <a:noFill/>
          <a:ln>
            <a:noFill/>
          </a:ln>
        </p:spPr>
        <p:txBody>
          <a:bodyPr anchorCtr="0" anchor="t" bIns="91425" lIns="0" spcFirstLastPara="1" rIns="91425" wrap="square" tIns="91425">
            <a:normAutofit/>
          </a:bodyPr>
          <a:lstStyle>
            <a:lvl1pPr lvl="0"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gn="l">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15"/>
          <p:cNvSpPr txBox="1"/>
          <p:nvPr>
            <p:ph type="title"/>
          </p:nvPr>
        </p:nvSpPr>
        <p:spPr>
          <a:xfrm>
            <a:off x="311700" y="2150850"/>
            <a:ext cx="8520600" cy="841800"/>
          </a:xfrm>
          <a:prstGeom prst="rect">
            <a:avLst/>
          </a:prstGeom>
          <a:noFill/>
          <a:ln>
            <a:noFill/>
          </a:ln>
        </p:spPr>
        <p:txBody>
          <a:bodyPr anchorCtr="0" anchor="ctr" bIns="91425" lIns="0" spcFirstLastPara="1" rIns="0" wrap="square" tIns="91425">
            <a:normAutofit/>
          </a:bodyPr>
          <a:lstStyle>
            <a:lvl1pPr lvl="0" algn="ctr">
              <a:lnSpc>
                <a:spcPct val="75000"/>
              </a:lnSpc>
              <a:spcBef>
                <a:spcPts val="0"/>
              </a:spcBef>
              <a:spcAft>
                <a:spcPts val="0"/>
              </a:spcAft>
              <a:buSzPts val="3600"/>
              <a:buNone/>
              <a:defRPr sz="3600"/>
            </a:lvl1pPr>
            <a:lvl2pPr lvl="1" algn="ctr">
              <a:lnSpc>
                <a:spcPct val="75000"/>
              </a:lnSpc>
              <a:spcBef>
                <a:spcPts val="0"/>
              </a:spcBef>
              <a:spcAft>
                <a:spcPts val="0"/>
              </a:spcAft>
              <a:buSzPts val="3600"/>
              <a:buNone/>
              <a:defRPr sz="3600"/>
            </a:lvl2pPr>
            <a:lvl3pPr lvl="2" algn="ctr">
              <a:lnSpc>
                <a:spcPct val="75000"/>
              </a:lnSpc>
              <a:spcBef>
                <a:spcPts val="0"/>
              </a:spcBef>
              <a:spcAft>
                <a:spcPts val="0"/>
              </a:spcAft>
              <a:buSzPts val="3600"/>
              <a:buNone/>
              <a:defRPr sz="3600"/>
            </a:lvl3pPr>
            <a:lvl4pPr lvl="3" algn="ctr">
              <a:lnSpc>
                <a:spcPct val="75000"/>
              </a:lnSpc>
              <a:spcBef>
                <a:spcPts val="0"/>
              </a:spcBef>
              <a:spcAft>
                <a:spcPts val="0"/>
              </a:spcAft>
              <a:buSzPts val="3600"/>
              <a:buNone/>
              <a:defRPr sz="3600"/>
            </a:lvl4pPr>
            <a:lvl5pPr lvl="4" algn="ctr">
              <a:lnSpc>
                <a:spcPct val="75000"/>
              </a:lnSpc>
              <a:spcBef>
                <a:spcPts val="0"/>
              </a:spcBef>
              <a:spcAft>
                <a:spcPts val="0"/>
              </a:spcAft>
              <a:buSzPts val="3600"/>
              <a:buNone/>
              <a:defRPr sz="3600"/>
            </a:lvl5pPr>
            <a:lvl6pPr lvl="5" algn="ctr">
              <a:lnSpc>
                <a:spcPct val="75000"/>
              </a:lnSpc>
              <a:spcBef>
                <a:spcPts val="0"/>
              </a:spcBef>
              <a:spcAft>
                <a:spcPts val="0"/>
              </a:spcAft>
              <a:buSzPts val="3600"/>
              <a:buNone/>
              <a:defRPr sz="3600"/>
            </a:lvl6pPr>
            <a:lvl7pPr lvl="6" algn="ctr">
              <a:lnSpc>
                <a:spcPct val="75000"/>
              </a:lnSpc>
              <a:spcBef>
                <a:spcPts val="0"/>
              </a:spcBef>
              <a:spcAft>
                <a:spcPts val="0"/>
              </a:spcAft>
              <a:buSzPts val="3600"/>
              <a:buNone/>
              <a:defRPr sz="3600"/>
            </a:lvl7pPr>
            <a:lvl8pPr lvl="7" algn="ctr">
              <a:lnSpc>
                <a:spcPct val="75000"/>
              </a:lnSpc>
              <a:spcBef>
                <a:spcPts val="0"/>
              </a:spcBef>
              <a:spcAft>
                <a:spcPts val="0"/>
              </a:spcAft>
              <a:buSzPts val="3600"/>
              <a:buNone/>
              <a:defRPr sz="3600"/>
            </a:lvl8pPr>
            <a:lvl9pPr lvl="8" algn="ctr">
              <a:lnSpc>
                <a:spcPct val="75000"/>
              </a:lnSpc>
              <a:spcBef>
                <a:spcPts val="0"/>
              </a:spcBef>
              <a:spcAft>
                <a:spcPts val="0"/>
              </a:spcAft>
              <a:buSzPts val="3600"/>
              <a:buNone/>
              <a:defRPr sz="3600"/>
            </a:lvl9pPr>
          </a:lstStyle>
          <a:p/>
        </p:txBody>
      </p:sp>
      <p:sp>
        <p:nvSpPr>
          <p:cNvPr id="31" name="Google Shape;3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16"/>
          <p:cNvSpPr txBox="1"/>
          <p:nvPr>
            <p:ph type="title"/>
          </p:nvPr>
        </p:nvSpPr>
        <p:spPr>
          <a:xfrm>
            <a:off x="457200" y="342900"/>
            <a:ext cx="7782900" cy="572700"/>
          </a:xfrm>
          <a:prstGeom prst="rect">
            <a:avLst/>
          </a:prstGeom>
          <a:noFill/>
          <a:ln>
            <a:noFill/>
          </a:ln>
        </p:spPr>
        <p:txBody>
          <a:bodyPr anchorCtr="0" anchor="b" bIns="91425" lIns="0" spcFirstLastPara="1" rIns="0" wrap="square" tIns="91425">
            <a:normAutofit/>
          </a:bodyPr>
          <a:lstStyle>
            <a:lvl1pPr lvl="0" algn="l">
              <a:lnSpc>
                <a:spcPct val="75000"/>
              </a:lnSpc>
              <a:spcBef>
                <a:spcPts val="0"/>
              </a:spcBef>
              <a:spcAft>
                <a:spcPts val="0"/>
              </a:spcAft>
              <a:buSzPts val="3000"/>
              <a:buNone/>
              <a:defRPr/>
            </a:lvl1pPr>
            <a:lvl2pPr lvl="1" algn="l">
              <a:lnSpc>
                <a:spcPct val="75000"/>
              </a:lnSpc>
              <a:spcBef>
                <a:spcPts val="0"/>
              </a:spcBef>
              <a:spcAft>
                <a:spcPts val="0"/>
              </a:spcAft>
              <a:buSzPts val="3000"/>
              <a:buNone/>
              <a:defRPr/>
            </a:lvl2pPr>
            <a:lvl3pPr lvl="2" algn="l">
              <a:lnSpc>
                <a:spcPct val="75000"/>
              </a:lnSpc>
              <a:spcBef>
                <a:spcPts val="0"/>
              </a:spcBef>
              <a:spcAft>
                <a:spcPts val="0"/>
              </a:spcAft>
              <a:buSzPts val="3000"/>
              <a:buNone/>
              <a:defRPr/>
            </a:lvl3pPr>
            <a:lvl4pPr lvl="3" algn="l">
              <a:lnSpc>
                <a:spcPct val="75000"/>
              </a:lnSpc>
              <a:spcBef>
                <a:spcPts val="0"/>
              </a:spcBef>
              <a:spcAft>
                <a:spcPts val="0"/>
              </a:spcAft>
              <a:buSzPts val="3000"/>
              <a:buNone/>
              <a:defRPr/>
            </a:lvl4pPr>
            <a:lvl5pPr lvl="4" algn="l">
              <a:lnSpc>
                <a:spcPct val="75000"/>
              </a:lnSpc>
              <a:spcBef>
                <a:spcPts val="0"/>
              </a:spcBef>
              <a:spcAft>
                <a:spcPts val="0"/>
              </a:spcAft>
              <a:buSzPts val="3000"/>
              <a:buNone/>
              <a:defRPr/>
            </a:lvl5pPr>
            <a:lvl6pPr lvl="5" algn="l">
              <a:lnSpc>
                <a:spcPct val="75000"/>
              </a:lnSpc>
              <a:spcBef>
                <a:spcPts val="0"/>
              </a:spcBef>
              <a:spcAft>
                <a:spcPts val="0"/>
              </a:spcAft>
              <a:buSzPts val="3000"/>
              <a:buNone/>
              <a:defRPr/>
            </a:lvl6pPr>
            <a:lvl7pPr lvl="6" algn="l">
              <a:lnSpc>
                <a:spcPct val="75000"/>
              </a:lnSpc>
              <a:spcBef>
                <a:spcPts val="0"/>
              </a:spcBef>
              <a:spcAft>
                <a:spcPts val="0"/>
              </a:spcAft>
              <a:buSzPts val="3000"/>
              <a:buNone/>
              <a:defRPr/>
            </a:lvl7pPr>
            <a:lvl8pPr lvl="7" algn="l">
              <a:lnSpc>
                <a:spcPct val="75000"/>
              </a:lnSpc>
              <a:spcBef>
                <a:spcPts val="0"/>
              </a:spcBef>
              <a:spcAft>
                <a:spcPts val="0"/>
              </a:spcAft>
              <a:buSzPts val="3000"/>
              <a:buNone/>
              <a:defRPr/>
            </a:lvl8pPr>
            <a:lvl9pPr lvl="8" algn="l">
              <a:lnSpc>
                <a:spcPct val="75000"/>
              </a:lnSpc>
              <a:spcBef>
                <a:spcPts val="0"/>
              </a:spcBef>
              <a:spcAft>
                <a:spcPts val="0"/>
              </a:spcAft>
              <a:buSzPts val="3000"/>
              <a:buNone/>
              <a:defRPr/>
            </a:lvl9pPr>
          </a:lstStyle>
          <a:p/>
        </p:txBody>
      </p:sp>
      <p:sp>
        <p:nvSpPr>
          <p:cNvPr id="34" name="Google Shape;34;p16"/>
          <p:cNvSpPr txBox="1"/>
          <p:nvPr>
            <p:ph idx="1" type="body"/>
          </p:nvPr>
        </p:nvSpPr>
        <p:spPr>
          <a:xfrm>
            <a:off x="457200" y="915600"/>
            <a:ext cx="5709600" cy="3653400"/>
          </a:xfrm>
          <a:prstGeom prst="rect">
            <a:avLst/>
          </a:prstGeom>
          <a:noFill/>
          <a:ln>
            <a:noFill/>
          </a:ln>
        </p:spPr>
        <p:txBody>
          <a:bodyPr anchorCtr="0" anchor="t" bIns="91425" lIns="91425" spcFirstLastPara="1" rIns="91425" wrap="square" tIns="91425">
            <a:norm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800"/>
              </a:spcBef>
              <a:spcAft>
                <a:spcPts val="0"/>
              </a:spcAft>
              <a:buSzPts val="1400"/>
              <a:buChar char="•"/>
              <a:defRPr/>
            </a:lvl2pPr>
            <a:lvl3pPr indent="-317500" lvl="2" marL="1371600" algn="l">
              <a:lnSpc>
                <a:spcPct val="100000"/>
              </a:lnSpc>
              <a:spcBef>
                <a:spcPts val="800"/>
              </a:spcBef>
              <a:spcAft>
                <a:spcPts val="0"/>
              </a:spcAft>
              <a:buSzPts val="1400"/>
              <a:buChar char="•"/>
              <a:defRPr/>
            </a:lvl3pPr>
            <a:lvl4pPr indent="-317500" lvl="3" marL="1828800" algn="l">
              <a:lnSpc>
                <a:spcPct val="100000"/>
              </a:lnSpc>
              <a:spcBef>
                <a:spcPts val="800"/>
              </a:spcBef>
              <a:spcAft>
                <a:spcPts val="0"/>
              </a:spcAft>
              <a:buSzPts val="1400"/>
              <a:buChar char="•"/>
              <a:defRPr/>
            </a:lvl4pPr>
            <a:lvl5pPr indent="-317500" lvl="4" marL="2286000" algn="l">
              <a:lnSpc>
                <a:spcPct val="100000"/>
              </a:lnSpc>
              <a:spcBef>
                <a:spcPts val="800"/>
              </a:spcBef>
              <a:spcAft>
                <a:spcPts val="0"/>
              </a:spcAft>
              <a:buSzPts val="1400"/>
              <a:buChar char="•"/>
              <a:defRPr/>
            </a:lvl5pPr>
            <a:lvl6pPr indent="-317500" lvl="5" marL="2743200" algn="l">
              <a:lnSpc>
                <a:spcPct val="100000"/>
              </a:lnSpc>
              <a:spcBef>
                <a:spcPts val="800"/>
              </a:spcBef>
              <a:spcAft>
                <a:spcPts val="0"/>
              </a:spcAft>
              <a:buSzPts val="1400"/>
              <a:buChar char="•"/>
              <a:defRPr/>
            </a:lvl6pPr>
            <a:lvl7pPr indent="-317500" lvl="6" marL="3200400" algn="l">
              <a:lnSpc>
                <a:spcPct val="100000"/>
              </a:lnSpc>
              <a:spcBef>
                <a:spcPts val="800"/>
              </a:spcBef>
              <a:spcAft>
                <a:spcPts val="0"/>
              </a:spcAft>
              <a:buSzPts val="1400"/>
              <a:buChar char="•"/>
              <a:defRPr/>
            </a:lvl7pPr>
            <a:lvl8pPr indent="-317500" lvl="7" marL="3657600" algn="l">
              <a:lnSpc>
                <a:spcPct val="100000"/>
              </a:lnSpc>
              <a:spcBef>
                <a:spcPts val="800"/>
              </a:spcBef>
              <a:spcAft>
                <a:spcPts val="0"/>
              </a:spcAft>
              <a:buSzPts val="1400"/>
              <a:buChar char="•"/>
              <a:defRPr/>
            </a:lvl8pPr>
            <a:lvl9pPr indent="-317500" lvl="8" marL="4114800" algn="l">
              <a:lnSpc>
                <a:spcPct val="100000"/>
              </a:lnSpc>
              <a:spcBef>
                <a:spcPts val="800"/>
              </a:spcBef>
              <a:spcAft>
                <a:spcPts val="800"/>
              </a:spcAft>
              <a:buSzPts val="1400"/>
              <a:buChar char="•"/>
              <a:defRPr/>
            </a:lvl9pPr>
          </a:lstStyle>
          <a:p/>
        </p:txBody>
      </p:sp>
      <p:sp>
        <p:nvSpPr>
          <p:cNvPr id="35" name="Google Shape;3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p:cSld name="TITLE_AND_BODY_2_2">
    <p:spTree>
      <p:nvGrpSpPr>
        <p:cNvPr id="36" name="Shape 36"/>
        <p:cNvGrpSpPr/>
        <p:nvPr/>
      </p:nvGrpSpPr>
      <p:grpSpPr>
        <a:xfrm>
          <a:off x="0" y="0"/>
          <a:ext cx="0" cy="0"/>
          <a:chOff x="0" y="0"/>
          <a:chExt cx="0" cy="0"/>
        </a:xfrm>
      </p:grpSpPr>
      <p:sp>
        <p:nvSpPr>
          <p:cNvPr id="37" name="Google Shape;37;p17"/>
          <p:cNvSpPr txBox="1"/>
          <p:nvPr>
            <p:ph idx="1" type="body"/>
          </p:nvPr>
        </p:nvSpPr>
        <p:spPr>
          <a:xfrm>
            <a:off x="457200" y="1293450"/>
            <a:ext cx="5259000" cy="3288900"/>
          </a:xfrm>
          <a:prstGeom prst="rect">
            <a:avLst/>
          </a:prstGeom>
          <a:noFill/>
          <a:ln>
            <a:noFill/>
          </a:ln>
        </p:spPr>
        <p:txBody>
          <a:bodyPr anchorCtr="0" anchor="ctr" bIns="91425" lIns="0" spcFirstLastPara="1" rIns="91425" wrap="square" tIns="91425">
            <a:norm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1500"/>
              </a:spcBef>
              <a:spcAft>
                <a:spcPts val="0"/>
              </a:spcAft>
              <a:buSzPts val="1400"/>
              <a:buChar char="•"/>
              <a:defRPr/>
            </a:lvl2pPr>
            <a:lvl3pPr indent="-317500" lvl="2" marL="1371600" algn="l">
              <a:lnSpc>
                <a:spcPct val="100000"/>
              </a:lnSpc>
              <a:spcBef>
                <a:spcPts val="1500"/>
              </a:spcBef>
              <a:spcAft>
                <a:spcPts val="0"/>
              </a:spcAft>
              <a:buSzPts val="1400"/>
              <a:buChar char="•"/>
              <a:defRPr/>
            </a:lvl3pPr>
            <a:lvl4pPr indent="-317500" lvl="3" marL="1828800" algn="l">
              <a:lnSpc>
                <a:spcPct val="100000"/>
              </a:lnSpc>
              <a:spcBef>
                <a:spcPts val="1500"/>
              </a:spcBef>
              <a:spcAft>
                <a:spcPts val="0"/>
              </a:spcAft>
              <a:buSzPts val="1400"/>
              <a:buChar char="•"/>
              <a:defRPr/>
            </a:lvl4pPr>
            <a:lvl5pPr indent="-317500" lvl="4" marL="2286000" algn="l">
              <a:lnSpc>
                <a:spcPct val="100000"/>
              </a:lnSpc>
              <a:spcBef>
                <a:spcPts val="1500"/>
              </a:spcBef>
              <a:spcAft>
                <a:spcPts val="0"/>
              </a:spcAft>
              <a:buSzPts val="1400"/>
              <a:buChar char="•"/>
              <a:defRPr/>
            </a:lvl5pPr>
            <a:lvl6pPr indent="-317500" lvl="5" marL="2743200" algn="l">
              <a:lnSpc>
                <a:spcPct val="100000"/>
              </a:lnSpc>
              <a:spcBef>
                <a:spcPts val="1500"/>
              </a:spcBef>
              <a:spcAft>
                <a:spcPts val="0"/>
              </a:spcAft>
              <a:buSzPts val="1400"/>
              <a:buChar char="•"/>
              <a:defRPr/>
            </a:lvl6pPr>
            <a:lvl7pPr indent="-317500" lvl="6" marL="3200400" algn="l">
              <a:lnSpc>
                <a:spcPct val="100000"/>
              </a:lnSpc>
              <a:spcBef>
                <a:spcPts val="1500"/>
              </a:spcBef>
              <a:spcAft>
                <a:spcPts val="0"/>
              </a:spcAft>
              <a:buSzPts val="1400"/>
              <a:buChar char="•"/>
              <a:defRPr/>
            </a:lvl7pPr>
            <a:lvl8pPr indent="-317500" lvl="7" marL="3657600" algn="l">
              <a:lnSpc>
                <a:spcPct val="100000"/>
              </a:lnSpc>
              <a:spcBef>
                <a:spcPts val="1500"/>
              </a:spcBef>
              <a:spcAft>
                <a:spcPts val="0"/>
              </a:spcAft>
              <a:buSzPts val="1400"/>
              <a:buChar char="•"/>
              <a:defRPr/>
            </a:lvl8pPr>
            <a:lvl9pPr indent="-317500" lvl="8" marL="4114800" algn="l">
              <a:lnSpc>
                <a:spcPct val="100000"/>
              </a:lnSpc>
              <a:spcBef>
                <a:spcPts val="1500"/>
              </a:spcBef>
              <a:spcAft>
                <a:spcPts val="1500"/>
              </a:spcAft>
              <a:buSzPts val="1400"/>
              <a:buChar char="•"/>
              <a:defRPr/>
            </a:lvl9pPr>
          </a:lstStyle>
          <a:p/>
        </p:txBody>
      </p:sp>
      <p:sp>
        <p:nvSpPr>
          <p:cNvPr id="38" name="Google Shape;3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39" name="Google Shape;39;p17"/>
          <p:cNvSpPr/>
          <p:nvPr>
            <p:ph idx="2" type="pic"/>
          </p:nvPr>
        </p:nvSpPr>
        <p:spPr>
          <a:xfrm>
            <a:off x="6173525" y="-13300"/>
            <a:ext cx="2970600" cy="5156700"/>
          </a:xfrm>
          <a:prstGeom prst="rect">
            <a:avLst/>
          </a:prstGeom>
          <a:noFill/>
          <a:ln>
            <a:noFill/>
          </a:ln>
        </p:spPr>
      </p:sp>
      <p:sp>
        <p:nvSpPr>
          <p:cNvPr id="40" name="Google Shape;40;p17"/>
          <p:cNvSpPr txBox="1"/>
          <p:nvPr>
            <p:ph type="title"/>
          </p:nvPr>
        </p:nvSpPr>
        <p:spPr>
          <a:xfrm>
            <a:off x="457200" y="53775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2_1">
    <p:spTree>
      <p:nvGrpSpPr>
        <p:cNvPr id="41" name="Shape 41"/>
        <p:cNvGrpSpPr/>
        <p:nvPr/>
      </p:nvGrpSpPr>
      <p:grpSpPr>
        <a:xfrm>
          <a:off x="0" y="0"/>
          <a:ext cx="0" cy="0"/>
          <a:chOff x="0" y="0"/>
          <a:chExt cx="0" cy="0"/>
        </a:xfrm>
      </p:grpSpPr>
      <p:sp>
        <p:nvSpPr>
          <p:cNvPr id="42" name="Google Shape;42;p18"/>
          <p:cNvSpPr txBox="1"/>
          <p:nvPr>
            <p:ph idx="1" type="body"/>
          </p:nvPr>
        </p:nvSpPr>
        <p:spPr>
          <a:xfrm>
            <a:off x="457200" y="1827475"/>
            <a:ext cx="2280600" cy="2754900"/>
          </a:xfrm>
          <a:prstGeom prst="rect">
            <a:avLst/>
          </a:prstGeom>
          <a:noFill/>
          <a:ln>
            <a:noFill/>
          </a:ln>
        </p:spPr>
        <p:txBody>
          <a:bodyPr anchorCtr="0" anchor="t" bIns="91425" lIns="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43" name="Google Shape;4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4" name="Google Shape;44;p18"/>
          <p:cNvSpPr txBox="1"/>
          <p:nvPr>
            <p:ph type="title"/>
          </p:nvPr>
        </p:nvSpPr>
        <p:spPr>
          <a:xfrm>
            <a:off x="457200" y="53775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
        <p:nvSpPr>
          <p:cNvPr id="45" name="Google Shape;45;p18"/>
          <p:cNvSpPr txBox="1"/>
          <p:nvPr>
            <p:ph idx="2" type="body"/>
          </p:nvPr>
        </p:nvSpPr>
        <p:spPr>
          <a:xfrm>
            <a:off x="3195100" y="1827475"/>
            <a:ext cx="2280600" cy="2754900"/>
          </a:xfrm>
          <a:prstGeom prst="rect">
            <a:avLst/>
          </a:prstGeom>
          <a:noFill/>
          <a:ln>
            <a:noFill/>
          </a:ln>
        </p:spPr>
        <p:txBody>
          <a:bodyPr anchorCtr="0" anchor="t" bIns="91425" lIns="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46" name="Google Shape;46;p18"/>
          <p:cNvSpPr txBox="1"/>
          <p:nvPr>
            <p:ph idx="3" type="body"/>
          </p:nvPr>
        </p:nvSpPr>
        <p:spPr>
          <a:xfrm>
            <a:off x="5933000" y="1827475"/>
            <a:ext cx="2280600" cy="2754900"/>
          </a:xfrm>
          <a:prstGeom prst="rect">
            <a:avLst/>
          </a:prstGeom>
          <a:noFill/>
          <a:ln>
            <a:noFill/>
          </a:ln>
        </p:spPr>
        <p:txBody>
          <a:bodyPr anchorCtr="0" anchor="t" bIns="91425" lIns="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800"/>
              </a:spcBef>
              <a:spcAft>
                <a:spcPts val="0"/>
              </a:spcAft>
              <a:buSzPts val="1200"/>
              <a:buChar char="•"/>
              <a:defRPr sz="1200"/>
            </a:lvl2pPr>
            <a:lvl3pPr indent="-304800" lvl="2" marL="1371600" algn="l">
              <a:lnSpc>
                <a:spcPct val="115000"/>
              </a:lnSpc>
              <a:spcBef>
                <a:spcPts val="800"/>
              </a:spcBef>
              <a:spcAft>
                <a:spcPts val="0"/>
              </a:spcAft>
              <a:buSzPts val="1200"/>
              <a:buChar char="•"/>
              <a:defRPr sz="1200"/>
            </a:lvl3pPr>
            <a:lvl4pPr indent="-304800" lvl="3" marL="1828800" algn="l">
              <a:lnSpc>
                <a:spcPct val="115000"/>
              </a:lnSpc>
              <a:spcBef>
                <a:spcPts val="800"/>
              </a:spcBef>
              <a:spcAft>
                <a:spcPts val="0"/>
              </a:spcAft>
              <a:buSzPts val="1200"/>
              <a:buChar char="•"/>
              <a:defRPr sz="1200"/>
            </a:lvl4pPr>
            <a:lvl5pPr indent="-304800" lvl="4" marL="2286000" algn="l">
              <a:lnSpc>
                <a:spcPct val="115000"/>
              </a:lnSpc>
              <a:spcBef>
                <a:spcPts val="800"/>
              </a:spcBef>
              <a:spcAft>
                <a:spcPts val="0"/>
              </a:spcAft>
              <a:buSzPts val="1200"/>
              <a:buChar char="•"/>
              <a:defRPr sz="1200"/>
            </a:lvl5pPr>
            <a:lvl6pPr indent="-304800" lvl="5" marL="2743200" algn="l">
              <a:lnSpc>
                <a:spcPct val="115000"/>
              </a:lnSpc>
              <a:spcBef>
                <a:spcPts val="800"/>
              </a:spcBef>
              <a:spcAft>
                <a:spcPts val="0"/>
              </a:spcAft>
              <a:buSzPts val="1200"/>
              <a:buChar char="•"/>
              <a:defRPr sz="1200"/>
            </a:lvl6pPr>
            <a:lvl7pPr indent="-304800" lvl="6" marL="3200400" algn="l">
              <a:lnSpc>
                <a:spcPct val="115000"/>
              </a:lnSpc>
              <a:spcBef>
                <a:spcPts val="800"/>
              </a:spcBef>
              <a:spcAft>
                <a:spcPts val="0"/>
              </a:spcAft>
              <a:buSzPts val="1200"/>
              <a:buChar char="•"/>
              <a:defRPr sz="1200"/>
            </a:lvl7pPr>
            <a:lvl8pPr indent="-304800" lvl="7" marL="3657600" algn="l">
              <a:lnSpc>
                <a:spcPct val="115000"/>
              </a:lnSpc>
              <a:spcBef>
                <a:spcPts val="800"/>
              </a:spcBef>
              <a:spcAft>
                <a:spcPts val="0"/>
              </a:spcAft>
              <a:buSzPts val="1200"/>
              <a:buChar char="•"/>
              <a:defRPr sz="1200"/>
            </a:lvl8pPr>
            <a:lvl9pPr indent="-304800" lvl="8" marL="4114800" algn="l">
              <a:lnSpc>
                <a:spcPct val="115000"/>
              </a:lnSpc>
              <a:spcBef>
                <a:spcPts val="800"/>
              </a:spcBef>
              <a:spcAft>
                <a:spcPts val="800"/>
              </a:spcAft>
              <a:buSzPts val="1200"/>
              <a:buChar char="•"/>
              <a:defRPr sz="1200"/>
            </a:lvl9pPr>
          </a:lstStyle>
          <a:p/>
        </p:txBody>
      </p:sp>
      <p:sp>
        <p:nvSpPr>
          <p:cNvPr id="47" name="Google Shape;47;p18"/>
          <p:cNvSpPr txBox="1"/>
          <p:nvPr>
            <p:ph idx="4" type="subTitle"/>
          </p:nvPr>
        </p:nvSpPr>
        <p:spPr>
          <a:xfrm>
            <a:off x="458525" y="1375575"/>
            <a:ext cx="2280600" cy="425400"/>
          </a:xfrm>
          <a:prstGeom prst="rect">
            <a:avLst/>
          </a:prstGeom>
          <a:noFill/>
          <a:ln>
            <a:noFill/>
          </a:ln>
        </p:spPr>
        <p:txBody>
          <a:bodyPr anchorCtr="0" anchor="t" bIns="91425" lIns="0" spcFirstLastPara="1" rIns="91425" wrap="square" tIns="91425">
            <a:normAutofit/>
          </a:bodyPr>
          <a:lstStyle>
            <a:lvl1pPr lvl="0" algn="l">
              <a:lnSpc>
                <a:spcPct val="100000"/>
              </a:lnSpc>
              <a:spcBef>
                <a:spcPts val="0"/>
              </a:spcBef>
              <a:spcAft>
                <a:spcPts val="0"/>
              </a:spcAft>
              <a:buSzPts val="1400"/>
              <a:buFont typeface="Inter"/>
              <a:buNone/>
              <a:defRPr b="1">
                <a:latin typeface="Inter"/>
                <a:ea typeface="Inter"/>
                <a:cs typeface="Inter"/>
                <a:sym typeface="Inter"/>
              </a:defRPr>
            </a:lvl1pPr>
            <a:lvl2pPr lvl="1" algn="l">
              <a:lnSpc>
                <a:spcPct val="100000"/>
              </a:lnSpc>
              <a:spcBef>
                <a:spcPts val="800"/>
              </a:spcBef>
              <a:spcAft>
                <a:spcPts val="0"/>
              </a:spcAft>
              <a:buSzPts val="1400"/>
              <a:buFont typeface="Inter"/>
              <a:buNone/>
              <a:defRPr b="1">
                <a:latin typeface="Inter"/>
                <a:ea typeface="Inter"/>
                <a:cs typeface="Inter"/>
                <a:sym typeface="Inter"/>
              </a:defRPr>
            </a:lvl2pPr>
            <a:lvl3pPr lvl="2" algn="l">
              <a:lnSpc>
                <a:spcPct val="100000"/>
              </a:lnSpc>
              <a:spcBef>
                <a:spcPts val="800"/>
              </a:spcBef>
              <a:spcAft>
                <a:spcPts val="0"/>
              </a:spcAft>
              <a:buSzPts val="1400"/>
              <a:buFont typeface="Inter"/>
              <a:buNone/>
              <a:defRPr b="1">
                <a:latin typeface="Inter"/>
                <a:ea typeface="Inter"/>
                <a:cs typeface="Inter"/>
                <a:sym typeface="Inter"/>
              </a:defRPr>
            </a:lvl3pPr>
            <a:lvl4pPr lvl="3" algn="l">
              <a:lnSpc>
                <a:spcPct val="100000"/>
              </a:lnSpc>
              <a:spcBef>
                <a:spcPts val="800"/>
              </a:spcBef>
              <a:spcAft>
                <a:spcPts val="0"/>
              </a:spcAft>
              <a:buSzPts val="1400"/>
              <a:buFont typeface="Inter"/>
              <a:buNone/>
              <a:defRPr b="1">
                <a:latin typeface="Inter"/>
                <a:ea typeface="Inter"/>
                <a:cs typeface="Inter"/>
                <a:sym typeface="Inter"/>
              </a:defRPr>
            </a:lvl4pPr>
            <a:lvl5pPr lvl="4" algn="l">
              <a:lnSpc>
                <a:spcPct val="100000"/>
              </a:lnSpc>
              <a:spcBef>
                <a:spcPts val="800"/>
              </a:spcBef>
              <a:spcAft>
                <a:spcPts val="0"/>
              </a:spcAft>
              <a:buSzPts val="1400"/>
              <a:buFont typeface="Inter"/>
              <a:buNone/>
              <a:defRPr b="1">
                <a:latin typeface="Inter"/>
                <a:ea typeface="Inter"/>
                <a:cs typeface="Inter"/>
                <a:sym typeface="Inter"/>
              </a:defRPr>
            </a:lvl5pPr>
            <a:lvl6pPr lvl="5" algn="l">
              <a:lnSpc>
                <a:spcPct val="100000"/>
              </a:lnSpc>
              <a:spcBef>
                <a:spcPts val="800"/>
              </a:spcBef>
              <a:spcAft>
                <a:spcPts val="0"/>
              </a:spcAft>
              <a:buSzPts val="1400"/>
              <a:buFont typeface="Inter"/>
              <a:buNone/>
              <a:defRPr b="1">
                <a:latin typeface="Inter"/>
                <a:ea typeface="Inter"/>
                <a:cs typeface="Inter"/>
                <a:sym typeface="Inter"/>
              </a:defRPr>
            </a:lvl6pPr>
            <a:lvl7pPr lvl="6" algn="l">
              <a:lnSpc>
                <a:spcPct val="100000"/>
              </a:lnSpc>
              <a:spcBef>
                <a:spcPts val="800"/>
              </a:spcBef>
              <a:spcAft>
                <a:spcPts val="0"/>
              </a:spcAft>
              <a:buSzPts val="1400"/>
              <a:buFont typeface="Inter"/>
              <a:buNone/>
              <a:defRPr b="1">
                <a:latin typeface="Inter"/>
                <a:ea typeface="Inter"/>
                <a:cs typeface="Inter"/>
                <a:sym typeface="Inter"/>
              </a:defRPr>
            </a:lvl7pPr>
            <a:lvl8pPr lvl="7" algn="l">
              <a:lnSpc>
                <a:spcPct val="100000"/>
              </a:lnSpc>
              <a:spcBef>
                <a:spcPts val="800"/>
              </a:spcBef>
              <a:spcAft>
                <a:spcPts val="0"/>
              </a:spcAft>
              <a:buSzPts val="1400"/>
              <a:buFont typeface="Inter"/>
              <a:buNone/>
              <a:defRPr b="1">
                <a:latin typeface="Inter"/>
                <a:ea typeface="Inter"/>
                <a:cs typeface="Inter"/>
                <a:sym typeface="Inter"/>
              </a:defRPr>
            </a:lvl8pPr>
            <a:lvl9pPr lvl="8" algn="l">
              <a:lnSpc>
                <a:spcPct val="100000"/>
              </a:lnSpc>
              <a:spcBef>
                <a:spcPts val="800"/>
              </a:spcBef>
              <a:spcAft>
                <a:spcPts val="800"/>
              </a:spcAft>
              <a:buSzPts val="1400"/>
              <a:buFont typeface="Inter"/>
              <a:buNone/>
              <a:defRPr b="1">
                <a:latin typeface="Inter"/>
                <a:ea typeface="Inter"/>
                <a:cs typeface="Inter"/>
                <a:sym typeface="Inter"/>
              </a:defRPr>
            </a:lvl9pPr>
          </a:lstStyle>
          <a:p/>
        </p:txBody>
      </p:sp>
      <p:sp>
        <p:nvSpPr>
          <p:cNvPr id="48" name="Google Shape;48;p18"/>
          <p:cNvSpPr txBox="1"/>
          <p:nvPr>
            <p:ph idx="5" type="subTitle"/>
          </p:nvPr>
        </p:nvSpPr>
        <p:spPr>
          <a:xfrm>
            <a:off x="3195100" y="1375575"/>
            <a:ext cx="2280600" cy="425400"/>
          </a:xfrm>
          <a:prstGeom prst="rect">
            <a:avLst/>
          </a:prstGeom>
          <a:noFill/>
          <a:ln>
            <a:noFill/>
          </a:ln>
        </p:spPr>
        <p:txBody>
          <a:bodyPr anchorCtr="0" anchor="t" bIns="91425" lIns="0" spcFirstLastPara="1" rIns="91425" wrap="square" tIns="91425">
            <a:normAutofit/>
          </a:bodyPr>
          <a:lstStyle>
            <a:lvl1pPr lvl="0" algn="l">
              <a:lnSpc>
                <a:spcPct val="100000"/>
              </a:lnSpc>
              <a:spcBef>
                <a:spcPts val="0"/>
              </a:spcBef>
              <a:spcAft>
                <a:spcPts val="0"/>
              </a:spcAft>
              <a:buSzPts val="1400"/>
              <a:buFont typeface="Inter"/>
              <a:buNone/>
              <a:defRPr b="1">
                <a:latin typeface="Inter"/>
                <a:ea typeface="Inter"/>
                <a:cs typeface="Inter"/>
                <a:sym typeface="Inter"/>
              </a:defRPr>
            </a:lvl1pPr>
            <a:lvl2pPr lvl="1" algn="l">
              <a:lnSpc>
                <a:spcPct val="100000"/>
              </a:lnSpc>
              <a:spcBef>
                <a:spcPts val="800"/>
              </a:spcBef>
              <a:spcAft>
                <a:spcPts val="0"/>
              </a:spcAft>
              <a:buSzPts val="1400"/>
              <a:buFont typeface="Inter"/>
              <a:buNone/>
              <a:defRPr b="1">
                <a:latin typeface="Inter"/>
                <a:ea typeface="Inter"/>
                <a:cs typeface="Inter"/>
                <a:sym typeface="Inter"/>
              </a:defRPr>
            </a:lvl2pPr>
            <a:lvl3pPr lvl="2" algn="l">
              <a:lnSpc>
                <a:spcPct val="100000"/>
              </a:lnSpc>
              <a:spcBef>
                <a:spcPts val="800"/>
              </a:spcBef>
              <a:spcAft>
                <a:spcPts val="0"/>
              </a:spcAft>
              <a:buSzPts val="1400"/>
              <a:buFont typeface="Inter"/>
              <a:buNone/>
              <a:defRPr b="1">
                <a:latin typeface="Inter"/>
                <a:ea typeface="Inter"/>
                <a:cs typeface="Inter"/>
                <a:sym typeface="Inter"/>
              </a:defRPr>
            </a:lvl3pPr>
            <a:lvl4pPr lvl="3" algn="l">
              <a:lnSpc>
                <a:spcPct val="100000"/>
              </a:lnSpc>
              <a:spcBef>
                <a:spcPts val="800"/>
              </a:spcBef>
              <a:spcAft>
                <a:spcPts val="0"/>
              </a:spcAft>
              <a:buSzPts val="1400"/>
              <a:buFont typeface="Inter"/>
              <a:buNone/>
              <a:defRPr b="1">
                <a:latin typeface="Inter"/>
                <a:ea typeface="Inter"/>
                <a:cs typeface="Inter"/>
                <a:sym typeface="Inter"/>
              </a:defRPr>
            </a:lvl4pPr>
            <a:lvl5pPr lvl="4" algn="l">
              <a:lnSpc>
                <a:spcPct val="100000"/>
              </a:lnSpc>
              <a:spcBef>
                <a:spcPts val="800"/>
              </a:spcBef>
              <a:spcAft>
                <a:spcPts val="0"/>
              </a:spcAft>
              <a:buSzPts val="1400"/>
              <a:buFont typeface="Inter"/>
              <a:buNone/>
              <a:defRPr b="1">
                <a:latin typeface="Inter"/>
                <a:ea typeface="Inter"/>
                <a:cs typeface="Inter"/>
                <a:sym typeface="Inter"/>
              </a:defRPr>
            </a:lvl5pPr>
            <a:lvl6pPr lvl="5" algn="l">
              <a:lnSpc>
                <a:spcPct val="100000"/>
              </a:lnSpc>
              <a:spcBef>
                <a:spcPts val="800"/>
              </a:spcBef>
              <a:spcAft>
                <a:spcPts val="0"/>
              </a:spcAft>
              <a:buSzPts val="1400"/>
              <a:buFont typeface="Inter"/>
              <a:buNone/>
              <a:defRPr b="1">
                <a:latin typeface="Inter"/>
                <a:ea typeface="Inter"/>
                <a:cs typeface="Inter"/>
                <a:sym typeface="Inter"/>
              </a:defRPr>
            </a:lvl6pPr>
            <a:lvl7pPr lvl="6" algn="l">
              <a:lnSpc>
                <a:spcPct val="100000"/>
              </a:lnSpc>
              <a:spcBef>
                <a:spcPts val="800"/>
              </a:spcBef>
              <a:spcAft>
                <a:spcPts val="0"/>
              </a:spcAft>
              <a:buSzPts val="1400"/>
              <a:buFont typeface="Inter"/>
              <a:buNone/>
              <a:defRPr b="1">
                <a:latin typeface="Inter"/>
                <a:ea typeface="Inter"/>
                <a:cs typeface="Inter"/>
                <a:sym typeface="Inter"/>
              </a:defRPr>
            </a:lvl7pPr>
            <a:lvl8pPr lvl="7" algn="l">
              <a:lnSpc>
                <a:spcPct val="100000"/>
              </a:lnSpc>
              <a:spcBef>
                <a:spcPts val="800"/>
              </a:spcBef>
              <a:spcAft>
                <a:spcPts val="0"/>
              </a:spcAft>
              <a:buSzPts val="1400"/>
              <a:buFont typeface="Inter"/>
              <a:buNone/>
              <a:defRPr b="1">
                <a:latin typeface="Inter"/>
                <a:ea typeface="Inter"/>
                <a:cs typeface="Inter"/>
                <a:sym typeface="Inter"/>
              </a:defRPr>
            </a:lvl8pPr>
            <a:lvl9pPr lvl="8" algn="l">
              <a:lnSpc>
                <a:spcPct val="100000"/>
              </a:lnSpc>
              <a:spcBef>
                <a:spcPts val="800"/>
              </a:spcBef>
              <a:spcAft>
                <a:spcPts val="800"/>
              </a:spcAft>
              <a:buSzPts val="1400"/>
              <a:buFont typeface="Inter"/>
              <a:buNone/>
              <a:defRPr b="1">
                <a:latin typeface="Inter"/>
                <a:ea typeface="Inter"/>
                <a:cs typeface="Inter"/>
                <a:sym typeface="Inter"/>
              </a:defRPr>
            </a:lvl9pPr>
          </a:lstStyle>
          <a:p/>
        </p:txBody>
      </p:sp>
      <p:sp>
        <p:nvSpPr>
          <p:cNvPr id="49" name="Google Shape;49;p18"/>
          <p:cNvSpPr txBox="1"/>
          <p:nvPr>
            <p:ph idx="6" type="subTitle"/>
          </p:nvPr>
        </p:nvSpPr>
        <p:spPr>
          <a:xfrm>
            <a:off x="5931675" y="1375575"/>
            <a:ext cx="2280600" cy="425400"/>
          </a:xfrm>
          <a:prstGeom prst="rect">
            <a:avLst/>
          </a:prstGeom>
          <a:noFill/>
          <a:ln>
            <a:noFill/>
          </a:ln>
        </p:spPr>
        <p:txBody>
          <a:bodyPr anchorCtr="0" anchor="t" bIns="91425" lIns="0" spcFirstLastPara="1" rIns="91425" wrap="square" tIns="91425">
            <a:normAutofit/>
          </a:bodyPr>
          <a:lstStyle>
            <a:lvl1pPr lvl="0" algn="l">
              <a:lnSpc>
                <a:spcPct val="100000"/>
              </a:lnSpc>
              <a:spcBef>
                <a:spcPts val="0"/>
              </a:spcBef>
              <a:spcAft>
                <a:spcPts val="0"/>
              </a:spcAft>
              <a:buSzPts val="1400"/>
              <a:buFont typeface="Inter"/>
              <a:buNone/>
              <a:defRPr b="1">
                <a:latin typeface="Inter"/>
                <a:ea typeface="Inter"/>
                <a:cs typeface="Inter"/>
                <a:sym typeface="Inter"/>
              </a:defRPr>
            </a:lvl1pPr>
            <a:lvl2pPr lvl="1" algn="l">
              <a:lnSpc>
                <a:spcPct val="100000"/>
              </a:lnSpc>
              <a:spcBef>
                <a:spcPts val="800"/>
              </a:spcBef>
              <a:spcAft>
                <a:spcPts val="0"/>
              </a:spcAft>
              <a:buSzPts val="1400"/>
              <a:buFont typeface="Inter"/>
              <a:buNone/>
              <a:defRPr b="1">
                <a:latin typeface="Inter"/>
                <a:ea typeface="Inter"/>
                <a:cs typeface="Inter"/>
                <a:sym typeface="Inter"/>
              </a:defRPr>
            </a:lvl2pPr>
            <a:lvl3pPr lvl="2" algn="l">
              <a:lnSpc>
                <a:spcPct val="100000"/>
              </a:lnSpc>
              <a:spcBef>
                <a:spcPts val="800"/>
              </a:spcBef>
              <a:spcAft>
                <a:spcPts val="0"/>
              </a:spcAft>
              <a:buSzPts val="1400"/>
              <a:buFont typeface="Inter"/>
              <a:buNone/>
              <a:defRPr b="1">
                <a:latin typeface="Inter"/>
                <a:ea typeface="Inter"/>
                <a:cs typeface="Inter"/>
                <a:sym typeface="Inter"/>
              </a:defRPr>
            </a:lvl3pPr>
            <a:lvl4pPr lvl="3" algn="l">
              <a:lnSpc>
                <a:spcPct val="100000"/>
              </a:lnSpc>
              <a:spcBef>
                <a:spcPts val="800"/>
              </a:spcBef>
              <a:spcAft>
                <a:spcPts val="0"/>
              </a:spcAft>
              <a:buSzPts val="1400"/>
              <a:buFont typeface="Inter"/>
              <a:buNone/>
              <a:defRPr b="1">
                <a:latin typeface="Inter"/>
                <a:ea typeface="Inter"/>
                <a:cs typeface="Inter"/>
                <a:sym typeface="Inter"/>
              </a:defRPr>
            </a:lvl4pPr>
            <a:lvl5pPr lvl="4" algn="l">
              <a:lnSpc>
                <a:spcPct val="100000"/>
              </a:lnSpc>
              <a:spcBef>
                <a:spcPts val="800"/>
              </a:spcBef>
              <a:spcAft>
                <a:spcPts val="0"/>
              </a:spcAft>
              <a:buSzPts val="1400"/>
              <a:buFont typeface="Inter"/>
              <a:buNone/>
              <a:defRPr b="1">
                <a:latin typeface="Inter"/>
                <a:ea typeface="Inter"/>
                <a:cs typeface="Inter"/>
                <a:sym typeface="Inter"/>
              </a:defRPr>
            </a:lvl5pPr>
            <a:lvl6pPr lvl="5" algn="l">
              <a:lnSpc>
                <a:spcPct val="100000"/>
              </a:lnSpc>
              <a:spcBef>
                <a:spcPts val="800"/>
              </a:spcBef>
              <a:spcAft>
                <a:spcPts val="0"/>
              </a:spcAft>
              <a:buSzPts val="1400"/>
              <a:buFont typeface="Inter"/>
              <a:buNone/>
              <a:defRPr b="1">
                <a:latin typeface="Inter"/>
                <a:ea typeface="Inter"/>
                <a:cs typeface="Inter"/>
                <a:sym typeface="Inter"/>
              </a:defRPr>
            </a:lvl6pPr>
            <a:lvl7pPr lvl="6" algn="l">
              <a:lnSpc>
                <a:spcPct val="100000"/>
              </a:lnSpc>
              <a:spcBef>
                <a:spcPts val="800"/>
              </a:spcBef>
              <a:spcAft>
                <a:spcPts val="0"/>
              </a:spcAft>
              <a:buSzPts val="1400"/>
              <a:buFont typeface="Inter"/>
              <a:buNone/>
              <a:defRPr b="1">
                <a:latin typeface="Inter"/>
                <a:ea typeface="Inter"/>
                <a:cs typeface="Inter"/>
                <a:sym typeface="Inter"/>
              </a:defRPr>
            </a:lvl7pPr>
            <a:lvl8pPr lvl="7" algn="l">
              <a:lnSpc>
                <a:spcPct val="100000"/>
              </a:lnSpc>
              <a:spcBef>
                <a:spcPts val="800"/>
              </a:spcBef>
              <a:spcAft>
                <a:spcPts val="0"/>
              </a:spcAft>
              <a:buSzPts val="1400"/>
              <a:buFont typeface="Inter"/>
              <a:buNone/>
              <a:defRPr b="1">
                <a:latin typeface="Inter"/>
                <a:ea typeface="Inter"/>
                <a:cs typeface="Inter"/>
                <a:sym typeface="Inter"/>
              </a:defRPr>
            </a:lvl8pPr>
            <a:lvl9pPr lvl="8" algn="l">
              <a:lnSpc>
                <a:spcPct val="100000"/>
              </a:lnSpc>
              <a:spcBef>
                <a:spcPts val="800"/>
              </a:spcBef>
              <a:spcAft>
                <a:spcPts val="800"/>
              </a:spcAft>
              <a:buSzPts val="1400"/>
              <a:buFont typeface="Inter"/>
              <a:buNone/>
              <a:defRPr b="1">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0" name="Shape 50"/>
        <p:cNvGrpSpPr/>
        <p:nvPr/>
      </p:nvGrpSpPr>
      <p:grpSpPr>
        <a:xfrm>
          <a:off x="0" y="0"/>
          <a:ext cx="0" cy="0"/>
          <a:chOff x="0" y="0"/>
          <a:chExt cx="0" cy="0"/>
        </a:xfrm>
      </p:grpSpPr>
      <p:sp>
        <p:nvSpPr>
          <p:cNvPr id="51" name="Google Shape;51;p19"/>
          <p:cNvSpPr txBox="1"/>
          <p:nvPr>
            <p:ph type="title"/>
          </p:nvPr>
        </p:nvSpPr>
        <p:spPr>
          <a:xfrm>
            <a:off x="457200" y="342900"/>
            <a:ext cx="7782900" cy="572700"/>
          </a:xfrm>
          <a:prstGeom prst="rect">
            <a:avLst/>
          </a:prstGeom>
          <a:noFill/>
          <a:ln>
            <a:noFill/>
          </a:ln>
        </p:spPr>
        <p:txBody>
          <a:bodyPr anchorCtr="0" anchor="b" bIns="91425" lIns="0" spcFirstLastPara="1" rIns="0" wrap="square" tIns="91425">
            <a:normAutofit/>
          </a:bodyPr>
          <a:lstStyle>
            <a:lvl1pPr lvl="0" algn="l">
              <a:lnSpc>
                <a:spcPct val="75000"/>
              </a:lnSpc>
              <a:spcBef>
                <a:spcPts val="0"/>
              </a:spcBef>
              <a:spcAft>
                <a:spcPts val="0"/>
              </a:spcAft>
              <a:buSzPts val="3000"/>
              <a:buNone/>
              <a:defRPr/>
            </a:lvl1pPr>
            <a:lvl2pPr lvl="1" algn="l">
              <a:lnSpc>
                <a:spcPct val="75000"/>
              </a:lnSpc>
              <a:spcBef>
                <a:spcPts val="0"/>
              </a:spcBef>
              <a:spcAft>
                <a:spcPts val="0"/>
              </a:spcAft>
              <a:buSzPts val="3000"/>
              <a:buNone/>
              <a:defRPr/>
            </a:lvl2pPr>
            <a:lvl3pPr lvl="2" algn="l">
              <a:lnSpc>
                <a:spcPct val="75000"/>
              </a:lnSpc>
              <a:spcBef>
                <a:spcPts val="0"/>
              </a:spcBef>
              <a:spcAft>
                <a:spcPts val="0"/>
              </a:spcAft>
              <a:buSzPts val="3000"/>
              <a:buNone/>
              <a:defRPr/>
            </a:lvl3pPr>
            <a:lvl4pPr lvl="3" algn="l">
              <a:lnSpc>
                <a:spcPct val="75000"/>
              </a:lnSpc>
              <a:spcBef>
                <a:spcPts val="0"/>
              </a:spcBef>
              <a:spcAft>
                <a:spcPts val="0"/>
              </a:spcAft>
              <a:buSzPts val="3000"/>
              <a:buNone/>
              <a:defRPr/>
            </a:lvl4pPr>
            <a:lvl5pPr lvl="4" algn="l">
              <a:lnSpc>
                <a:spcPct val="75000"/>
              </a:lnSpc>
              <a:spcBef>
                <a:spcPts val="0"/>
              </a:spcBef>
              <a:spcAft>
                <a:spcPts val="0"/>
              </a:spcAft>
              <a:buSzPts val="3000"/>
              <a:buNone/>
              <a:defRPr/>
            </a:lvl5pPr>
            <a:lvl6pPr lvl="5" algn="l">
              <a:lnSpc>
                <a:spcPct val="75000"/>
              </a:lnSpc>
              <a:spcBef>
                <a:spcPts val="0"/>
              </a:spcBef>
              <a:spcAft>
                <a:spcPts val="0"/>
              </a:spcAft>
              <a:buSzPts val="3000"/>
              <a:buNone/>
              <a:defRPr/>
            </a:lvl6pPr>
            <a:lvl7pPr lvl="6" algn="l">
              <a:lnSpc>
                <a:spcPct val="75000"/>
              </a:lnSpc>
              <a:spcBef>
                <a:spcPts val="0"/>
              </a:spcBef>
              <a:spcAft>
                <a:spcPts val="0"/>
              </a:spcAft>
              <a:buSzPts val="3000"/>
              <a:buNone/>
              <a:defRPr/>
            </a:lvl7pPr>
            <a:lvl8pPr lvl="7" algn="l">
              <a:lnSpc>
                <a:spcPct val="75000"/>
              </a:lnSpc>
              <a:spcBef>
                <a:spcPts val="0"/>
              </a:spcBef>
              <a:spcAft>
                <a:spcPts val="0"/>
              </a:spcAft>
              <a:buSzPts val="3000"/>
              <a:buNone/>
              <a:defRPr/>
            </a:lvl8pPr>
            <a:lvl9pPr lvl="8" algn="l">
              <a:lnSpc>
                <a:spcPct val="75000"/>
              </a:lnSpc>
              <a:spcBef>
                <a:spcPts val="0"/>
              </a:spcBef>
              <a:spcAft>
                <a:spcPts val="0"/>
              </a:spcAft>
              <a:buSzPts val="3000"/>
              <a:buNone/>
              <a:defRPr/>
            </a:lvl9pPr>
          </a:lstStyle>
          <a:p/>
        </p:txBody>
      </p:sp>
      <p:sp>
        <p:nvSpPr>
          <p:cNvPr id="52" name="Google Shape;52;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800"/>
              </a:spcBef>
              <a:spcAft>
                <a:spcPts val="0"/>
              </a:spcAft>
              <a:buSzPts val="1200"/>
              <a:buChar char="•"/>
              <a:defRPr sz="1200"/>
            </a:lvl2pPr>
            <a:lvl3pPr indent="-304800" lvl="2" marL="1371600" algn="l">
              <a:lnSpc>
                <a:spcPct val="100000"/>
              </a:lnSpc>
              <a:spcBef>
                <a:spcPts val="800"/>
              </a:spcBef>
              <a:spcAft>
                <a:spcPts val="0"/>
              </a:spcAft>
              <a:buSzPts val="1200"/>
              <a:buChar char="•"/>
              <a:defRPr sz="1200"/>
            </a:lvl3pPr>
            <a:lvl4pPr indent="-304800" lvl="3" marL="1828800" algn="l">
              <a:lnSpc>
                <a:spcPct val="100000"/>
              </a:lnSpc>
              <a:spcBef>
                <a:spcPts val="800"/>
              </a:spcBef>
              <a:spcAft>
                <a:spcPts val="0"/>
              </a:spcAft>
              <a:buSzPts val="1200"/>
              <a:buChar char="•"/>
              <a:defRPr sz="1200"/>
            </a:lvl4pPr>
            <a:lvl5pPr indent="-304800" lvl="4" marL="2286000" algn="l">
              <a:lnSpc>
                <a:spcPct val="100000"/>
              </a:lnSpc>
              <a:spcBef>
                <a:spcPts val="800"/>
              </a:spcBef>
              <a:spcAft>
                <a:spcPts val="0"/>
              </a:spcAft>
              <a:buSzPts val="1200"/>
              <a:buChar char="•"/>
              <a:defRPr sz="1200"/>
            </a:lvl5pPr>
            <a:lvl6pPr indent="-304800" lvl="5" marL="2743200" algn="l">
              <a:lnSpc>
                <a:spcPct val="100000"/>
              </a:lnSpc>
              <a:spcBef>
                <a:spcPts val="800"/>
              </a:spcBef>
              <a:spcAft>
                <a:spcPts val="0"/>
              </a:spcAft>
              <a:buSzPts val="1200"/>
              <a:buChar char="•"/>
              <a:defRPr sz="1200"/>
            </a:lvl6pPr>
            <a:lvl7pPr indent="-304800" lvl="6" marL="3200400" algn="l">
              <a:lnSpc>
                <a:spcPct val="100000"/>
              </a:lnSpc>
              <a:spcBef>
                <a:spcPts val="800"/>
              </a:spcBef>
              <a:spcAft>
                <a:spcPts val="0"/>
              </a:spcAft>
              <a:buSzPts val="1200"/>
              <a:buChar char="•"/>
              <a:defRPr sz="1200"/>
            </a:lvl7pPr>
            <a:lvl8pPr indent="-304800" lvl="7" marL="3657600" algn="l">
              <a:lnSpc>
                <a:spcPct val="100000"/>
              </a:lnSpc>
              <a:spcBef>
                <a:spcPts val="800"/>
              </a:spcBef>
              <a:spcAft>
                <a:spcPts val="0"/>
              </a:spcAft>
              <a:buSzPts val="1200"/>
              <a:buChar char="•"/>
              <a:defRPr sz="1200"/>
            </a:lvl8pPr>
            <a:lvl9pPr indent="-304800" lvl="8" marL="4114800" algn="l">
              <a:lnSpc>
                <a:spcPct val="100000"/>
              </a:lnSpc>
              <a:spcBef>
                <a:spcPts val="800"/>
              </a:spcBef>
              <a:spcAft>
                <a:spcPts val="800"/>
              </a:spcAft>
              <a:buSzPts val="1200"/>
              <a:buChar char="•"/>
              <a:defRPr sz="1200"/>
            </a:lvl9pPr>
          </a:lstStyle>
          <a:p/>
        </p:txBody>
      </p:sp>
      <p:sp>
        <p:nvSpPr>
          <p:cNvPr id="53" name="Google Shape;53;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800"/>
              </a:spcBef>
              <a:spcAft>
                <a:spcPts val="0"/>
              </a:spcAft>
              <a:buSzPts val="1200"/>
              <a:buChar char="•"/>
              <a:defRPr sz="1200"/>
            </a:lvl2pPr>
            <a:lvl3pPr indent="-304800" lvl="2" marL="1371600" algn="l">
              <a:lnSpc>
                <a:spcPct val="100000"/>
              </a:lnSpc>
              <a:spcBef>
                <a:spcPts val="800"/>
              </a:spcBef>
              <a:spcAft>
                <a:spcPts val="0"/>
              </a:spcAft>
              <a:buSzPts val="1200"/>
              <a:buChar char="•"/>
              <a:defRPr sz="1200"/>
            </a:lvl3pPr>
            <a:lvl4pPr indent="-304800" lvl="3" marL="1828800" algn="l">
              <a:lnSpc>
                <a:spcPct val="100000"/>
              </a:lnSpc>
              <a:spcBef>
                <a:spcPts val="800"/>
              </a:spcBef>
              <a:spcAft>
                <a:spcPts val="0"/>
              </a:spcAft>
              <a:buSzPts val="1200"/>
              <a:buChar char="•"/>
              <a:defRPr sz="1200"/>
            </a:lvl4pPr>
            <a:lvl5pPr indent="-304800" lvl="4" marL="2286000" algn="l">
              <a:lnSpc>
                <a:spcPct val="100000"/>
              </a:lnSpc>
              <a:spcBef>
                <a:spcPts val="800"/>
              </a:spcBef>
              <a:spcAft>
                <a:spcPts val="0"/>
              </a:spcAft>
              <a:buSzPts val="1200"/>
              <a:buChar char="•"/>
              <a:defRPr sz="1200"/>
            </a:lvl5pPr>
            <a:lvl6pPr indent="-304800" lvl="5" marL="2743200" algn="l">
              <a:lnSpc>
                <a:spcPct val="100000"/>
              </a:lnSpc>
              <a:spcBef>
                <a:spcPts val="800"/>
              </a:spcBef>
              <a:spcAft>
                <a:spcPts val="0"/>
              </a:spcAft>
              <a:buSzPts val="1200"/>
              <a:buChar char="•"/>
              <a:defRPr sz="1200"/>
            </a:lvl6pPr>
            <a:lvl7pPr indent="-304800" lvl="6" marL="3200400" algn="l">
              <a:lnSpc>
                <a:spcPct val="100000"/>
              </a:lnSpc>
              <a:spcBef>
                <a:spcPts val="800"/>
              </a:spcBef>
              <a:spcAft>
                <a:spcPts val="0"/>
              </a:spcAft>
              <a:buSzPts val="1200"/>
              <a:buChar char="•"/>
              <a:defRPr sz="1200"/>
            </a:lvl7pPr>
            <a:lvl8pPr indent="-304800" lvl="7" marL="3657600" algn="l">
              <a:lnSpc>
                <a:spcPct val="100000"/>
              </a:lnSpc>
              <a:spcBef>
                <a:spcPts val="800"/>
              </a:spcBef>
              <a:spcAft>
                <a:spcPts val="0"/>
              </a:spcAft>
              <a:buSzPts val="1200"/>
              <a:buChar char="•"/>
              <a:defRPr sz="1200"/>
            </a:lvl8pPr>
            <a:lvl9pPr indent="-304800" lvl="8" marL="4114800" algn="l">
              <a:lnSpc>
                <a:spcPct val="100000"/>
              </a:lnSpc>
              <a:spcBef>
                <a:spcPts val="800"/>
              </a:spcBef>
              <a:spcAft>
                <a:spcPts val="800"/>
              </a:spcAft>
              <a:buSzPts val="1200"/>
              <a:buChar char="•"/>
              <a:defRPr sz="1200"/>
            </a:lvl9pPr>
          </a:lstStyle>
          <a:p/>
        </p:txBody>
      </p:sp>
      <p:sp>
        <p:nvSpPr>
          <p:cNvPr id="54" name="Google Shape;5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0"/>
          <p:cNvSpPr txBox="1"/>
          <p:nvPr>
            <p:ph type="title"/>
          </p:nvPr>
        </p:nvSpPr>
        <p:spPr>
          <a:xfrm>
            <a:off x="457200" y="342900"/>
            <a:ext cx="7782900" cy="572700"/>
          </a:xfrm>
          <a:prstGeom prst="rect">
            <a:avLst/>
          </a:prstGeom>
          <a:noFill/>
          <a:ln>
            <a:noFill/>
          </a:ln>
        </p:spPr>
        <p:txBody>
          <a:bodyPr anchorCtr="0" anchor="b" bIns="91425" lIns="0" spcFirstLastPara="1" rIns="0" wrap="square" tIns="91425">
            <a:normAutofit/>
          </a:bodyPr>
          <a:lstStyle>
            <a:lvl1pPr lvl="0" algn="l">
              <a:lnSpc>
                <a:spcPct val="75000"/>
              </a:lnSpc>
              <a:spcBef>
                <a:spcPts val="0"/>
              </a:spcBef>
              <a:spcAft>
                <a:spcPts val="0"/>
              </a:spcAft>
              <a:buSzPts val="3000"/>
              <a:buNone/>
              <a:defRPr/>
            </a:lvl1pPr>
            <a:lvl2pPr lvl="1" algn="l">
              <a:lnSpc>
                <a:spcPct val="75000"/>
              </a:lnSpc>
              <a:spcBef>
                <a:spcPts val="0"/>
              </a:spcBef>
              <a:spcAft>
                <a:spcPts val="0"/>
              </a:spcAft>
              <a:buSzPts val="3000"/>
              <a:buNone/>
              <a:defRPr/>
            </a:lvl2pPr>
            <a:lvl3pPr lvl="2" algn="l">
              <a:lnSpc>
                <a:spcPct val="75000"/>
              </a:lnSpc>
              <a:spcBef>
                <a:spcPts val="0"/>
              </a:spcBef>
              <a:spcAft>
                <a:spcPts val="0"/>
              </a:spcAft>
              <a:buSzPts val="3000"/>
              <a:buNone/>
              <a:defRPr/>
            </a:lvl3pPr>
            <a:lvl4pPr lvl="3" algn="l">
              <a:lnSpc>
                <a:spcPct val="75000"/>
              </a:lnSpc>
              <a:spcBef>
                <a:spcPts val="0"/>
              </a:spcBef>
              <a:spcAft>
                <a:spcPts val="0"/>
              </a:spcAft>
              <a:buSzPts val="3000"/>
              <a:buNone/>
              <a:defRPr/>
            </a:lvl4pPr>
            <a:lvl5pPr lvl="4" algn="l">
              <a:lnSpc>
                <a:spcPct val="75000"/>
              </a:lnSpc>
              <a:spcBef>
                <a:spcPts val="0"/>
              </a:spcBef>
              <a:spcAft>
                <a:spcPts val="0"/>
              </a:spcAft>
              <a:buSzPts val="3000"/>
              <a:buNone/>
              <a:defRPr/>
            </a:lvl5pPr>
            <a:lvl6pPr lvl="5" algn="l">
              <a:lnSpc>
                <a:spcPct val="75000"/>
              </a:lnSpc>
              <a:spcBef>
                <a:spcPts val="0"/>
              </a:spcBef>
              <a:spcAft>
                <a:spcPts val="0"/>
              </a:spcAft>
              <a:buSzPts val="3000"/>
              <a:buNone/>
              <a:defRPr/>
            </a:lvl6pPr>
            <a:lvl7pPr lvl="6" algn="l">
              <a:lnSpc>
                <a:spcPct val="75000"/>
              </a:lnSpc>
              <a:spcBef>
                <a:spcPts val="0"/>
              </a:spcBef>
              <a:spcAft>
                <a:spcPts val="0"/>
              </a:spcAft>
              <a:buSzPts val="3000"/>
              <a:buNone/>
              <a:defRPr/>
            </a:lvl7pPr>
            <a:lvl8pPr lvl="7" algn="l">
              <a:lnSpc>
                <a:spcPct val="75000"/>
              </a:lnSpc>
              <a:spcBef>
                <a:spcPts val="0"/>
              </a:spcBef>
              <a:spcAft>
                <a:spcPts val="0"/>
              </a:spcAft>
              <a:buSzPts val="3000"/>
              <a:buNone/>
              <a:defRPr/>
            </a:lvl8pPr>
            <a:lvl9pPr lvl="8" algn="l">
              <a:lnSpc>
                <a:spcPct val="75000"/>
              </a:lnSpc>
              <a:spcBef>
                <a:spcPts val="0"/>
              </a:spcBef>
              <a:spcAft>
                <a:spcPts val="0"/>
              </a:spcAft>
              <a:buSzPts val="3000"/>
              <a:buNone/>
              <a:defRPr/>
            </a:lvl9pPr>
          </a:lstStyle>
          <a:p/>
        </p:txBody>
      </p:sp>
      <p:sp>
        <p:nvSpPr>
          <p:cNvPr id="57" name="Google Shape;5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8" name="Shape 58"/>
        <p:cNvGrpSpPr/>
        <p:nvPr/>
      </p:nvGrpSpPr>
      <p:grpSpPr>
        <a:xfrm>
          <a:off x="0" y="0"/>
          <a:ext cx="0" cy="0"/>
          <a:chOff x="0" y="0"/>
          <a:chExt cx="0" cy="0"/>
        </a:xfrm>
      </p:grpSpPr>
      <p:sp>
        <p:nvSpPr>
          <p:cNvPr id="59" name="Google Shape;59;p21"/>
          <p:cNvSpPr txBox="1"/>
          <p:nvPr>
            <p:ph type="title"/>
          </p:nvPr>
        </p:nvSpPr>
        <p:spPr>
          <a:xfrm>
            <a:off x="457200" y="53775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
        <p:nvSpPr>
          <p:cNvPr id="60" name="Google Shape;60;p21"/>
          <p:cNvSpPr txBox="1"/>
          <p:nvPr>
            <p:ph idx="1" type="body"/>
          </p:nvPr>
        </p:nvSpPr>
        <p:spPr>
          <a:xfrm>
            <a:off x="457200" y="1389600"/>
            <a:ext cx="56034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80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80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80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80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80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80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80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800"/>
              </a:spcBef>
              <a:spcAft>
                <a:spcPts val="800"/>
              </a:spcAft>
              <a:buSzPts val="1200"/>
              <a:buFont typeface="Inter"/>
              <a:buChar char="•"/>
              <a:defRPr sz="1200">
                <a:latin typeface="Inter"/>
                <a:ea typeface="Inter"/>
                <a:cs typeface="Inter"/>
                <a:sym typeface="Inter"/>
              </a:defRPr>
            </a:lvl9pPr>
          </a:lstStyle>
          <a:p/>
        </p:txBody>
      </p:sp>
      <p:sp>
        <p:nvSpPr>
          <p:cNvPr id="61" name="Google Shape;6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62" name="Shape 62"/>
        <p:cNvGrpSpPr/>
        <p:nvPr/>
      </p:nvGrpSpPr>
      <p:grpSpPr>
        <a:xfrm>
          <a:off x="0" y="0"/>
          <a:ext cx="0" cy="0"/>
          <a:chOff x="0" y="0"/>
          <a:chExt cx="0" cy="0"/>
        </a:xfrm>
      </p:grpSpPr>
      <p:sp>
        <p:nvSpPr>
          <p:cNvPr id="63" name="Google Shape;63;p22"/>
          <p:cNvSpPr txBox="1"/>
          <p:nvPr>
            <p:ph type="title"/>
          </p:nvPr>
        </p:nvSpPr>
        <p:spPr>
          <a:xfrm>
            <a:off x="457200" y="219390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
        <p:nvSpPr>
          <p:cNvPr id="64" name="Google Shape;6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 name="Shape 65"/>
        <p:cNvGrpSpPr/>
        <p:nvPr/>
      </p:nvGrpSpPr>
      <p:grpSpPr>
        <a:xfrm>
          <a:off x="0" y="0"/>
          <a:ext cx="0" cy="0"/>
          <a:chOff x="0" y="0"/>
          <a:chExt cx="0" cy="0"/>
        </a:xfrm>
      </p:grpSpPr>
      <p:sp>
        <p:nvSpPr>
          <p:cNvPr id="66" name="Google Shape;66;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3"/>
          <p:cNvSpPr txBox="1"/>
          <p:nvPr>
            <p:ph type="title"/>
          </p:nvPr>
        </p:nvSpPr>
        <p:spPr>
          <a:xfrm>
            <a:off x="265500" y="1233175"/>
            <a:ext cx="4045200" cy="1482300"/>
          </a:xfrm>
          <a:prstGeom prst="rect">
            <a:avLst/>
          </a:prstGeom>
          <a:noFill/>
          <a:ln>
            <a:noFill/>
          </a:ln>
        </p:spPr>
        <p:txBody>
          <a:bodyPr anchorCtr="0" anchor="b" bIns="91425" lIns="0" spcFirstLastPara="1" rIns="0" wrap="square" tIns="91425">
            <a:normAutofit/>
          </a:bodyPr>
          <a:lstStyle>
            <a:lvl1pPr lvl="0" algn="ctr">
              <a:lnSpc>
                <a:spcPct val="75000"/>
              </a:lnSpc>
              <a:spcBef>
                <a:spcPts val="0"/>
              </a:spcBef>
              <a:spcAft>
                <a:spcPts val="0"/>
              </a:spcAft>
              <a:buSzPts val="4200"/>
              <a:buNone/>
              <a:defRPr sz="4200"/>
            </a:lvl1pPr>
            <a:lvl2pPr lvl="1" algn="ctr">
              <a:lnSpc>
                <a:spcPct val="75000"/>
              </a:lnSpc>
              <a:spcBef>
                <a:spcPts val="0"/>
              </a:spcBef>
              <a:spcAft>
                <a:spcPts val="0"/>
              </a:spcAft>
              <a:buSzPts val="4200"/>
              <a:buNone/>
              <a:defRPr sz="4200"/>
            </a:lvl2pPr>
            <a:lvl3pPr lvl="2" algn="ctr">
              <a:lnSpc>
                <a:spcPct val="75000"/>
              </a:lnSpc>
              <a:spcBef>
                <a:spcPts val="0"/>
              </a:spcBef>
              <a:spcAft>
                <a:spcPts val="0"/>
              </a:spcAft>
              <a:buSzPts val="4200"/>
              <a:buNone/>
              <a:defRPr sz="4200"/>
            </a:lvl3pPr>
            <a:lvl4pPr lvl="3" algn="ctr">
              <a:lnSpc>
                <a:spcPct val="75000"/>
              </a:lnSpc>
              <a:spcBef>
                <a:spcPts val="0"/>
              </a:spcBef>
              <a:spcAft>
                <a:spcPts val="0"/>
              </a:spcAft>
              <a:buSzPts val="4200"/>
              <a:buNone/>
              <a:defRPr sz="4200"/>
            </a:lvl4pPr>
            <a:lvl5pPr lvl="4" algn="ctr">
              <a:lnSpc>
                <a:spcPct val="75000"/>
              </a:lnSpc>
              <a:spcBef>
                <a:spcPts val="0"/>
              </a:spcBef>
              <a:spcAft>
                <a:spcPts val="0"/>
              </a:spcAft>
              <a:buSzPts val="4200"/>
              <a:buNone/>
              <a:defRPr sz="4200"/>
            </a:lvl5pPr>
            <a:lvl6pPr lvl="5" algn="ctr">
              <a:lnSpc>
                <a:spcPct val="75000"/>
              </a:lnSpc>
              <a:spcBef>
                <a:spcPts val="0"/>
              </a:spcBef>
              <a:spcAft>
                <a:spcPts val="0"/>
              </a:spcAft>
              <a:buSzPts val="4200"/>
              <a:buNone/>
              <a:defRPr sz="4200"/>
            </a:lvl6pPr>
            <a:lvl7pPr lvl="6" algn="ctr">
              <a:lnSpc>
                <a:spcPct val="75000"/>
              </a:lnSpc>
              <a:spcBef>
                <a:spcPts val="0"/>
              </a:spcBef>
              <a:spcAft>
                <a:spcPts val="0"/>
              </a:spcAft>
              <a:buSzPts val="4200"/>
              <a:buNone/>
              <a:defRPr sz="4200"/>
            </a:lvl7pPr>
            <a:lvl8pPr lvl="7" algn="ctr">
              <a:lnSpc>
                <a:spcPct val="75000"/>
              </a:lnSpc>
              <a:spcBef>
                <a:spcPts val="0"/>
              </a:spcBef>
              <a:spcAft>
                <a:spcPts val="0"/>
              </a:spcAft>
              <a:buSzPts val="4200"/>
              <a:buNone/>
              <a:defRPr sz="4200"/>
            </a:lvl8pPr>
            <a:lvl9pPr lvl="8" algn="ctr">
              <a:lnSpc>
                <a:spcPct val="75000"/>
              </a:lnSpc>
              <a:spcBef>
                <a:spcPts val="0"/>
              </a:spcBef>
              <a:spcAft>
                <a:spcPts val="0"/>
              </a:spcAft>
              <a:buSzPts val="4200"/>
              <a:buNone/>
              <a:defRPr sz="4200"/>
            </a:lvl9pPr>
          </a:lstStyle>
          <a:p/>
        </p:txBody>
      </p:sp>
      <p:sp>
        <p:nvSpPr>
          <p:cNvPr id="68" name="Google Shape;68;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9" name="Google Shape;69;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17500" lvl="0" marL="457200" algn="l">
              <a:lnSpc>
                <a:spcPct val="100000"/>
              </a:lnSpc>
              <a:spcBef>
                <a:spcPts val="0"/>
              </a:spcBef>
              <a:spcAft>
                <a:spcPts val="0"/>
              </a:spcAft>
              <a:buSzPts val="1400"/>
              <a:buChar char="•"/>
              <a:defRPr/>
            </a:lvl1pPr>
            <a:lvl2pPr indent="-317500" lvl="1" marL="914400" algn="l">
              <a:lnSpc>
                <a:spcPct val="100000"/>
              </a:lnSpc>
              <a:spcBef>
                <a:spcPts val="800"/>
              </a:spcBef>
              <a:spcAft>
                <a:spcPts val="0"/>
              </a:spcAft>
              <a:buSzPts val="1400"/>
              <a:buChar char="•"/>
              <a:defRPr/>
            </a:lvl2pPr>
            <a:lvl3pPr indent="-317500" lvl="2" marL="1371600" algn="l">
              <a:lnSpc>
                <a:spcPct val="100000"/>
              </a:lnSpc>
              <a:spcBef>
                <a:spcPts val="800"/>
              </a:spcBef>
              <a:spcAft>
                <a:spcPts val="0"/>
              </a:spcAft>
              <a:buSzPts val="1400"/>
              <a:buChar char="•"/>
              <a:defRPr/>
            </a:lvl3pPr>
            <a:lvl4pPr indent="-317500" lvl="3" marL="1828800" algn="l">
              <a:lnSpc>
                <a:spcPct val="100000"/>
              </a:lnSpc>
              <a:spcBef>
                <a:spcPts val="800"/>
              </a:spcBef>
              <a:spcAft>
                <a:spcPts val="0"/>
              </a:spcAft>
              <a:buSzPts val="1400"/>
              <a:buChar char="•"/>
              <a:defRPr/>
            </a:lvl4pPr>
            <a:lvl5pPr indent="-317500" lvl="4" marL="2286000" algn="l">
              <a:lnSpc>
                <a:spcPct val="100000"/>
              </a:lnSpc>
              <a:spcBef>
                <a:spcPts val="800"/>
              </a:spcBef>
              <a:spcAft>
                <a:spcPts val="0"/>
              </a:spcAft>
              <a:buSzPts val="1400"/>
              <a:buChar char="•"/>
              <a:defRPr/>
            </a:lvl5pPr>
            <a:lvl6pPr indent="-317500" lvl="5" marL="2743200" algn="l">
              <a:lnSpc>
                <a:spcPct val="100000"/>
              </a:lnSpc>
              <a:spcBef>
                <a:spcPts val="800"/>
              </a:spcBef>
              <a:spcAft>
                <a:spcPts val="0"/>
              </a:spcAft>
              <a:buSzPts val="1400"/>
              <a:buChar char="•"/>
              <a:defRPr/>
            </a:lvl6pPr>
            <a:lvl7pPr indent="-317500" lvl="6" marL="3200400" algn="l">
              <a:lnSpc>
                <a:spcPct val="100000"/>
              </a:lnSpc>
              <a:spcBef>
                <a:spcPts val="800"/>
              </a:spcBef>
              <a:spcAft>
                <a:spcPts val="0"/>
              </a:spcAft>
              <a:buSzPts val="1400"/>
              <a:buChar char="•"/>
              <a:defRPr/>
            </a:lvl7pPr>
            <a:lvl8pPr indent="-317500" lvl="7" marL="3657600" algn="l">
              <a:lnSpc>
                <a:spcPct val="100000"/>
              </a:lnSpc>
              <a:spcBef>
                <a:spcPts val="800"/>
              </a:spcBef>
              <a:spcAft>
                <a:spcPts val="0"/>
              </a:spcAft>
              <a:buSzPts val="1400"/>
              <a:buChar char="•"/>
              <a:defRPr/>
            </a:lvl8pPr>
            <a:lvl9pPr indent="-317500" lvl="8" marL="4114800" algn="l">
              <a:lnSpc>
                <a:spcPct val="100000"/>
              </a:lnSpc>
              <a:spcBef>
                <a:spcPts val="800"/>
              </a:spcBef>
              <a:spcAft>
                <a:spcPts val="800"/>
              </a:spcAft>
              <a:buSzPts val="1400"/>
              <a:buChar char="•"/>
              <a:defRPr/>
            </a:lvl9pPr>
          </a:lstStyle>
          <a:p/>
        </p:txBody>
      </p:sp>
      <p:sp>
        <p:nvSpPr>
          <p:cNvPr id="70" name="Google Shape;7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400"/>
              <a:buNone/>
              <a:defRPr/>
            </a:lvl1pPr>
          </a:lstStyle>
          <a:p/>
        </p:txBody>
      </p:sp>
      <p:sp>
        <p:nvSpPr>
          <p:cNvPr id="73" name="Google Shape;7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4" name="Shape 74"/>
        <p:cNvGrpSpPr/>
        <p:nvPr/>
      </p:nvGrpSpPr>
      <p:grpSpPr>
        <a:xfrm>
          <a:off x="0" y="0"/>
          <a:ext cx="0" cy="0"/>
          <a:chOff x="0" y="0"/>
          <a:chExt cx="0" cy="0"/>
        </a:xfrm>
      </p:grpSpPr>
      <p:sp>
        <p:nvSpPr>
          <p:cNvPr id="75" name="Google Shape;75;p25"/>
          <p:cNvSpPr txBox="1"/>
          <p:nvPr>
            <p:ph hasCustomPrompt="1" type="title"/>
          </p:nvPr>
        </p:nvSpPr>
        <p:spPr>
          <a:xfrm>
            <a:off x="311700" y="1106125"/>
            <a:ext cx="8520600" cy="1963500"/>
          </a:xfrm>
          <a:prstGeom prst="rect">
            <a:avLst/>
          </a:prstGeom>
          <a:noFill/>
          <a:ln>
            <a:noFill/>
          </a:ln>
        </p:spPr>
        <p:txBody>
          <a:bodyPr anchorCtr="0" anchor="b" bIns="91425" lIns="0" spcFirstLastPara="1" rIns="0" wrap="square" tIns="91425">
            <a:normAutofit/>
          </a:bodyPr>
          <a:lstStyle>
            <a:lvl1pPr lvl="0" algn="ctr">
              <a:lnSpc>
                <a:spcPct val="75000"/>
              </a:lnSpc>
              <a:spcBef>
                <a:spcPts val="0"/>
              </a:spcBef>
              <a:spcAft>
                <a:spcPts val="0"/>
              </a:spcAft>
              <a:buSzPts val="12000"/>
              <a:buNone/>
              <a:defRPr sz="12000"/>
            </a:lvl1pPr>
            <a:lvl2pPr lvl="1" algn="ctr">
              <a:lnSpc>
                <a:spcPct val="75000"/>
              </a:lnSpc>
              <a:spcBef>
                <a:spcPts val="0"/>
              </a:spcBef>
              <a:spcAft>
                <a:spcPts val="0"/>
              </a:spcAft>
              <a:buSzPts val="12000"/>
              <a:buNone/>
              <a:defRPr sz="12000"/>
            </a:lvl2pPr>
            <a:lvl3pPr lvl="2" algn="ctr">
              <a:lnSpc>
                <a:spcPct val="75000"/>
              </a:lnSpc>
              <a:spcBef>
                <a:spcPts val="0"/>
              </a:spcBef>
              <a:spcAft>
                <a:spcPts val="0"/>
              </a:spcAft>
              <a:buSzPts val="12000"/>
              <a:buNone/>
              <a:defRPr sz="12000"/>
            </a:lvl3pPr>
            <a:lvl4pPr lvl="3" algn="ctr">
              <a:lnSpc>
                <a:spcPct val="75000"/>
              </a:lnSpc>
              <a:spcBef>
                <a:spcPts val="0"/>
              </a:spcBef>
              <a:spcAft>
                <a:spcPts val="0"/>
              </a:spcAft>
              <a:buSzPts val="12000"/>
              <a:buNone/>
              <a:defRPr sz="12000"/>
            </a:lvl4pPr>
            <a:lvl5pPr lvl="4" algn="ctr">
              <a:lnSpc>
                <a:spcPct val="75000"/>
              </a:lnSpc>
              <a:spcBef>
                <a:spcPts val="0"/>
              </a:spcBef>
              <a:spcAft>
                <a:spcPts val="0"/>
              </a:spcAft>
              <a:buSzPts val="12000"/>
              <a:buNone/>
              <a:defRPr sz="12000"/>
            </a:lvl5pPr>
            <a:lvl6pPr lvl="5" algn="ctr">
              <a:lnSpc>
                <a:spcPct val="75000"/>
              </a:lnSpc>
              <a:spcBef>
                <a:spcPts val="0"/>
              </a:spcBef>
              <a:spcAft>
                <a:spcPts val="0"/>
              </a:spcAft>
              <a:buSzPts val="12000"/>
              <a:buNone/>
              <a:defRPr sz="12000"/>
            </a:lvl6pPr>
            <a:lvl7pPr lvl="6" algn="ctr">
              <a:lnSpc>
                <a:spcPct val="75000"/>
              </a:lnSpc>
              <a:spcBef>
                <a:spcPts val="0"/>
              </a:spcBef>
              <a:spcAft>
                <a:spcPts val="0"/>
              </a:spcAft>
              <a:buSzPts val="12000"/>
              <a:buNone/>
              <a:defRPr sz="12000"/>
            </a:lvl7pPr>
            <a:lvl8pPr lvl="7" algn="ctr">
              <a:lnSpc>
                <a:spcPct val="75000"/>
              </a:lnSpc>
              <a:spcBef>
                <a:spcPts val="0"/>
              </a:spcBef>
              <a:spcAft>
                <a:spcPts val="0"/>
              </a:spcAft>
              <a:buSzPts val="12000"/>
              <a:buNone/>
              <a:defRPr sz="12000"/>
            </a:lvl8pPr>
            <a:lvl9pPr lvl="8" algn="ctr">
              <a:lnSpc>
                <a:spcPct val="75000"/>
              </a:lnSpc>
              <a:spcBef>
                <a:spcPts val="0"/>
              </a:spcBef>
              <a:spcAft>
                <a:spcPts val="0"/>
              </a:spcAft>
              <a:buSzPts val="12000"/>
              <a:buNone/>
              <a:defRPr sz="12000"/>
            </a:lvl9pPr>
          </a:lstStyle>
          <a:p>
            <a:r>
              <a:t>xx%</a:t>
            </a:r>
          </a:p>
        </p:txBody>
      </p:sp>
      <p:sp>
        <p:nvSpPr>
          <p:cNvPr id="76" name="Google Shape;76;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17500" lvl="0" marL="457200" algn="ctr">
              <a:lnSpc>
                <a:spcPct val="100000"/>
              </a:lnSpc>
              <a:spcBef>
                <a:spcPts val="0"/>
              </a:spcBef>
              <a:spcAft>
                <a:spcPts val="0"/>
              </a:spcAft>
              <a:buSzPts val="1400"/>
              <a:buChar char="•"/>
              <a:defRPr/>
            </a:lvl1pPr>
            <a:lvl2pPr indent="-317500" lvl="1" marL="914400" algn="ctr">
              <a:lnSpc>
                <a:spcPct val="100000"/>
              </a:lnSpc>
              <a:spcBef>
                <a:spcPts val="800"/>
              </a:spcBef>
              <a:spcAft>
                <a:spcPts val="0"/>
              </a:spcAft>
              <a:buSzPts val="1400"/>
              <a:buChar char="•"/>
              <a:defRPr/>
            </a:lvl2pPr>
            <a:lvl3pPr indent="-317500" lvl="2" marL="1371600" algn="ctr">
              <a:lnSpc>
                <a:spcPct val="100000"/>
              </a:lnSpc>
              <a:spcBef>
                <a:spcPts val="800"/>
              </a:spcBef>
              <a:spcAft>
                <a:spcPts val="0"/>
              </a:spcAft>
              <a:buSzPts val="1400"/>
              <a:buChar char="•"/>
              <a:defRPr/>
            </a:lvl3pPr>
            <a:lvl4pPr indent="-317500" lvl="3" marL="1828800" algn="ctr">
              <a:lnSpc>
                <a:spcPct val="100000"/>
              </a:lnSpc>
              <a:spcBef>
                <a:spcPts val="800"/>
              </a:spcBef>
              <a:spcAft>
                <a:spcPts val="0"/>
              </a:spcAft>
              <a:buSzPts val="1400"/>
              <a:buChar char="•"/>
              <a:defRPr/>
            </a:lvl4pPr>
            <a:lvl5pPr indent="-317500" lvl="4" marL="2286000" algn="ctr">
              <a:lnSpc>
                <a:spcPct val="100000"/>
              </a:lnSpc>
              <a:spcBef>
                <a:spcPts val="800"/>
              </a:spcBef>
              <a:spcAft>
                <a:spcPts val="0"/>
              </a:spcAft>
              <a:buSzPts val="1400"/>
              <a:buChar char="•"/>
              <a:defRPr/>
            </a:lvl5pPr>
            <a:lvl6pPr indent="-317500" lvl="5" marL="2743200" algn="ctr">
              <a:lnSpc>
                <a:spcPct val="100000"/>
              </a:lnSpc>
              <a:spcBef>
                <a:spcPts val="800"/>
              </a:spcBef>
              <a:spcAft>
                <a:spcPts val="0"/>
              </a:spcAft>
              <a:buSzPts val="1400"/>
              <a:buChar char="•"/>
              <a:defRPr/>
            </a:lvl6pPr>
            <a:lvl7pPr indent="-317500" lvl="6" marL="3200400" algn="ctr">
              <a:lnSpc>
                <a:spcPct val="100000"/>
              </a:lnSpc>
              <a:spcBef>
                <a:spcPts val="800"/>
              </a:spcBef>
              <a:spcAft>
                <a:spcPts val="0"/>
              </a:spcAft>
              <a:buSzPts val="1400"/>
              <a:buChar char="•"/>
              <a:defRPr/>
            </a:lvl7pPr>
            <a:lvl8pPr indent="-317500" lvl="7" marL="3657600" algn="ctr">
              <a:lnSpc>
                <a:spcPct val="100000"/>
              </a:lnSpc>
              <a:spcBef>
                <a:spcPts val="800"/>
              </a:spcBef>
              <a:spcAft>
                <a:spcPts val="0"/>
              </a:spcAft>
              <a:buSzPts val="1400"/>
              <a:buChar char="•"/>
              <a:defRPr/>
            </a:lvl8pPr>
            <a:lvl9pPr indent="-317500" lvl="8" marL="4114800" algn="ctr">
              <a:lnSpc>
                <a:spcPct val="100000"/>
              </a:lnSpc>
              <a:spcBef>
                <a:spcPts val="800"/>
              </a:spcBef>
              <a:spcAft>
                <a:spcPts val="800"/>
              </a:spcAft>
              <a:buSzPts val="1400"/>
              <a:buChar char="•"/>
              <a:defRPr/>
            </a:lvl9pPr>
          </a:lstStyle>
          <a:p/>
        </p:txBody>
      </p:sp>
      <p:sp>
        <p:nvSpPr>
          <p:cNvPr id="77" name="Google Shape;7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8" name="Shape 78"/>
        <p:cNvGrpSpPr/>
        <p:nvPr/>
      </p:nvGrpSpPr>
      <p:grpSpPr>
        <a:xfrm>
          <a:off x="0" y="0"/>
          <a:ext cx="0" cy="0"/>
          <a:chOff x="0" y="0"/>
          <a:chExt cx="0" cy="0"/>
        </a:xfrm>
      </p:grpSpPr>
      <p:sp>
        <p:nvSpPr>
          <p:cNvPr id="79" name="Google Shape;7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p:cSld name="CUSTOM_3_2_1_1_1_1_1">
    <p:bg>
      <p:bgPr>
        <a:solidFill>
          <a:schemeClr val="lt1"/>
        </a:solidFill>
      </p:bgPr>
    </p:bg>
    <p:spTree>
      <p:nvGrpSpPr>
        <p:cNvPr id="80" name="Shape 80"/>
        <p:cNvGrpSpPr/>
        <p:nvPr/>
      </p:nvGrpSpPr>
      <p:grpSpPr>
        <a:xfrm>
          <a:off x="0" y="0"/>
          <a:ext cx="0" cy="0"/>
          <a:chOff x="0" y="0"/>
          <a:chExt cx="0" cy="0"/>
        </a:xfrm>
      </p:grpSpPr>
      <p:sp>
        <p:nvSpPr>
          <p:cNvPr id="81" name="Google Shape;81;p27"/>
          <p:cNvSpPr txBox="1"/>
          <p:nvPr>
            <p:ph idx="1" type="body"/>
          </p:nvPr>
        </p:nvSpPr>
        <p:spPr>
          <a:xfrm>
            <a:off x="45720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lgn="l">
              <a:lnSpc>
                <a:spcPct val="100000"/>
              </a:lnSpc>
              <a:spcBef>
                <a:spcPts val="0"/>
              </a:spcBef>
              <a:spcAft>
                <a:spcPts val="0"/>
              </a:spcAft>
              <a:buClr>
                <a:schemeClr val="dk1"/>
              </a:buClr>
              <a:buSzPts val="1200"/>
              <a:buChar char="•"/>
              <a:defRPr sz="1200">
                <a:solidFill>
                  <a:schemeClr val="dk1"/>
                </a:solidFill>
              </a:defRPr>
            </a:lvl1pPr>
            <a:lvl2pPr indent="-304800" lvl="1" marL="914400" algn="l">
              <a:lnSpc>
                <a:spcPct val="100000"/>
              </a:lnSpc>
              <a:spcBef>
                <a:spcPts val="1000"/>
              </a:spcBef>
              <a:spcAft>
                <a:spcPts val="0"/>
              </a:spcAft>
              <a:buClr>
                <a:schemeClr val="dk1"/>
              </a:buClr>
              <a:buSzPts val="1200"/>
              <a:buChar char="•"/>
              <a:defRPr sz="1200">
                <a:solidFill>
                  <a:schemeClr val="dk1"/>
                </a:solidFill>
              </a:defRPr>
            </a:lvl2pPr>
            <a:lvl3pPr indent="-304800" lvl="2" marL="1371600" algn="l">
              <a:lnSpc>
                <a:spcPct val="100000"/>
              </a:lnSpc>
              <a:spcBef>
                <a:spcPts val="1000"/>
              </a:spcBef>
              <a:spcAft>
                <a:spcPts val="0"/>
              </a:spcAft>
              <a:buClr>
                <a:schemeClr val="dk1"/>
              </a:buClr>
              <a:buSzPts val="1200"/>
              <a:buChar char="•"/>
              <a:defRPr sz="1200">
                <a:solidFill>
                  <a:schemeClr val="dk1"/>
                </a:solidFill>
              </a:defRPr>
            </a:lvl3pPr>
            <a:lvl4pPr indent="-304800" lvl="3" marL="1828800" algn="l">
              <a:lnSpc>
                <a:spcPct val="100000"/>
              </a:lnSpc>
              <a:spcBef>
                <a:spcPts val="1000"/>
              </a:spcBef>
              <a:spcAft>
                <a:spcPts val="0"/>
              </a:spcAft>
              <a:buClr>
                <a:schemeClr val="dk1"/>
              </a:buClr>
              <a:buSzPts val="1200"/>
              <a:buChar char="•"/>
              <a:defRPr sz="1200">
                <a:solidFill>
                  <a:schemeClr val="dk1"/>
                </a:solidFill>
              </a:defRPr>
            </a:lvl4pPr>
            <a:lvl5pPr indent="-304800" lvl="4" marL="2286000" algn="l">
              <a:lnSpc>
                <a:spcPct val="100000"/>
              </a:lnSpc>
              <a:spcBef>
                <a:spcPts val="1000"/>
              </a:spcBef>
              <a:spcAft>
                <a:spcPts val="0"/>
              </a:spcAft>
              <a:buClr>
                <a:schemeClr val="dk1"/>
              </a:buClr>
              <a:buSzPts val="1200"/>
              <a:buChar char="•"/>
              <a:defRPr sz="1200">
                <a:solidFill>
                  <a:schemeClr val="dk1"/>
                </a:solidFill>
              </a:defRPr>
            </a:lvl5pPr>
            <a:lvl6pPr indent="-304800" lvl="5" marL="2743200" algn="l">
              <a:lnSpc>
                <a:spcPct val="100000"/>
              </a:lnSpc>
              <a:spcBef>
                <a:spcPts val="1000"/>
              </a:spcBef>
              <a:spcAft>
                <a:spcPts val="0"/>
              </a:spcAft>
              <a:buClr>
                <a:schemeClr val="dk1"/>
              </a:buClr>
              <a:buSzPts val="1200"/>
              <a:buChar char="•"/>
              <a:defRPr sz="1200">
                <a:solidFill>
                  <a:schemeClr val="dk1"/>
                </a:solidFill>
              </a:defRPr>
            </a:lvl6pPr>
            <a:lvl7pPr indent="-304800" lvl="6" marL="3200400" algn="l">
              <a:lnSpc>
                <a:spcPct val="100000"/>
              </a:lnSpc>
              <a:spcBef>
                <a:spcPts val="1000"/>
              </a:spcBef>
              <a:spcAft>
                <a:spcPts val="0"/>
              </a:spcAft>
              <a:buClr>
                <a:schemeClr val="dk1"/>
              </a:buClr>
              <a:buSzPts val="1200"/>
              <a:buChar char="•"/>
              <a:defRPr sz="1200">
                <a:solidFill>
                  <a:schemeClr val="dk1"/>
                </a:solidFill>
              </a:defRPr>
            </a:lvl7pPr>
            <a:lvl8pPr indent="-304800" lvl="7" marL="3657600" algn="l">
              <a:lnSpc>
                <a:spcPct val="100000"/>
              </a:lnSpc>
              <a:spcBef>
                <a:spcPts val="1000"/>
              </a:spcBef>
              <a:spcAft>
                <a:spcPts val="0"/>
              </a:spcAft>
              <a:buClr>
                <a:schemeClr val="dk1"/>
              </a:buClr>
              <a:buSzPts val="1200"/>
              <a:buChar char="•"/>
              <a:defRPr sz="1200">
                <a:solidFill>
                  <a:schemeClr val="dk1"/>
                </a:solidFill>
              </a:defRPr>
            </a:lvl8pPr>
            <a:lvl9pPr indent="-304800" lvl="8" marL="4114800" algn="l">
              <a:lnSpc>
                <a:spcPct val="100000"/>
              </a:lnSpc>
              <a:spcBef>
                <a:spcPts val="1000"/>
              </a:spcBef>
              <a:spcAft>
                <a:spcPts val="1000"/>
              </a:spcAft>
              <a:buClr>
                <a:schemeClr val="dk1"/>
              </a:buClr>
              <a:buSzPts val="1200"/>
              <a:buChar char="•"/>
              <a:defRPr sz="1200">
                <a:solidFill>
                  <a:schemeClr val="dk1"/>
                </a:solidFill>
              </a:defRPr>
            </a:lvl9pPr>
          </a:lstStyle>
          <a:p/>
        </p:txBody>
      </p:sp>
      <p:sp>
        <p:nvSpPr>
          <p:cNvPr id="82" name="Google Shape;82;p27"/>
          <p:cNvSpPr txBox="1"/>
          <p:nvPr>
            <p:ph idx="2" type="subTitle"/>
          </p:nvPr>
        </p:nvSpPr>
        <p:spPr>
          <a:xfrm>
            <a:off x="457200" y="1477250"/>
            <a:ext cx="2606100" cy="531300"/>
          </a:xfrm>
          <a:prstGeom prst="rect">
            <a:avLst/>
          </a:prstGeom>
          <a:noFill/>
          <a:ln>
            <a:noFill/>
          </a:ln>
        </p:spPr>
        <p:txBody>
          <a:bodyPr anchorCtr="0" anchor="t" bIns="91425" lIns="137150" spcFirstLastPara="1" rIns="137150" wrap="square" tIns="182875">
            <a:normAutofit/>
          </a:bodyPr>
          <a:lstStyle>
            <a:lvl1pPr lvl="0" marR="0" algn="l">
              <a:lnSpc>
                <a:spcPct val="105000"/>
              </a:lnSpc>
              <a:spcBef>
                <a:spcPts val="0"/>
              </a:spcBef>
              <a:spcAft>
                <a:spcPts val="0"/>
              </a:spcAft>
              <a:buSzPts val="1400"/>
              <a:buNone/>
              <a:defRPr sz="1600">
                <a:solidFill>
                  <a:schemeClr val="accent1"/>
                </a:solidFill>
              </a:defRPr>
            </a:lvl1pPr>
            <a:lvl2pPr lvl="1" algn="l">
              <a:lnSpc>
                <a:spcPct val="100000"/>
              </a:lnSpc>
              <a:spcBef>
                <a:spcPts val="1000"/>
              </a:spcBef>
              <a:spcAft>
                <a:spcPts val="0"/>
              </a:spcAft>
              <a:buSzPts val="1400"/>
              <a:buNone/>
              <a:defRPr/>
            </a:lvl2pPr>
            <a:lvl3pPr lvl="2" algn="l">
              <a:lnSpc>
                <a:spcPct val="100000"/>
              </a:lnSpc>
              <a:spcBef>
                <a:spcPts val="800"/>
              </a:spcBef>
              <a:spcAft>
                <a:spcPts val="0"/>
              </a:spcAft>
              <a:buSzPts val="1400"/>
              <a:buNone/>
              <a:defRPr/>
            </a:lvl3pPr>
            <a:lvl4pPr lvl="3" algn="l">
              <a:lnSpc>
                <a:spcPct val="100000"/>
              </a:lnSpc>
              <a:spcBef>
                <a:spcPts val="800"/>
              </a:spcBef>
              <a:spcAft>
                <a:spcPts val="0"/>
              </a:spcAft>
              <a:buSzPts val="1400"/>
              <a:buNone/>
              <a:defRPr/>
            </a:lvl4pPr>
            <a:lvl5pPr lvl="4" algn="l">
              <a:lnSpc>
                <a:spcPct val="100000"/>
              </a:lnSpc>
              <a:spcBef>
                <a:spcPts val="800"/>
              </a:spcBef>
              <a:spcAft>
                <a:spcPts val="0"/>
              </a:spcAft>
              <a:buSzPts val="1400"/>
              <a:buNone/>
              <a:defRPr/>
            </a:lvl5pPr>
            <a:lvl6pPr lvl="5" algn="l">
              <a:lnSpc>
                <a:spcPct val="100000"/>
              </a:lnSpc>
              <a:spcBef>
                <a:spcPts val="800"/>
              </a:spcBef>
              <a:spcAft>
                <a:spcPts val="0"/>
              </a:spcAft>
              <a:buSzPts val="1400"/>
              <a:buNone/>
              <a:defRPr/>
            </a:lvl6pPr>
            <a:lvl7pPr lvl="6" algn="l">
              <a:lnSpc>
                <a:spcPct val="100000"/>
              </a:lnSpc>
              <a:spcBef>
                <a:spcPts val="800"/>
              </a:spcBef>
              <a:spcAft>
                <a:spcPts val="0"/>
              </a:spcAft>
              <a:buSzPts val="1400"/>
              <a:buNone/>
              <a:defRPr/>
            </a:lvl7pPr>
            <a:lvl8pPr lvl="7" algn="l">
              <a:lnSpc>
                <a:spcPct val="100000"/>
              </a:lnSpc>
              <a:spcBef>
                <a:spcPts val="800"/>
              </a:spcBef>
              <a:spcAft>
                <a:spcPts val="0"/>
              </a:spcAft>
              <a:buSzPts val="1400"/>
              <a:buNone/>
              <a:defRPr/>
            </a:lvl8pPr>
            <a:lvl9pPr lvl="8" algn="l">
              <a:lnSpc>
                <a:spcPct val="100000"/>
              </a:lnSpc>
              <a:spcBef>
                <a:spcPts val="800"/>
              </a:spcBef>
              <a:spcAft>
                <a:spcPts val="800"/>
              </a:spcAft>
              <a:buSzPts val="1400"/>
              <a:buNone/>
              <a:defRPr/>
            </a:lvl9pPr>
          </a:lstStyle>
          <a:p/>
        </p:txBody>
      </p:sp>
      <p:sp>
        <p:nvSpPr>
          <p:cNvPr id="83" name="Google Shape;83;p27"/>
          <p:cNvSpPr txBox="1"/>
          <p:nvPr>
            <p:ph idx="3" type="body"/>
          </p:nvPr>
        </p:nvSpPr>
        <p:spPr>
          <a:xfrm>
            <a:off x="326895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lgn="l">
              <a:lnSpc>
                <a:spcPct val="100000"/>
              </a:lnSpc>
              <a:spcBef>
                <a:spcPts val="0"/>
              </a:spcBef>
              <a:spcAft>
                <a:spcPts val="0"/>
              </a:spcAft>
              <a:buClr>
                <a:schemeClr val="dk1"/>
              </a:buClr>
              <a:buSzPts val="1200"/>
              <a:buChar char="•"/>
              <a:defRPr sz="1200">
                <a:solidFill>
                  <a:schemeClr val="dk1"/>
                </a:solidFill>
              </a:defRPr>
            </a:lvl1pPr>
            <a:lvl2pPr indent="-304800" lvl="1" marL="914400" algn="l">
              <a:lnSpc>
                <a:spcPct val="100000"/>
              </a:lnSpc>
              <a:spcBef>
                <a:spcPts val="1000"/>
              </a:spcBef>
              <a:spcAft>
                <a:spcPts val="0"/>
              </a:spcAft>
              <a:buClr>
                <a:schemeClr val="dk1"/>
              </a:buClr>
              <a:buSzPts val="1200"/>
              <a:buChar char="•"/>
              <a:defRPr sz="1200">
                <a:solidFill>
                  <a:schemeClr val="dk1"/>
                </a:solidFill>
              </a:defRPr>
            </a:lvl2pPr>
            <a:lvl3pPr indent="-304800" lvl="2" marL="1371600" algn="l">
              <a:lnSpc>
                <a:spcPct val="100000"/>
              </a:lnSpc>
              <a:spcBef>
                <a:spcPts val="1000"/>
              </a:spcBef>
              <a:spcAft>
                <a:spcPts val="0"/>
              </a:spcAft>
              <a:buClr>
                <a:schemeClr val="dk1"/>
              </a:buClr>
              <a:buSzPts val="1200"/>
              <a:buChar char="•"/>
              <a:defRPr sz="1200">
                <a:solidFill>
                  <a:schemeClr val="dk1"/>
                </a:solidFill>
              </a:defRPr>
            </a:lvl3pPr>
            <a:lvl4pPr indent="-304800" lvl="3" marL="1828800" algn="l">
              <a:lnSpc>
                <a:spcPct val="100000"/>
              </a:lnSpc>
              <a:spcBef>
                <a:spcPts val="1000"/>
              </a:spcBef>
              <a:spcAft>
                <a:spcPts val="0"/>
              </a:spcAft>
              <a:buClr>
                <a:schemeClr val="dk1"/>
              </a:buClr>
              <a:buSzPts val="1200"/>
              <a:buChar char="•"/>
              <a:defRPr sz="1200">
                <a:solidFill>
                  <a:schemeClr val="dk1"/>
                </a:solidFill>
              </a:defRPr>
            </a:lvl4pPr>
            <a:lvl5pPr indent="-304800" lvl="4" marL="2286000" algn="l">
              <a:lnSpc>
                <a:spcPct val="100000"/>
              </a:lnSpc>
              <a:spcBef>
                <a:spcPts val="1000"/>
              </a:spcBef>
              <a:spcAft>
                <a:spcPts val="0"/>
              </a:spcAft>
              <a:buClr>
                <a:schemeClr val="dk1"/>
              </a:buClr>
              <a:buSzPts val="1200"/>
              <a:buChar char="•"/>
              <a:defRPr sz="1200">
                <a:solidFill>
                  <a:schemeClr val="dk1"/>
                </a:solidFill>
              </a:defRPr>
            </a:lvl5pPr>
            <a:lvl6pPr indent="-304800" lvl="5" marL="2743200" algn="l">
              <a:lnSpc>
                <a:spcPct val="100000"/>
              </a:lnSpc>
              <a:spcBef>
                <a:spcPts val="1000"/>
              </a:spcBef>
              <a:spcAft>
                <a:spcPts val="0"/>
              </a:spcAft>
              <a:buClr>
                <a:schemeClr val="dk1"/>
              </a:buClr>
              <a:buSzPts val="1200"/>
              <a:buChar char="•"/>
              <a:defRPr sz="1200">
                <a:solidFill>
                  <a:schemeClr val="dk1"/>
                </a:solidFill>
              </a:defRPr>
            </a:lvl6pPr>
            <a:lvl7pPr indent="-304800" lvl="6" marL="3200400" algn="l">
              <a:lnSpc>
                <a:spcPct val="100000"/>
              </a:lnSpc>
              <a:spcBef>
                <a:spcPts val="1000"/>
              </a:spcBef>
              <a:spcAft>
                <a:spcPts val="0"/>
              </a:spcAft>
              <a:buClr>
                <a:schemeClr val="dk1"/>
              </a:buClr>
              <a:buSzPts val="1200"/>
              <a:buChar char="•"/>
              <a:defRPr sz="1200">
                <a:solidFill>
                  <a:schemeClr val="dk1"/>
                </a:solidFill>
              </a:defRPr>
            </a:lvl7pPr>
            <a:lvl8pPr indent="-304800" lvl="7" marL="3657600" algn="l">
              <a:lnSpc>
                <a:spcPct val="100000"/>
              </a:lnSpc>
              <a:spcBef>
                <a:spcPts val="1000"/>
              </a:spcBef>
              <a:spcAft>
                <a:spcPts val="0"/>
              </a:spcAft>
              <a:buClr>
                <a:schemeClr val="dk1"/>
              </a:buClr>
              <a:buSzPts val="1200"/>
              <a:buChar char="•"/>
              <a:defRPr sz="1200">
                <a:solidFill>
                  <a:schemeClr val="dk1"/>
                </a:solidFill>
              </a:defRPr>
            </a:lvl8pPr>
            <a:lvl9pPr indent="-304800" lvl="8" marL="4114800" algn="l">
              <a:lnSpc>
                <a:spcPct val="100000"/>
              </a:lnSpc>
              <a:spcBef>
                <a:spcPts val="1000"/>
              </a:spcBef>
              <a:spcAft>
                <a:spcPts val="1000"/>
              </a:spcAft>
              <a:buClr>
                <a:schemeClr val="dk1"/>
              </a:buClr>
              <a:buSzPts val="1200"/>
              <a:buChar char="•"/>
              <a:defRPr sz="1200">
                <a:solidFill>
                  <a:schemeClr val="dk1"/>
                </a:solidFill>
              </a:defRPr>
            </a:lvl9pPr>
          </a:lstStyle>
          <a:p/>
        </p:txBody>
      </p:sp>
      <p:sp>
        <p:nvSpPr>
          <p:cNvPr id="84" name="Google Shape;84;p27"/>
          <p:cNvSpPr txBox="1"/>
          <p:nvPr>
            <p:ph idx="4" type="subTitle"/>
          </p:nvPr>
        </p:nvSpPr>
        <p:spPr>
          <a:xfrm>
            <a:off x="3268950" y="1477250"/>
            <a:ext cx="2606100" cy="531300"/>
          </a:xfrm>
          <a:prstGeom prst="rect">
            <a:avLst/>
          </a:prstGeom>
          <a:noFill/>
          <a:ln>
            <a:noFill/>
          </a:ln>
        </p:spPr>
        <p:txBody>
          <a:bodyPr anchorCtr="0" anchor="t" bIns="91425" lIns="137150" spcFirstLastPara="1" rIns="137150" wrap="square" tIns="182875">
            <a:normAutofit/>
          </a:bodyPr>
          <a:lstStyle>
            <a:lvl1pPr lvl="0" marR="0" algn="l">
              <a:lnSpc>
                <a:spcPct val="105000"/>
              </a:lnSpc>
              <a:spcBef>
                <a:spcPts val="0"/>
              </a:spcBef>
              <a:spcAft>
                <a:spcPts val="0"/>
              </a:spcAft>
              <a:buSzPts val="1400"/>
              <a:buNone/>
              <a:defRPr sz="1600">
                <a:solidFill>
                  <a:schemeClr val="accent1"/>
                </a:solidFill>
              </a:defRPr>
            </a:lvl1pPr>
            <a:lvl2pPr lvl="1" algn="l">
              <a:lnSpc>
                <a:spcPct val="100000"/>
              </a:lnSpc>
              <a:spcBef>
                <a:spcPts val="1000"/>
              </a:spcBef>
              <a:spcAft>
                <a:spcPts val="0"/>
              </a:spcAft>
              <a:buSzPts val="1400"/>
              <a:buNone/>
              <a:defRPr/>
            </a:lvl2pPr>
            <a:lvl3pPr lvl="2" algn="l">
              <a:lnSpc>
                <a:spcPct val="100000"/>
              </a:lnSpc>
              <a:spcBef>
                <a:spcPts val="800"/>
              </a:spcBef>
              <a:spcAft>
                <a:spcPts val="0"/>
              </a:spcAft>
              <a:buSzPts val="1400"/>
              <a:buNone/>
              <a:defRPr/>
            </a:lvl3pPr>
            <a:lvl4pPr lvl="3" algn="l">
              <a:lnSpc>
                <a:spcPct val="100000"/>
              </a:lnSpc>
              <a:spcBef>
                <a:spcPts val="800"/>
              </a:spcBef>
              <a:spcAft>
                <a:spcPts val="0"/>
              </a:spcAft>
              <a:buSzPts val="1400"/>
              <a:buNone/>
              <a:defRPr/>
            </a:lvl4pPr>
            <a:lvl5pPr lvl="4" algn="l">
              <a:lnSpc>
                <a:spcPct val="100000"/>
              </a:lnSpc>
              <a:spcBef>
                <a:spcPts val="800"/>
              </a:spcBef>
              <a:spcAft>
                <a:spcPts val="0"/>
              </a:spcAft>
              <a:buSzPts val="1400"/>
              <a:buNone/>
              <a:defRPr/>
            </a:lvl5pPr>
            <a:lvl6pPr lvl="5" algn="l">
              <a:lnSpc>
                <a:spcPct val="100000"/>
              </a:lnSpc>
              <a:spcBef>
                <a:spcPts val="800"/>
              </a:spcBef>
              <a:spcAft>
                <a:spcPts val="0"/>
              </a:spcAft>
              <a:buSzPts val="1400"/>
              <a:buNone/>
              <a:defRPr/>
            </a:lvl6pPr>
            <a:lvl7pPr lvl="6" algn="l">
              <a:lnSpc>
                <a:spcPct val="100000"/>
              </a:lnSpc>
              <a:spcBef>
                <a:spcPts val="800"/>
              </a:spcBef>
              <a:spcAft>
                <a:spcPts val="0"/>
              </a:spcAft>
              <a:buSzPts val="1400"/>
              <a:buNone/>
              <a:defRPr/>
            </a:lvl7pPr>
            <a:lvl8pPr lvl="7" algn="l">
              <a:lnSpc>
                <a:spcPct val="100000"/>
              </a:lnSpc>
              <a:spcBef>
                <a:spcPts val="800"/>
              </a:spcBef>
              <a:spcAft>
                <a:spcPts val="0"/>
              </a:spcAft>
              <a:buSzPts val="1400"/>
              <a:buNone/>
              <a:defRPr/>
            </a:lvl8pPr>
            <a:lvl9pPr lvl="8" algn="l">
              <a:lnSpc>
                <a:spcPct val="100000"/>
              </a:lnSpc>
              <a:spcBef>
                <a:spcPts val="800"/>
              </a:spcBef>
              <a:spcAft>
                <a:spcPts val="800"/>
              </a:spcAft>
              <a:buSzPts val="1400"/>
              <a:buNone/>
              <a:defRPr/>
            </a:lvl9pPr>
          </a:lstStyle>
          <a:p/>
        </p:txBody>
      </p:sp>
      <p:sp>
        <p:nvSpPr>
          <p:cNvPr id="85" name="Google Shape;85;p27"/>
          <p:cNvSpPr txBox="1"/>
          <p:nvPr>
            <p:ph idx="5" type="body"/>
          </p:nvPr>
        </p:nvSpPr>
        <p:spPr>
          <a:xfrm>
            <a:off x="608070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lgn="l">
              <a:lnSpc>
                <a:spcPct val="100000"/>
              </a:lnSpc>
              <a:spcBef>
                <a:spcPts val="0"/>
              </a:spcBef>
              <a:spcAft>
                <a:spcPts val="0"/>
              </a:spcAft>
              <a:buClr>
                <a:schemeClr val="dk1"/>
              </a:buClr>
              <a:buSzPts val="1200"/>
              <a:buChar char="•"/>
              <a:defRPr sz="1200">
                <a:solidFill>
                  <a:schemeClr val="dk1"/>
                </a:solidFill>
              </a:defRPr>
            </a:lvl1pPr>
            <a:lvl2pPr indent="-304800" lvl="1" marL="914400" algn="l">
              <a:lnSpc>
                <a:spcPct val="100000"/>
              </a:lnSpc>
              <a:spcBef>
                <a:spcPts val="1000"/>
              </a:spcBef>
              <a:spcAft>
                <a:spcPts val="0"/>
              </a:spcAft>
              <a:buClr>
                <a:schemeClr val="dk1"/>
              </a:buClr>
              <a:buSzPts val="1200"/>
              <a:buChar char="•"/>
              <a:defRPr sz="1200">
                <a:solidFill>
                  <a:schemeClr val="dk1"/>
                </a:solidFill>
              </a:defRPr>
            </a:lvl2pPr>
            <a:lvl3pPr indent="-304800" lvl="2" marL="1371600" algn="l">
              <a:lnSpc>
                <a:spcPct val="100000"/>
              </a:lnSpc>
              <a:spcBef>
                <a:spcPts val="1000"/>
              </a:spcBef>
              <a:spcAft>
                <a:spcPts val="0"/>
              </a:spcAft>
              <a:buClr>
                <a:schemeClr val="dk1"/>
              </a:buClr>
              <a:buSzPts val="1200"/>
              <a:buChar char="•"/>
              <a:defRPr sz="1200">
                <a:solidFill>
                  <a:schemeClr val="dk1"/>
                </a:solidFill>
              </a:defRPr>
            </a:lvl3pPr>
            <a:lvl4pPr indent="-304800" lvl="3" marL="1828800" algn="l">
              <a:lnSpc>
                <a:spcPct val="100000"/>
              </a:lnSpc>
              <a:spcBef>
                <a:spcPts val="1000"/>
              </a:spcBef>
              <a:spcAft>
                <a:spcPts val="0"/>
              </a:spcAft>
              <a:buClr>
                <a:schemeClr val="dk1"/>
              </a:buClr>
              <a:buSzPts val="1200"/>
              <a:buChar char="•"/>
              <a:defRPr sz="1200">
                <a:solidFill>
                  <a:schemeClr val="dk1"/>
                </a:solidFill>
              </a:defRPr>
            </a:lvl4pPr>
            <a:lvl5pPr indent="-304800" lvl="4" marL="2286000" algn="l">
              <a:lnSpc>
                <a:spcPct val="100000"/>
              </a:lnSpc>
              <a:spcBef>
                <a:spcPts val="1000"/>
              </a:spcBef>
              <a:spcAft>
                <a:spcPts val="0"/>
              </a:spcAft>
              <a:buClr>
                <a:schemeClr val="dk1"/>
              </a:buClr>
              <a:buSzPts val="1200"/>
              <a:buChar char="•"/>
              <a:defRPr sz="1200">
                <a:solidFill>
                  <a:schemeClr val="dk1"/>
                </a:solidFill>
              </a:defRPr>
            </a:lvl5pPr>
            <a:lvl6pPr indent="-304800" lvl="5" marL="2743200" algn="l">
              <a:lnSpc>
                <a:spcPct val="100000"/>
              </a:lnSpc>
              <a:spcBef>
                <a:spcPts val="1000"/>
              </a:spcBef>
              <a:spcAft>
                <a:spcPts val="0"/>
              </a:spcAft>
              <a:buClr>
                <a:schemeClr val="dk1"/>
              </a:buClr>
              <a:buSzPts val="1200"/>
              <a:buChar char="•"/>
              <a:defRPr sz="1200">
                <a:solidFill>
                  <a:schemeClr val="dk1"/>
                </a:solidFill>
              </a:defRPr>
            </a:lvl6pPr>
            <a:lvl7pPr indent="-304800" lvl="6" marL="3200400" algn="l">
              <a:lnSpc>
                <a:spcPct val="100000"/>
              </a:lnSpc>
              <a:spcBef>
                <a:spcPts val="1000"/>
              </a:spcBef>
              <a:spcAft>
                <a:spcPts val="0"/>
              </a:spcAft>
              <a:buClr>
                <a:schemeClr val="dk1"/>
              </a:buClr>
              <a:buSzPts val="1200"/>
              <a:buChar char="•"/>
              <a:defRPr sz="1200">
                <a:solidFill>
                  <a:schemeClr val="dk1"/>
                </a:solidFill>
              </a:defRPr>
            </a:lvl7pPr>
            <a:lvl8pPr indent="-304800" lvl="7" marL="3657600" algn="l">
              <a:lnSpc>
                <a:spcPct val="100000"/>
              </a:lnSpc>
              <a:spcBef>
                <a:spcPts val="1000"/>
              </a:spcBef>
              <a:spcAft>
                <a:spcPts val="0"/>
              </a:spcAft>
              <a:buClr>
                <a:schemeClr val="dk1"/>
              </a:buClr>
              <a:buSzPts val="1200"/>
              <a:buChar char="•"/>
              <a:defRPr sz="1200">
                <a:solidFill>
                  <a:schemeClr val="dk1"/>
                </a:solidFill>
              </a:defRPr>
            </a:lvl8pPr>
            <a:lvl9pPr indent="-304800" lvl="8" marL="4114800" algn="l">
              <a:lnSpc>
                <a:spcPct val="100000"/>
              </a:lnSpc>
              <a:spcBef>
                <a:spcPts val="1000"/>
              </a:spcBef>
              <a:spcAft>
                <a:spcPts val="1000"/>
              </a:spcAft>
              <a:buClr>
                <a:schemeClr val="dk1"/>
              </a:buClr>
              <a:buSzPts val="1200"/>
              <a:buChar char="•"/>
              <a:defRPr sz="1200">
                <a:solidFill>
                  <a:schemeClr val="dk1"/>
                </a:solidFill>
              </a:defRPr>
            </a:lvl9pPr>
          </a:lstStyle>
          <a:p/>
        </p:txBody>
      </p:sp>
      <p:sp>
        <p:nvSpPr>
          <p:cNvPr id="86" name="Google Shape;86;p27"/>
          <p:cNvSpPr txBox="1"/>
          <p:nvPr>
            <p:ph idx="6" type="subTitle"/>
          </p:nvPr>
        </p:nvSpPr>
        <p:spPr>
          <a:xfrm>
            <a:off x="6080700" y="1477250"/>
            <a:ext cx="2606100" cy="531300"/>
          </a:xfrm>
          <a:prstGeom prst="rect">
            <a:avLst/>
          </a:prstGeom>
          <a:noFill/>
          <a:ln>
            <a:noFill/>
          </a:ln>
        </p:spPr>
        <p:txBody>
          <a:bodyPr anchorCtr="0" anchor="t" bIns="91425" lIns="137150" spcFirstLastPara="1" rIns="137150" wrap="square" tIns="182875">
            <a:normAutofit/>
          </a:bodyPr>
          <a:lstStyle>
            <a:lvl1pPr lvl="0" marR="0" algn="l">
              <a:lnSpc>
                <a:spcPct val="105000"/>
              </a:lnSpc>
              <a:spcBef>
                <a:spcPts val="0"/>
              </a:spcBef>
              <a:spcAft>
                <a:spcPts val="0"/>
              </a:spcAft>
              <a:buSzPts val="1400"/>
              <a:buNone/>
              <a:defRPr sz="1600">
                <a:solidFill>
                  <a:schemeClr val="accent1"/>
                </a:solidFill>
              </a:defRPr>
            </a:lvl1pPr>
            <a:lvl2pPr lvl="1" algn="l">
              <a:lnSpc>
                <a:spcPct val="100000"/>
              </a:lnSpc>
              <a:spcBef>
                <a:spcPts val="1000"/>
              </a:spcBef>
              <a:spcAft>
                <a:spcPts val="0"/>
              </a:spcAft>
              <a:buSzPts val="1400"/>
              <a:buNone/>
              <a:defRPr/>
            </a:lvl2pPr>
            <a:lvl3pPr lvl="2" algn="l">
              <a:lnSpc>
                <a:spcPct val="100000"/>
              </a:lnSpc>
              <a:spcBef>
                <a:spcPts val="800"/>
              </a:spcBef>
              <a:spcAft>
                <a:spcPts val="0"/>
              </a:spcAft>
              <a:buSzPts val="1400"/>
              <a:buNone/>
              <a:defRPr/>
            </a:lvl3pPr>
            <a:lvl4pPr lvl="3" algn="l">
              <a:lnSpc>
                <a:spcPct val="100000"/>
              </a:lnSpc>
              <a:spcBef>
                <a:spcPts val="800"/>
              </a:spcBef>
              <a:spcAft>
                <a:spcPts val="0"/>
              </a:spcAft>
              <a:buSzPts val="1400"/>
              <a:buNone/>
              <a:defRPr/>
            </a:lvl4pPr>
            <a:lvl5pPr lvl="4" algn="l">
              <a:lnSpc>
                <a:spcPct val="100000"/>
              </a:lnSpc>
              <a:spcBef>
                <a:spcPts val="800"/>
              </a:spcBef>
              <a:spcAft>
                <a:spcPts val="0"/>
              </a:spcAft>
              <a:buSzPts val="1400"/>
              <a:buNone/>
              <a:defRPr/>
            </a:lvl5pPr>
            <a:lvl6pPr lvl="5" algn="l">
              <a:lnSpc>
                <a:spcPct val="100000"/>
              </a:lnSpc>
              <a:spcBef>
                <a:spcPts val="800"/>
              </a:spcBef>
              <a:spcAft>
                <a:spcPts val="0"/>
              </a:spcAft>
              <a:buSzPts val="1400"/>
              <a:buNone/>
              <a:defRPr/>
            </a:lvl6pPr>
            <a:lvl7pPr lvl="6" algn="l">
              <a:lnSpc>
                <a:spcPct val="100000"/>
              </a:lnSpc>
              <a:spcBef>
                <a:spcPts val="800"/>
              </a:spcBef>
              <a:spcAft>
                <a:spcPts val="0"/>
              </a:spcAft>
              <a:buSzPts val="1400"/>
              <a:buNone/>
              <a:defRPr/>
            </a:lvl7pPr>
            <a:lvl8pPr lvl="7" algn="l">
              <a:lnSpc>
                <a:spcPct val="100000"/>
              </a:lnSpc>
              <a:spcBef>
                <a:spcPts val="800"/>
              </a:spcBef>
              <a:spcAft>
                <a:spcPts val="0"/>
              </a:spcAft>
              <a:buSzPts val="1400"/>
              <a:buNone/>
              <a:defRPr/>
            </a:lvl8pPr>
            <a:lvl9pPr lvl="8" algn="l">
              <a:lnSpc>
                <a:spcPct val="100000"/>
              </a:lnSpc>
              <a:spcBef>
                <a:spcPts val="800"/>
              </a:spcBef>
              <a:spcAft>
                <a:spcPts val="800"/>
              </a:spcAft>
              <a:buSzPts val="1400"/>
              <a:buNone/>
              <a:defRPr/>
            </a:lvl9pPr>
          </a:lstStyle>
          <a:p/>
        </p:txBody>
      </p:sp>
      <p:sp>
        <p:nvSpPr>
          <p:cNvPr id="87" name="Google Shape;87;p27"/>
          <p:cNvSpPr txBox="1"/>
          <p:nvPr>
            <p:ph type="title"/>
          </p:nvPr>
        </p:nvSpPr>
        <p:spPr>
          <a:xfrm>
            <a:off x="457200" y="537750"/>
            <a:ext cx="5603400" cy="755700"/>
          </a:xfrm>
          <a:prstGeom prst="rect">
            <a:avLst/>
          </a:prstGeom>
          <a:noFill/>
          <a:ln>
            <a:noFill/>
          </a:ln>
        </p:spPr>
        <p:txBody>
          <a:bodyPr anchorCtr="0" anchor="ctr" bIns="91425" lIns="0" spcFirstLastPara="1" rIns="0" wrap="square" tIns="91425">
            <a:normAutofit/>
          </a:bodyPr>
          <a:lstStyle>
            <a:lvl1pPr lvl="0" algn="l">
              <a:lnSpc>
                <a:spcPct val="75000"/>
              </a:lnSpc>
              <a:spcBef>
                <a:spcPts val="0"/>
              </a:spcBef>
              <a:spcAft>
                <a:spcPts val="0"/>
              </a:spcAft>
              <a:buSzPts val="2400"/>
              <a:buNone/>
              <a:defRPr sz="2400"/>
            </a:lvl1pPr>
            <a:lvl2pPr lvl="1" algn="l">
              <a:lnSpc>
                <a:spcPct val="75000"/>
              </a:lnSpc>
              <a:spcBef>
                <a:spcPts val="0"/>
              </a:spcBef>
              <a:spcAft>
                <a:spcPts val="0"/>
              </a:spcAft>
              <a:buSzPts val="2400"/>
              <a:buNone/>
              <a:defRPr sz="2400"/>
            </a:lvl2pPr>
            <a:lvl3pPr lvl="2" algn="l">
              <a:lnSpc>
                <a:spcPct val="75000"/>
              </a:lnSpc>
              <a:spcBef>
                <a:spcPts val="0"/>
              </a:spcBef>
              <a:spcAft>
                <a:spcPts val="0"/>
              </a:spcAft>
              <a:buSzPts val="2400"/>
              <a:buNone/>
              <a:defRPr sz="2400"/>
            </a:lvl3pPr>
            <a:lvl4pPr lvl="3" algn="l">
              <a:lnSpc>
                <a:spcPct val="75000"/>
              </a:lnSpc>
              <a:spcBef>
                <a:spcPts val="0"/>
              </a:spcBef>
              <a:spcAft>
                <a:spcPts val="0"/>
              </a:spcAft>
              <a:buSzPts val="2400"/>
              <a:buNone/>
              <a:defRPr sz="2400"/>
            </a:lvl4pPr>
            <a:lvl5pPr lvl="4" algn="l">
              <a:lnSpc>
                <a:spcPct val="75000"/>
              </a:lnSpc>
              <a:spcBef>
                <a:spcPts val="0"/>
              </a:spcBef>
              <a:spcAft>
                <a:spcPts val="0"/>
              </a:spcAft>
              <a:buSzPts val="2400"/>
              <a:buNone/>
              <a:defRPr sz="2400"/>
            </a:lvl5pPr>
            <a:lvl6pPr lvl="5" algn="l">
              <a:lnSpc>
                <a:spcPct val="75000"/>
              </a:lnSpc>
              <a:spcBef>
                <a:spcPts val="0"/>
              </a:spcBef>
              <a:spcAft>
                <a:spcPts val="0"/>
              </a:spcAft>
              <a:buSzPts val="2400"/>
              <a:buNone/>
              <a:defRPr sz="2400"/>
            </a:lvl6pPr>
            <a:lvl7pPr lvl="6" algn="l">
              <a:lnSpc>
                <a:spcPct val="75000"/>
              </a:lnSpc>
              <a:spcBef>
                <a:spcPts val="0"/>
              </a:spcBef>
              <a:spcAft>
                <a:spcPts val="0"/>
              </a:spcAft>
              <a:buSzPts val="2400"/>
              <a:buNone/>
              <a:defRPr sz="2400"/>
            </a:lvl7pPr>
            <a:lvl8pPr lvl="7" algn="l">
              <a:lnSpc>
                <a:spcPct val="75000"/>
              </a:lnSpc>
              <a:spcBef>
                <a:spcPts val="0"/>
              </a:spcBef>
              <a:spcAft>
                <a:spcPts val="0"/>
              </a:spcAft>
              <a:buSzPts val="2400"/>
              <a:buNone/>
              <a:defRPr sz="2400"/>
            </a:lvl8pPr>
            <a:lvl9pPr lvl="8" algn="l">
              <a:lnSpc>
                <a:spcPct val="75000"/>
              </a:lnSpc>
              <a:spcBef>
                <a:spcPts val="0"/>
              </a:spcBef>
              <a:spcAft>
                <a:spcPts val="0"/>
              </a:spcAft>
              <a:buSzPts val="2400"/>
              <a:buNone/>
              <a:defRPr sz="24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342900"/>
            <a:ext cx="7782900" cy="572700"/>
          </a:xfrm>
          <a:prstGeom prst="rect">
            <a:avLst/>
          </a:prstGeom>
          <a:noFill/>
          <a:ln>
            <a:noFill/>
          </a:ln>
        </p:spPr>
        <p:txBody>
          <a:bodyPr anchorCtr="0" anchor="b" bIns="91425" lIns="0" spcFirstLastPara="1" rIns="0" wrap="square" tIns="91425">
            <a:normAutofit/>
          </a:bodyPr>
          <a:lstStyle>
            <a:lvl1pPr lvl="0"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1pPr>
            <a:lvl2pPr lvl="1"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2pPr>
            <a:lvl3pPr lvl="2"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3pPr>
            <a:lvl4pPr lvl="3"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4pPr>
            <a:lvl5pPr lvl="4"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5pPr>
            <a:lvl6pPr lvl="5"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6pPr>
            <a:lvl7pPr lvl="6"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7pPr>
            <a:lvl8pPr lvl="7"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8pPr>
            <a:lvl9pPr lvl="8" marR="0" rtl="0" algn="l">
              <a:lnSpc>
                <a:spcPct val="75000"/>
              </a:lnSpc>
              <a:spcBef>
                <a:spcPts val="0"/>
              </a:spcBef>
              <a:spcAft>
                <a:spcPts val="0"/>
              </a:spcAft>
              <a:buClr>
                <a:schemeClr val="lt1"/>
              </a:buClr>
              <a:buSzPts val="3000"/>
              <a:buFont typeface="Bodoni Moda ExtraBold"/>
              <a:buNone/>
              <a:defRPr b="0" i="0" sz="3000" u="none" cap="none" strike="noStrike">
                <a:solidFill>
                  <a:schemeClr val="lt1"/>
                </a:solidFill>
                <a:latin typeface="Bodoni Moda ExtraBold"/>
                <a:ea typeface="Bodoni Moda ExtraBold"/>
                <a:cs typeface="Bodoni Moda ExtraBold"/>
                <a:sym typeface="Bodoni Moda ExtraBold"/>
              </a:defRPr>
            </a:lvl9pPr>
          </a:lstStyle>
          <a:p/>
        </p:txBody>
      </p:sp>
      <p:sp>
        <p:nvSpPr>
          <p:cNvPr id="7" name="Google Shape;7;p9"/>
          <p:cNvSpPr txBox="1"/>
          <p:nvPr>
            <p:ph idx="1" type="body"/>
          </p:nvPr>
        </p:nvSpPr>
        <p:spPr>
          <a:xfrm>
            <a:off x="457200" y="915600"/>
            <a:ext cx="5709600" cy="3653400"/>
          </a:xfrm>
          <a:prstGeom prst="rect">
            <a:avLst/>
          </a:prstGeom>
          <a:noFill/>
          <a:ln>
            <a:noFill/>
          </a:ln>
        </p:spPr>
        <p:txBody>
          <a:bodyPr anchorCtr="0" anchor="t" bIns="91425" lIns="91425" spcFirstLastPara="1" rIns="91425" wrap="square" tIns="91425">
            <a:normAutofit/>
          </a:bodyPr>
          <a:lstStyle>
            <a:lvl1pPr indent="-317500" lvl="0" marL="457200" marR="0" rtl="0" algn="l">
              <a:lnSpc>
                <a:spcPct val="100000"/>
              </a:lnSpc>
              <a:spcBef>
                <a:spcPts val="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1pPr>
            <a:lvl2pPr indent="-317500" lvl="1" marL="9144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2pPr>
            <a:lvl3pPr indent="-317500" lvl="2" marL="13716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3pPr>
            <a:lvl4pPr indent="-317500" lvl="3" marL="18288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4pPr>
            <a:lvl5pPr indent="-317500" lvl="4" marL="22860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5pPr>
            <a:lvl6pPr indent="-317500" lvl="5" marL="27432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6pPr>
            <a:lvl7pPr indent="-317500" lvl="6" marL="32004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7pPr>
            <a:lvl8pPr indent="-317500" lvl="7" marL="3657600" marR="0" rtl="0" algn="l">
              <a:lnSpc>
                <a:spcPct val="100000"/>
              </a:lnSpc>
              <a:spcBef>
                <a:spcPts val="800"/>
              </a:spcBef>
              <a:spcAft>
                <a:spcPts val="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8pPr>
            <a:lvl9pPr indent="-317500" lvl="8" marL="4114800" marR="0" rtl="0" algn="l">
              <a:lnSpc>
                <a:spcPct val="100000"/>
              </a:lnSpc>
              <a:spcBef>
                <a:spcPts val="800"/>
              </a:spcBef>
              <a:spcAft>
                <a:spcPts val="800"/>
              </a:spcAft>
              <a:buClr>
                <a:schemeClr val="dk2"/>
              </a:buClr>
              <a:buSzPts val="1400"/>
              <a:buFont typeface="Georgia"/>
              <a:buChar char="•"/>
              <a:defRPr b="0" i="0" sz="1400" u="none" cap="none" strike="noStrike">
                <a:solidFill>
                  <a:schemeClr val="dk2"/>
                </a:solidFill>
                <a:latin typeface="Georgia"/>
                <a:ea typeface="Georgia"/>
                <a:cs typeface="Georgia"/>
                <a:sym typeface="Georgia"/>
              </a:defRPr>
            </a:lvl9pPr>
          </a:lstStyle>
          <a:p/>
        </p:txBody>
      </p:sp>
      <p:cxnSp>
        <p:nvCxnSpPr>
          <p:cNvPr id="8" name="Google Shape;8;p9"/>
          <p:cNvCxnSpPr/>
          <p:nvPr/>
        </p:nvCxnSpPr>
        <p:spPr>
          <a:xfrm>
            <a:off x="224675" y="224675"/>
            <a:ext cx="8694900" cy="0"/>
          </a:xfrm>
          <a:prstGeom prst="straightConnector1">
            <a:avLst/>
          </a:prstGeom>
          <a:noFill/>
          <a:ln cap="flat" cmpd="sng" w="9525">
            <a:solidFill>
              <a:schemeClr val="dk2"/>
            </a:solidFill>
            <a:prstDash val="solid"/>
            <a:round/>
            <a:headEnd len="sm" w="sm" type="none"/>
            <a:tailEnd len="sm" w="sm" type="none"/>
          </a:ln>
        </p:spPr>
      </p:cxnSp>
      <p:cxnSp>
        <p:nvCxnSpPr>
          <p:cNvPr id="9" name="Google Shape;9;p9"/>
          <p:cNvCxnSpPr/>
          <p:nvPr/>
        </p:nvCxnSpPr>
        <p:spPr>
          <a:xfrm>
            <a:off x="224675" y="4915825"/>
            <a:ext cx="8694900" cy="0"/>
          </a:xfrm>
          <a:prstGeom prst="straightConnector1">
            <a:avLst/>
          </a:prstGeom>
          <a:noFill/>
          <a:ln cap="flat" cmpd="sng" w="9525">
            <a:solidFill>
              <a:schemeClr val="dk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57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descr="presentation_title" id="92" name="Google Shape;92;p1"/>
          <p:cNvSpPr txBox="1"/>
          <p:nvPr>
            <p:ph type="ctrTitle"/>
          </p:nvPr>
        </p:nvSpPr>
        <p:spPr>
          <a:xfrm>
            <a:off x="570224" y="1545450"/>
            <a:ext cx="6352069" cy="2855100"/>
          </a:xfrm>
          <a:prstGeom prst="rect">
            <a:avLst/>
          </a:prstGeom>
          <a:noFill/>
          <a:ln>
            <a:noFill/>
          </a:ln>
        </p:spPr>
        <p:txBody>
          <a:bodyPr anchorCtr="0" anchor="ctr" bIns="91425" lIns="0" spcFirstLastPara="1" rIns="0" wrap="square" tIns="91425">
            <a:noAutofit/>
          </a:bodyPr>
          <a:lstStyle/>
          <a:p>
            <a:pPr indent="0" lvl="0" marL="0" rtl="0" algn="l">
              <a:lnSpc>
                <a:spcPct val="75000"/>
              </a:lnSpc>
              <a:spcBef>
                <a:spcPts val="0"/>
              </a:spcBef>
              <a:spcAft>
                <a:spcPts val="0"/>
              </a:spcAft>
              <a:buSzPts val="5200"/>
              <a:buNone/>
            </a:pPr>
            <a:r>
              <a:rPr b="1" lang="en" sz="4700">
                <a:latin typeface="Bodoni Moda"/>
                <a:ea typeface="Bodoni Moda"/>
                <a:cs typeface="Bodoni Moda"/>
                <a:sym typeface="Bodoni Moda"/>
              </a:rPr>
              <a:t>Windows Operating System Security Overview</a:t>
            </a:r>
            <a:endParaRPr b="1" sz="4700">
              <a:latin typeface="Bodoni Moda"/>
              <a:ea typeface="Bodoni Moda"/>
              <a:cs typeface="Bodoni Moda"/>
              <a:sym typeface="Bodoni Moda"/>
            </a:endParaRPr>
          </a:p>
        </p:txBody>
      </p:sp>
      <p:sp>
        <p:nvSpPr>
          <p:cNvPr id="93" name="Google Shape;93;p1"/>
          <p:cNvSpPr/>
          <p:nvPr/>
        </p:nvSpPr>
        <p:spPr>
          <a:xfrm>
            <a:off x="570225" y="1171000"/>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idx="4294967295" type="subTitle"/>
          </p:nvPr>
        </p:nvSpPr>
        <p:spPr>
          <a:xfrm>
            <a:off x="348525" y="342900"/>
            <a:ext cx="1918200" cy="396600"/>
          </a:xfrm>
          <a:prstGeom prst="rect">
            <a:avLst/>
          </a:prstGeom>
          <a:noFill/>
          <a:ln>
            <a:noFill/>
          </a:ln>
        </p:spPr>
        <p:txBody>
          <a:bodyPr anchorCtr="0" anchor="t" bIns="91425" lIns="0" spcFirstLastPara="1" rIns="0"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1" lang="en" sz="2400" u="none" cap="none" strike="noStrike">
                <a:solidFill>
                  <a:schemeClr val="lt1"/>
                </a:solidFill>
                <a:latin typeface="Bodoni Moda"/>
                <a:ea typeface="Bodoni Moda"/>
                <a:cs typeface="Bodoni Moda"/>
                <a:sym typeface="Bodoni Moda"/>
              </a:rPr>
              <a:t>Agenda</a:t>
            </a:r>
            <a:endParaRPr b="1" i="1" sz="2400" u="none" cap="none" strike="noStrike">
              <a:solidFill>
                <a:schemeClr val="lt1"/>
              </a:solidFill>
              <a:latin typeface="Bodoni Moda"/>
              <a:ea typeface="Bodoni Moda"/>
              <a:cs typeface="Bodoni Moda"/>
              <a:sym typeface="Bodoni Moda"/>
            </a:endParaRPr>
          </a:p>
        </p:txBody>
      </p:sp>
      <p:sp>
        <p:nvSpPr>
          <p:cNvPr descr="agenda_0" id="99" name="Google Shape;99;p2"/>
          <p:cNvSpPr txBox="1"/>
          <p:nvPr/>
        </p:nvSpPr>
        <p:spPr>
          <a:xfrm>
            <a:off x="348525" y="1115500"/>
            <a:ext cx="7066500" cy="3148500"/>
          </a:xfrm>
          <a:prstGeom prst="rect">
            <a:avLst/>
          </a:prstGeom>
          <a:noFill/>
          <a:ln>
            <a:noFill/>
          </a:ln>
        </p:spPr>
        <p:txBody>
          <a:bodyPr anchorCtr="0" anchor="b" bIns="0" lIns="0" spcFirstLastPara="1" rIns="91425" wrap="square" tIns="91425">
            <a:noAutofit/>
          </a:bodyPr>
          <a:lstStyle/>
          <a:p>
            <a:pPr indent="-31750" lvl="0" marL="0" marR="0" rtl="0" algn="l">
              <a:lnSpc>
                <a:spcPct val="150000"/>
              </a:lnSpc>
              <a:spcBef>
                <a:spcPts val="0"/>
              </a:spcBef>
              <a:spcAft>
                <a:spcPts val="0"/>
              </a:spcAft>
              <a:buClr>
                <a:schemeClr val="dk1"/>
              </a:buClr>
              <a:buSzPts val="1700"/>
              <a:buFont typeface="Georgia"/>
              <a:buChar char="•"/>
            </a:pPr>
            <a:r>
              <a:rPr b="0" i="0" lang="en" sz="1700" u="none" cap="none" strike="noStrike">
                <a:solidFill>
                  <a:schemeClr val="lt1"/>
                </a:solidFill>
                <a:latin typeface="Georgia"/>
                <a:ea typeface="Georgia"/>
                <a:cs typeface="Georgia"/>
                <a:sym typeface="Georgia"/>
              </a:rPr>
              <a:t>Introduction to Windows Operating System Security</a:t>
            </a:r>
            <a:endParaRPr b="0" i="0" sz="1700" u="none" cap="none" strike="noStrike">
              <a:solidFill>
                <a:schemeClr val="lt1"/>
              </a:solidFill>
              <a:latin typeface="Georgia"/>
              <a:ea typeface="Georgia"/>
              <a:cs typeface="Georgia"/>
              <a:sym typeface="Georgia"/>
            </a:endParaRPr>
          </a:p>
          <a:p>
            <a:pPr indent="-31750" lvl="0" marL="0" marR="0" rtl="0" algn="l">
              <a:lnSpc>
                <a:spcPct val="150000"/>
              </a:lnSpc>
              <a:spcBef>
                <a:spcPts val="0"/>
              </a:spcBef>
              <a:spcAft>
                <a:spcPts val="0"/>
              </a:spcAft>
              <a:buClr>
                <a:schemeClr val="dk1"/>
              </a:buClr>
              <a:buSzPts val="1700"/>
              <a:buFont typeface="Georgia"/>
              <a:buChar char="•"/>
            </a:pPr>
            <a:r>
              <a:rPr b="0" i="0" lang="en" sz="1700" u="none" cap="none" strike="noStrike">
                <a:solidFill>
                  <a:schemeClr val="lt1"/>
                </a:solidFill>
                <a:latin typeface="Georgia"/>
                <a:ea typeface="Georgia"/>
                <a:cs typeface="Georgia"/>
                <a:sym typeface="Georgia"/>
              </a:rPr>
              <a:t>System Security Features</a:t>
            </a:r>
            <a:endParaRPr b="0" i="0" sz="1700" u="none" cap="none" strike="noStrike">
              <a:solidFill>
                <a:schemeClr val="lt1"/>
              </a:solidFill>
              <a:latin typeface="Georgia"/>
              <a:ea typeface="Georgia"/>
              <a:cs typeface="Georgia"/>
              <a:sym typeface="Georgia"/>
            </a:endParaRPr>
          </a:p>
          <a:p>
            <a:pPr indent="-31750" lvl="0" marL="0" marR="0" rtl="0" algn="l">
              <a:lnSpc>
                <a:spcPct val="150000"/>
              </a:lnSpc>
              <a:spcBef>
                <a:spcPts val="0"/>
              </a:spcBef>
              <a:spcAft>
                <a:spcPts val="0"/>
              </a:spcAft>
              <a:buClr>
                <a:schemeClr val="dk1"/>
              </a:buClr>
              <a:buSzPts val="1700"/>
              <a:buFont typeface="Georgia"/>
              <a:buChar char="•"/>
            </a:pPr>
            <a:r>
              <a:rPr b="0" i="0" lang="en" sz="1700" u="none" cap="none" strike="noStrike">
                <a:solidFill>
                  <a:schemeClr val="lt1"/>
                </a:solidFill>
                <a:latin typeface="Georgia"/>
                <a:ea typeface="Georgia"/>
                <a:cs typeface="Georgia"/>
                <a:sym typeface="Georgia"/>
              </a:rPr>
              <a:t>Virus and Threat Protection</a:t>
            </a:r>
            <a:endParaRPr b="0" i="0" sz="1700" u="none" cap="none" strike="noStrike">
              <a:solidFill>
                <a:schemeClr val="lt1"/>
              </a:solidFill>
              <a:latin typeface="Georgia"/>
              <a:ea typeface="Georgia"/>
              <a:cs typeface="Georgia"/>
              <a:sym typeface="Georgia"/>
            </a:endParaRPr>
          </a:p>
          <a:p>
            <a:pPr indent="-31750" lvl="0" marL="0" marR="0" rtl="0" algn="l">
              <a:lnSpc>
                <a:spcPct val="150000"/>
              </a:lnSpc>
              <a:spcBef>
                <a:spcPts val="0"/>
              </a:spcBef>
              <a:spcAft>
                <a:spcPts val="0"/>
              </a:spcAft>
              <a:buClr>
                <a:schemeClr val="dk1"/>
              </a:buClr>
              <a:buSzPts val="1700"/>
              <a:buFont typeface="Georgia"/>
              <a:buChar char="•"/>
            </a:pPr>
            <a:r>
              <a:rPr b="0" i="0" lang="en" sz="1700" u="none" cap="none" strike="noStrike">
                <a:solidFill>
                  <a:schemeClr val="lt1"/>
                </a:solidFill>
                <a:latin typeface="Georgia"/>
                <a:ea typeface="Georgia"/>
                <a:cs typeface="Georgia"/>
                <a:sym typeface="Georgia"/>
              </a:rPr>
              <a:t>Network Security Enhancements</a:t>
            </a:r>
            <a:endParaRPr b="0" i="0" sz="1700" u="none" cap="none" strike="noStrike">
              <a:solidFill>
                <a:schemeClr val="lt1"/>
              </a:solidFill>
              <a:latin typeface="Georgia"/>
              <a:ea typeface="Georgia"/>
              <a:cs typeface="Georgia"/>
              <a:sym typeface="Georgia"/>
            </a:endParaRPr>
          </a:p>
          <a:p>
            <a:pPr indent="-31750" lvl="0" marL="0" marR="0" rtl="0" algn="l">
              <a:lnSpc>
                <a:spcPct val="150000"/>
              </a:lnSpc>
              <a:spcBef>
                <a:spcPts val="0"/>
              </a:spcBef>
              <a:spcAft>
                <a:spcPts val="0"/>
              </a:spcAft>
              <a:buClr>
                <a:schemeClr val="dk1"/>
              </a:buClr>
              <a:buSzPts val="1700"/>
              <a:buFont typeface="Georgia"/>
              <a:buChar char="•"/>
            </a:pPr>
            <a:r>
              <a:rPr b="0" i="0" lang="en" sz="1700" u="none" cap="none" strike="noStrike">
                <a:solidFill>
                  <a:schemeClr val="lt1"/>
                </a:solidFill>
                <a:latin typeface="Georgia"/>
                <a:ea typeface="Georgia"/>
                <a:cs typeface="Georgia"/>
                <a:sym typeface="Georgia"/>
              </a:rPr>
              <a:t>Encryption and Data Protection</a:t>
            </a:r>
            <a:endParaRPr b="0" i="0" sz="1700" u="none" cap="none" strike="noStrike">
              <a:solidFill>
                <a:schemeClr val="lt1"/>
              </a:solidFill>
              <a:latin typeface="Georgia"/>
              <a:ea typeface="Georgia"/>
              <a:cs typeface="Georgia"/>
              <a:sym typeface="Georgia"/>
            </a:endParaRPr>
          </a:p>
          <a:p>
            <a:pPr indent="-31750" lvl="0" marL="0" marR="0" rtl="0" algn="l">
              <a:lnSpc>
                <a:spcPct val="150000"/>
              </a:lnSpc>
              <a:spcBef>
                <a:spcPts val="0"/>
              </a:spcBef>
              <a:spcAft>
                <a:spcPts val="0"/>
              </a:spcAft>
              <a:buClr>
                <a:schemeClr val="dk1"/>
              </a:buClr>
              <a:buSzPts val="1700"/>
              <a:buFont typeface="Georgia"/>
              <a:buChar char="•"/>
            </a:pPr>
            <a:r>
              <a:rPr b="0" i="0" lang="en" sz="1700" u="none" cap="none" strike="noStrike">
                <a:solidFill>
                  <a:schemeClr val="lt1"/>
                </a:solidFill>
                <a:latin typeface="Georgia"/>
                <a:ea typeface="Georgia"/>
                <a:cs typeface="Georgia"/>
                <a:sym typeface="Georgia"/>
              </a:rPr>
              <a:t>Feedback and User Involvement</a:t>
            </a:r>
            <a:endParaRPr b="0" i="0" sz="1700" u="none" cap="none" strike="noStrike">
              <a:solidFill>
                <a:schemeClr val="lt1"/>
              </a:solidFill>
              <a:latin typeface="Georgia"/>
              <a:ea typeface="Georgia"/>
              <a:cs typeface="Georgia"/>
              <a:sym typeface="Georgia"/>
            </a:endParaRPr>
          </a:p>
          <a:p>
            <a:pPr indent="-31750" lvl="0" marL="0" marR="0" rtl="0" algn="l">
              <a:lnSpc>
                <a:spcPct val="150000"/>
              </a:lnSpc>
              <a:spcBef>
                <a:spcPts val="0"/>
              </a:spcBef>
              <a:spcAft>
                <a:spcPts val="0"/>
              </a:spcAft>
              <a:buClr>
                <a:schemeClr val="dk1"/>
              </a:buClr>
              <a:buSzPts val="1700"/>
              <a:buFont typeface="Georgia"/>
              <a:buChar char="•"/>
            </a:pPr>
            <a:r>
              <a:rPr b="0" i="0" lang="en" sz="1700" u="none" cap="none" strike="noStrike">
                <a:solidFill>
                  <a:schemeClr val="lt1"/>
                </a:solidFill>
                <a:latin typeface="Georgia"/>
                <a:ea typeface="Georgia"/>
                <a:cs typeface="Georgia"/>
                <a:sym typeface="Georgia"/>
              </a:rPr>
              <a:t>Resources and Further Reading</a:t>
            </a:r>
            <a:endParaRPr b="0" i="0" sz="1700" u="none" cap="none" strike="noStrike">
              <a:solidFill>
                <a:schemeClr val="lt1"/>
              </a:solidFill>
              <a:latin typeface="Georgia"/>
              <a:ea typeface="Georgia"/>
              <a:cs typeface="Georgia"/>
              <a:sym typeface="Georgia"/>
            </a:endParaRPr>
          </a:p>
          <a:p>
            <a:pPr indent="-31750" lvl="0" marL="0" marR="0" rtl="0" algn="l">
              <a:lnSpc>
                <a:spcPct val="150000"/>
              </a:lnSpc>
              <a:spcBef>
                <a:spcPts val="0"/>
              </a:spcBef>
              <a:spcAft>
                <a:spcPts val="0"/>
              </a:spcAft>
              <a:buClr>
                <a:schemeClr val="dk1"/>
              </a:buClr>
              <a:buSzPts val="1700"/>
              <a:buFont typeface="Georgia"/>
              <a:buChar char="•"/>
            </a:pPr>
            <a:r>
              <a:rPr b="0" i="0" lang="en" sz="1700" u="none" cap="none" strike="noStrike">
                <a:solidFill>
                  <a:schemeClr val="lt1"/>
                </a:solidFill>
                <a:latin typeface="Georgia"/>
                <a:ea typeface="Georgia"/>
                <a:cs typeface="Georgia"/>
                <a:sym typeface="Georgia"/>
              </a:rPr>
              <a:t>Conclusion and Key Takeaways</a:t>
            </a:r>
            <a:endParaRPr b="0" i="0" sz="1700" u="none" cap="none" strike="noStrike">
              <a:solidFill>
                <a:schemeClr val="lt1"/>
              </a:solidFill>
              <a:latin typeface="Georgia"/>
              <a:ea typeface="Georgia"/>
              <a:cs typeface="Georgia"/>
              <a:sym typeface="Georgia"/>
            </a:endParaRPr>
          </a:p>
        </p:txBody>
      </p:sp>
      <p:sp>
        <p:nvSpPr>
          <p:cNvPr id="100" name="Google Shape;100;p2"/>
          <p:cNvSpPr/>
          <p:nvPr/>
        </p:nvSpPr>
        <p:spPr>
          <a:xfrm>
            <a:off x="1532650" y="657900"/>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4" name="Shape 104"/>
        <p:cNvGrpSpPr/>
        <p:nvPr/>
      </p:nvGrpSpPr>
      <p:grpSpPr>
        <a:xfrm>
          <a:off x="0" y="0"/>
          <a:ext cx="0" cy="0"/>
          <a:chOff x="0" y="0"/>
          <a:chExt cx="0" cy="0"/>
        </a:xfrm>
      </p:grpSpPr>
      <p:sp>
        <p:nvSpPr>
          <p:cNvPr descr="title" id="105" name="Google Shape;105;p3"/>
          <p:cNvSpPr txBox="1"/>
          <p:nvPr>
            <p:ph type="title"/>
          </p:nvPr>
        </p:nvSpPr>
        <p:spPr>
          <a:xfrm>
            <a:off x="348600" y="521275"/>
            <a:ext cx="8334300" cy="572700"/>
          </a:xfrm>
          <a:prstGeom prst="rect">
            <a:avLst/>
          </a:prstGeom>
          <a:noFill/>
          <a:ln>
            <a:noFill/>
          </a:ln>
        </p:spPr>
        <p:txBody>
          <a:bodyPr anchorCtr="0" anchor="b" bIns="91425" lIns="0" spcFirstLastPara="1" rIns="0" wrap="square" tIns="91425">
            <a:noAutofit/>
          </a:bodyPr>
          <a:lstStyle/>
          <a:p>
            <a:pPr indent="0" lvl="0" marL="0" rtl="0" algn="l">
              <a:lnSpc>
                <a:spcPct val="75000"/>
              </a:lnSpc>
              <a:spcBef>
                <a:spcPts val="0"/>
              </a:spcBef>
              <a:spcAft>
                <a:spcPts val="0"/>
              </a:spcAft>
              <a:buSzPts val="990"/>
              <a:buNone/>
            </a:pPr>
            <a:r>
              <a:rPr b="1" lang="en" sz="2000">
                <a:latin typeface="Bodoni Moda"/>
                <a:ea typeface="Bodoni Moda"/>
                <a:cs typeface="Bodoni Moda"/>
                <a:sym typeface="Bodoni Moda"/>
              </a:rPr>
              <a:t>Introduction to Windows Operating System Security</a:t>
            </a:r>
            <a:endParaRPr b="1" sz="2000">
              <a:solidFill>
                <a:schemeClr val="lt1"/>
              </a:solidFill>
              <a:latin typeface="Bodoni Moda"/>
              <a:ea typeface="Bodoni Moda"/>
              <a:cs typeface="Bodoni Moda"/>
              <a:sym typeface="Bodoni Moda"/>
            </a:endParaRPr>
          </a:p>
        </p:txBody>
      </p:sp>
      <p:sp>
        <p:nvSpPr>
          <p:cNvPr descr="detail_0" id="106" name="Google Shape;106;p3"/>
          <p:cNvSpPr txBox="1"/>
          <p:nvPr>
            <p:ph idx="1" type="body"/>
          </p:nvPr>
        </p:nvSpPr>
        <p:spPr>
          <a:xfrm>
            <a:off x="348600" y="1184025"/>
            <a:ext cx="7247400" cy="3575100"/>
          </a:xfrm>
          <a:prstGeom prst="rect">
            <a:avLst/>
          </a:prstGeom>
          <a:noFill/>
          <a:ln>
            <a:noFill/>
          </a:ln>
        </p:spPr>
        <p:txBody>
          <a:bodyPr anchorCtr="0" anchor="t" bIns="91425" lIns="0" spcFirstLastPara="1" rIns="91425" wrap="square" tIns="91425">
            <a:noAutofit/>
          </a:bodyPr>
          <a:lstStyle/>
          <a:p>
            <a:pPr indent="0" lvl="0" marL="0" rtl="0" algn="just">
              <a:lnSpc>
                <a:spcPct val="115000"/>
              </a:lnSpc>
              <a:spcBef>
                <a:spcPts val="0"/>
              </a:spcBef>
              <a:spcAft>
                <a:spcPts val="1500"/>
              </a:spcAft>
              <a:buSzPts val="1400"/>
              <a:buNone/>
            </a:pPr>
            <a:r>
              <a:rPr lang="en" sz="1800"/>
              <a:t>Security is a critical component of the Windows operating system, designed to protect user data and system integrity from various threats. Windows 11 introduces extensive security measures that provide comprehensive </a:t>
            </a:r>
            <a:r>
              <a:rPr b="1" lang="en" sz="1800"/>
              <a:t>chip-to-cloud protection</a:t>
            </a:r>
            <a:r>
              <a:rPr lang="en" sz="1800"/>
              <a:t>, safeguarding devices </a:t>
            </a:r>
            <a:r>
              <a:rPr b="1" lang="en" sz="1800"/>
              <a:t>right from the moment they power on.</a:t>
            </a:r>
            <a:r>
              <a:rPr lang="en" sz="1800"/>
              <a:t> These advancements include enhanced encryption methods, robust network security protocols, and intelligent threat detection systems that adapt to evolving cyber threats, making Windows 11 the most secure version to date. By integrating these features, Windows ensures a safe computing environment for users, businesses, and organizations alike.</a:t>
            </a:r>
            <a:endParaRPr sz="1800"/>
          </a:p>
        </p:txBody>
      </p:sp>
      <p:sp>
        <p:nvSpPr>
          <p:cNvPr descr="chapter" id="107" name="Google Shape;107;p3"/>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accent1"/>
                </a:solidFill>
                <a:latin typeface="Noto Sans"/>
                <a:ea typeface="Noto Sans"/>
                <a:cs typeface="Noto Sans"/>
                <a:sym typeface="Noto Sans"/>
              </a:rPr>
              <a:t>Overview</a:t>
            </a:r>
            <a:endParaRPr b="1" i="0" sz="1000" u="none" cap="none" strike="noStrike">
              <a:solidFill>
                <a:schemeClr val="accent1"/>
              </a:solidFill>
              <a:latin typeface="Noto Sans"/>
              <a:ea typeface="Noto Sans"/>
              <a:cs typeface="Noto Sans"/>
              <a:sym typeface="No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1" name="Shape 111"/>
        <p:cNvGrpSpPr/>
        <p:nvPr/>
      </p:nvGrpSpPr>
      <p:grpSpPr>
        <a:xfrm>
          <a:off x="0" y="0"/>
          <a:ext cx="0" cy="0"/>
          <a:chOff x="0" y="0"/>
          <a:chExt cx="0" cy="0"/>
        </a:xfrm>
      </p:grpSpPr>
      <p:sp>
        <p:nvSpPr>
          <p:cNvPr descr="title" id="112" name="Google Shape;112;p4"/>
          <p:cNvSpPr txBox="1"/>
          <p:nvPr>
            <p:ph type="title"/>
          </p:nvPr>
        </p:nvSpPr>
        <p:spPr>
          <a:xfrm>
            <a:off x="348600" y="521275"/>
            <a:ext cx="8334300" cy="572700"/>
          </a:xfrm>
          <a:prstGeom prst="rect">
            <a:avLst/>
          </a:prstGeom>
          <a:noFill/>
          <a:ln>
            <a:noFill/>
          </a:ln>
        </p:spPr>
        <p:txBody>
          <a:bodyPr anchorCtr="0" anchor="ctr" bIns="91425" lIns="0" spcFirstLastPara="1" rIns="0" wrap="square" tIns="91425">
            <a:noAutofit/>
          </a:bodyPr>
          <a:lstStyle/>
          <a:p>
            <a:pPr indent="0" lvl="0" marL="0" rtl="0" algn="l">
              <a:lnSpc>
                <a:spcPct val="75000"/>
              </a:lnSpc>
              <a:spcBef>
                <a:spcPts val="0"/>
              </a:spcBef>
              <a:spcAft>
                <a:spcPts val="0"/>
              </a:spcAft>
              <a:buSzPts val="990"/>
              <a:buNone/>
            </a:pPr>
            <a:r>
              <a:rPr b="1" lang="en" sz="2700">
                <a:latin typeface="Bodoni Moda"/>
                <a:ea typeface="Bodoni Moda"/>
                <a:cs typeface="Bodoni Moda"/>
                <a:sym typeface="Bodoni Moda"/>
              </a:rPr>
              <a:t>System Security Features</a:t>
            </a:r>
            <a:endParaRPr b="1" sz="2700">
              <a:solidFill>
                <a:schemeClr val="lt1"/>
              </a:solidFill>
              <a:latin typeface="Bodoni Moda"/>
              <a:ea typeface="Bodoni Moda"/>
              <a:cs typeface="Bodoni Moda"/>
              <a:sym typeface="Bodoni Moda"/>
            </a:endParaRPr>
          </a:p>
        </p:txBody>
      </p:sp>
      <p:sp>
        <p:nvSpPr>
          <p:cNvPr descr="chapter" id="113" name="Google Shape;113;p4"/>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100" u="none" cap="none" strike="noStrike">
                <a:solidFill>
                  <a:schemeClr val="accent4"/>
                </a:solidFill>
                <a:latin typeface="Noto Sans"/>
                <a:ea typeface="Noto Sans"/>
                <a:cs typeface="Noto Sans"/>
                <a:sym typeface="Noto Sans"/>
              </a:rPr>
              <a:t>Security</a:t>
            </a:r>
            <a:endParaRPr b="1" i="0" sz="1100" u="none" cap="none" strike="noStrike">
              <a:solidFill>
                <a:schemeClr val="accent4"/>
              </a:solidFill>
              <a:latin typeface="Noto Sans"/>
              <a:ea typeface="Noto Sans"/>
              <a:cs typeface="Noto Sans"/>
              <a:sym typeface="Noto Sans"/>
            </a:endParaRPr>
          </a:p>
        </p:txBody>
      </p:sp>
      <p:sp>
        <p:nvSpPr>
          <p:cNvPr descr="detail_0" id="114" name="Google Shape;114;p4"/>
          <p:cNvSpPr txBox="1"/>
          <p:nvPr>
            <p:ph idx="1" type="body"/>
          </p:nvPr>
        </p:nvSpPr>
        <p:spPr>
          <a:xfrm>
            <a:off x="348562" y="1542024"/>
            <a:ext cx="3790800" cy="1310400"/>
          </a:xfrm>
          <a:prstGeom prst="rect">
            <a:avLst/>
          </a:prstGeom>
          <a:noFill/>
          <a:ln>
            <a:noFill/>
          </a:ln>
        </p:spPr>
        <p:txBody>
          <a:bodyPr anchorCtr="0" anchor="t" bIns="91425" lIns="0" spcFirstLastPara="1" rIns="91425" wrap="square" tIns="91425">
            <a:noAutofit/>
          </a:bodyPr>
          <a:lstStyle/>
          <a:p>
            <a:pPr indent="0" lvl="0" marL="0" rtl="0" algn="l">
              <a:lnSpc>
                <a:spcPct val="100000"/>
              </a:lnSpc>
              <a:spcBef>
                <a:spcPts val="0"/>
              </a:spcBef>
              <a:spcAft>
                <a:spcPts val="1000"/>
              </a:spcAft>
              <a:buSzPts val="1600"/>
              <a:buNone/>
            </a:pPr>
            <a:r>
              <a:rPr lang="en">
                <a:solidFill>
                  <a:schemeClr val="lt1"/>
                </a:solidFill>
              </a:rPr>
              <a:t>Secure Boot prevents malware and corrupted components from loading during the system startup, ensuring that only trusted software is executed.</a:t>
            </a:r>
            <a:endParaRPr>
              <a:solidFill>
                <a:schemeClr val="lt1"/>
              </a:solidFill>
            </a:endParaRPr>
          </a:p>
        </p:txBody>
      </p:sp>
      <p:sp>
        <p:nvSpPr>
          <p:cNvPr descr="header_0" id="115" name="Google Shape;115;p4"/>
          <p:cNvSpPr txBox="1"/>
          <p:nvPr>
            <p:ph idx="4294967295" type="subTitle"/>
          </p:nvPr>
        </p:nvSpPr>
        <p:spPr>
          <a:xfrm>
            <a:off x="348550" y="1093975"/>
            <a:ext cx="3790800" cy="4479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Clr>
                <a:schemeClr val="dk2"/>
              </a:buClr>
              <a:buSzPts val="1400"/>
              <a:buFont typeface="Georgia"/>
              <a:buNone/>
            </a:pPr>
            <a:r>
              <a:rPr b="1" i="0" lang="en" sz="1700" u="none" cap="none" strike="noStrike">
                <a:solidFill>
                  <a:schemeClr val="accent4"/>
                </a:solidFill>
                <a:latin typeface="Georgia"/>
                <a:ea typeface="Georgia"/>
                <a:cs typeface="Georgia"/>
                <a:sym typeface="Georgia"/>
              </a:rPr>
              <a:t>Secure Boot</a:t>
            </a:r>
            <a:endParaRPr b="1" i="0" sz="1700" u="none" cap="none" strike="noStrike">
              <a:solidFill>
                <a:schemeClr val="accent4"/>
              </a:solidFill>
              <a:latin typeface="Georgia"/>
              <a:ea typeface="Georgia"/>
              <a:cs typeface="Georgia"/>
              <a:sym typeface="Georgia"/>
            </a:endParaRPr>
          </a:p>
        </p:txBody>
      </p:sp>
      <p:sp>
        <p:nvSpPr>
          <p:cNvPr descr="detail_1" id="116" name="Google Shape;116;p4"/>
          <p:cNvSpPr txBox="1"/>
          <p:nvPr>
            <p:ph idx="1" type="body"/>
          </p:nvPr>
        </p:nvSpPr>
        <p:spPr>
          <a:xfrm>
            <a:off x="5004680" y="1542024"/>
            <a:ext cx="3790800" cy="1310400"/>
          </a:xfrm>
          <a:prstGeom prst="rect">
            <a:avLst/>
          </a:prstGeom>
          <a:noFill/>
          <a:ln>
            <a:noFill/>
          </a:ln>
        </p:spPr>
        <p:txBody>
          <a:bodyPr anchorCtr="0" anchor="t" bIns="91425" lIns="0" spcFirstLastPara="1" rIns="91425" wrap="square" tIns="91425">
            <a:noAutofit/>
          </a:bodyPr>
          <a:lstStyle/>
          <a:p>
            <a:pPr indent="0" lvl="0" marL="0" rtl="0" algn="l">
              <a:lnSpc>
                <a:spcPct val="100000"/>
              </a:lnSpc>
              <a:spcBef>
                <a:spcPts val="0"/>
              </a:spcBef>
              <a:spcAft>
                <a:spcPts val="1000"/>
              </a:spcAft>
              <a:buSzPts val="1600"/>
              <a:buNone/>
            </a:pPr>
            <a:r>
              <a:rPr lang="en">
                <a:solidFill>
                  <a:schemeClr val="lt1"/>
                </a:solidFill>
              </a:rPr>
              <a:t>Trusted Boot extends the Secure Boot process by verifying the integrity of the operating system components and helps maintain a secure boot chain.</a:t>
            </a:r>
            <a:endParaRPr>
              <a:solidFill>
                <a:schemeClr val="lt1"/>
              </a:solidFill>
            </a:endParaRPr>
          </a:p>
        </p:txBody>
      </p:sp>
      <p:sp>
        <p:nvSpPr>
          <p:cNvPr descr="header_1" id="117" name="Google Shape;117;p4"/>
          <p:cNvSpPr txBox="1"/>
          <p:nvPr>
            <p:ph idx="4294967295" type="subTitle"/>
          </p:nvPr>
        </p:nvSpPr>
        <p:spPr>
          <a:xfrm>
            <a:off x="5004674" y="1093975"/>
            <a:ext cx="3790800" cy="4479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Clr>
                <a:schemeClr val="dk2"/>
              </a:buClr>
              <a:buSzPts val="1400"/>
              <a:buFont typeface="Georgia"/>
              <a:buNone/>
            </a:pPr>
            <a:r>
              <a:rPr b="1" i="0" lang="en" sz="1700" u="none" cap="none" strike="noStrike">
                <a:solidFill>
                  <a:schemeClr val="accent4"/>
                </a:solidFill>
                <a:latin typeface="Georgia"/>
                <a:ea typeface="Georgia"/>
                <a:cs typeface="Georgia"/>
                <a:sym typeface="Georgia"/>
              </a:rPr>
              <a:t>Trusted Boot</a:t>
            </a:r>
            <a:endParaRPr b="1" i="0" sz="1700" u="none" cap="none" strike="noStrike">
              <a:solidFill>
                <a:schemeClr val="accent4"/>
              </a:solidFill>
              <a:latin typeface="Georgia"/>
              <a:ea typeface="Georgia"/>
              <a:cs typeface="Georgia"/>
              <a:sym typeface="Georgia"/>
            </a:endParaRPr>
          </a:p>
        </p:txBody>
      </p:sp>
      <p:sp>
        <p:nvSpPr>
          <p:cNvPr descr="detail_2" id="118" name="Google Shape;118;p4"/>
          <p:cNvSpPr txBox="1"/>
          <p:nvPr>
            <p:ph idx="1" type="body"/>
          </p:nvPr>
        </p:nvSpPr>
        <p:spPr>
          <a:xfrm>
            <a:off x="348562" y="3300147"/>
            <a:ext cx="3790800" cy="1310400"/>
          </a:xfrm>
          <a:prstGeom prst="rect">
            <a:avLst/>
          </a:prstGeom>
          <a:noFill/>
          <a:ln>
            <a:noFill/>
          </a:ln>
        </p:spPr>
        <p:txBody>
          <a:bodyPr anchorCtr="0" anchor="t" bIns="91425" lIns="0" spcFirstLastPara="1" rIns="91425" wrap="square" tIns="91425">
            <a:noAutofit/>
          </a:bodyPr>
          <a:lstStyle/>
          <a:p>
            <a:pPr indent="0" lvl="0" marL="0" rtl="0" algn="l">
              <a:lnSpc>
                <a:spcPct val="100000"/>
              </a:lnSpc>
              <a:spcBef>
                <a:spcPts val="0"/>
              </a:spcBef>
              <a:spcAft>
                <a:spcPts val="1000"/>
              </a:spcAft>
              <a:buSzPts val="1600"/>
              <a:buNone/>
            </a:pPr>
            <a:r>
              <a:rPr lang="en">
                <a:solidFill>
                  <a:schemeClr val="lt1"/>
                </a:solidFill>
              </a:rPr>
              <a:t>Measured Boot records the boot process in a secure manner, allowing anti-malware software to verify the integrity of the boot components against a secure log.</a:t>
            </a:r>
            <a:endParaRPr>
              <a:solidFill>
                <a:schemeClr val="lt1"/>
              </a:solidFill>
            </a:endParaRPr>
          </a:p>
        </p:txBody>
      </p:sp>
      <p:sp>
        <p:nvSpPr>
          <p:cNvPr descr="header_2" id="119" name="Google Shape;119;p4"/>
          <p:cNvSpPr txBox="1"/>
          <p:nvPr>
            <p:ph idx="4294967295" type="subTitle"/>
          </p:nvPr>
        </p:nvSpPr>
        <p:spPr>
          <a:xfrm>
            <a:off x="348550" y="2852318"/>
            <a:ext cx="3790800" cy="4479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Clr>
                <a:schemeClr val="dk2"/>
              </a:buClr>
              <a:buSzPts val="1400"/>
              <a:buFont typeface="Georgia"/>
              <a:buNone/>
            </a:pPr>
            <a:r>
              <a:rPr b="1" i="0" lang="en" sz="1700" u="none" cap="none" strike="noStrike">
                <a:solidFill>
                  <a:schemeClr val="accent4"/>
                </a:solidFill>
                <a:latin typeface="Georgia"/>
                <a:ea typeface="Georgia"/>
                <a:cs typeface="Georgia"/>
                <a:sym typeface="Georgia"/>
              </a:rPr>
              <a:t>Measured Boot</a:t>
            </a:r>
            <a:endParaRPr b="1" i="0" sz="1700" u="none" cap="none" strike="noStrike">
              <a:solidFill>
                <a:schemeClr val="accent4"/>
              </a:solidFill>
              <a:latin typeface="Georgia"/>
              <a:ea typeface="Georgia"/>
              <a:cs typeface="Georgia"/>
              <a:sym typeface="Georgia"/>
            </a:endParaRPr>
          </a:p>
        </p:txBody>
      </p:sp>
      <p:sp>
        <p:nvSpPr>
          <p:cNvPr descr="detail_3" id="120" name="Google Shape;120;p4"/>
          <p:cNvSpPr txBox="1"/>
          <p:nvPr>
            <p:ph idx="1" type="body"/>
          </p:nvPr>
        </p:nvSpPr>
        <p:spPr>
          <a:xfrm>
            <a:off x="5004682" y="3300147"/>
            <a:ext cx="3790800" cy="1310400"/>
          </a:xfrm>
          <a:prstGeom prst="rect">
            <a:avLst/>
          </a:prstGeom>
          <a:noFill/>
          <a:ln>
            <a:noFill/>
          </a:ln>
        </p:spPr>
        <p:txBody>
          <a:bodyPr anchorCtr="0" anchor="t" bIns="91425" lIns="0" spcFirstLastPara="1" rIns="91425" wrap="square" tIns="91425">
            <a:noAutofit/>
          </a:bodyPr>
          <a:lstStyle/>
          <a:p>
            <a:pPr indent="0" lvl="0" marL="0" rtl="0" algn="l">
              <a:lnSpc>
                <a:spcPct val="100000"/>
              </a:lnSpc>
              <a:spcBef>
                <a:spcPts val="0"/>
              </a:spcBef>
              <a:spcAft>
                <a:spcPts val="1000"/>
              </a:spcAft>
              <a:buSzPts val="1600"/>
              <a:buNone/>
            </a:pPr>
            <a:r>
              <a:rPr lang="en">
                <a:solidFill>
                  <a:schemeClr val="lt1"/>
                </a:solidFill>
              </a:rPr>
              <a:t>This service verifies the health of a device's firmware and boot process, ensuring they haven't been tampered with before accessing corporate resources.</a:t>
            </a:r>
            <a:endParaRPr>
              <a:solidFill>
                <a:schemeClr val="lt1"/>
              </a:solidFill>
            </a:endParaRPr>
          </a:p>
        </p:txBody>
      </p:sp>
      <p:sp>
        <p:nvSpPr>
          <p:cNvPr descr="header_3" id="121" name="Google Shape;121;p4"/>
          <p:cNvSpPr txBox="1"/>
          <p:nvPr>
            <p:ph idx="4294967295" type="subTitle"/>
          </p:nvPr>
        </p:nvSpPr>
        <p:spPr>
          <a:xfrm>
            <a:off x="5004674" y="2852318"/>
            <a:ext cx="3790800" cy="4479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Clr>
                <a:schemeClr val="dk2"/>
              </a:buClr>
              <a:buSzPts val="1400"/>
              <a:buFont typeface="Georgia"/>
              <a:buNone/>
            </a:pPr>
            <a:r>
              <a:rPr b="1" i="0" lang="en" sz="1600" u="none" cap="none" strike="noStrike">
                <a:solidFill>
                  <a:schemeClr val="accent4"/>
                </a:solidFill>
                <a:latin typeface="Georgia"/>
                <a:ea typeface="Georgia"/>
                <a:cs typeface="Georgia"/>
                <a:sym typeface="Georgia"/>
              </a:rPr>
              <a:t>Device Health Attestation</a:t>
            </a:r>
            <a:endParaRPr b="1" i="0" sz="1600" u="none" cap="none" strike="noStrike">
              <a:solidFill>
                <a:schemeClr val="accent4"/>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5" name="Shape 125"/>
        <p:cNvGrpSpPr/>
        <p:nvPr/>
      </p:nvGrpSpPr>
      <p:grpSpPr>
        <a:xfrm>
          <a:off x="0" y="0"/>
          <a:ext cx="0" cy="0"/>
          <a:chOff x="0" y="0"/>
          <a:chExt cx="0" cy="0"/>
        </a:xfrm>
      </p:grpSpPr>
      <p:sp>
        <p:nvSpPr>
          <p:cNvPr descr="header_0" id="126" name="Google Shape;126;p5"/>
          <p:cNvSpPr txBox="1"/>
          <p:nvPr>
            <p:ph idx="4294967295" type="subTitle"/>
          </p:nvPr>
        </p:nvSpPr>
        <p:spPr>
          <a:xfrm>
            <a:off x="348525" y="1269400"/>
            <a:ext cx="2568900" cy="5727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 sz="1500" u="none" cap="none" strike="noStrike">
                <a:solidFill>
                  <a:schemeClr val="lt1"/>
                </a:solidFill>
                <a:latin typeface="Georgia"/>
                <a:ea typeface="Georgia"/>
                <a:cs typeface="Georgia"/>
                <a:sym typeface="Georgia"/>
              </a:rPr>
              <a:t>Microsoft Defender Antivirus</a:t>
            </a:r>
            <a:endParaRPr b="1" i="0" sz="1500" u="none" cap="none" strike="noStrike">
              <a:solidFill>
                <a:schemeClr val="lt1"/>
              </a:solidFill>
              <a:latin typeface="Georgia"/>
              <a:ea typeface="Georgia"/>
              <a:cs typeface="Georgia"/>
              <a:sym typeface="Georgia"/>
            </a:endParaRPr>
          </a:p>
        </p:txBody>
      </p:sp>
      <p:sp>
        <p:nvSpPr>
          <p:cNvPr descr="header_1" id="127" name="Google Shape;127;p5"/>
          <p:cNvSpPr txBox="1"/>
          <p:nvPr>
            <p:ph idx="4294967295" type="subTitle"/>
          </p:nvPr>
        </p:nvSpPr>
        <p:spPr>
          <a:xfrm>
            <a:off x="3511084" y="1269400"/>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 sz="1500" u="none" cap="none" strike="noStrike">
                <a:solidFill>
                  <a:schemeClr val="lt1"/>
                </a:solidFill>
                <a:latin typeface="Georgia"/>
                <a:ea typeface="Georgia"/>
                <a:cs typeface="Georgia"/>
                <a:sym typeface="Georgia"/>
              </a:rPr>
              <a:t>Attack Surface Reduction</a:t>
            </a:r>
            <a:endParaRPr b="1" i="0" sz="1500" u="none" cap="none" strike="noStrike">
              <a:solidFill>
                <a:schemeClr val="lt1"/>
              </a:solidFill>
              <a:latin typeface="Georgia"/>
              <a:ea typeface="Georgia"/>
              <a:cs typeface="Georgia"/>
              <a:sym typeface="Georgia"/>
            </a:endParaRPr>
          </a:p>
        </p:txBody>
      </p:sp>
      <p:sp>
        <p:nvSpPr>
          <p:cNvPr descr="header_2" id="128" name="Google Shape;128;p5"/>
          <p:cNvSpPr txBox="1"/>
          <p:nvPr>
            <p:ph idx="4294967295" type="subTitle"/>
          </p:nvPr>
        </p:nvSpPr>
        <p:spPr>
          <a:xfrm>
            <a:off x="6317950" y="1212275"/>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 sz="1500" u="none" cap="none" strike="noStrike">
                <a:solidFill>
                  <a:schemeClr val="lt1"/>
                </a:solidFill>
                <a:latin typeface="Georgia"/>
                <a:ea typeface="Georgia"/>
                <a:cs typeface="Georgia"/>
                <a:sym typeface="Georgia"/>
              </a:rPr>
              <a:t>Controlled Folder Access</a:t>
            </a:r>
            <a:endParaRPr b="1" i="0" sz="1500" u="none" cap="none" strike="noStrike">
              <a:solidFill>
                <a:schemeClr val="lt1"/>
              </a:solidFill>
              <a:latin typeface="Georgia"/>
              <a:ea typeface="Georgia"/>
              <a:cs typeface="Georgia"/>
              <a:sym typeface="Georgia"/>
            </a:endParaRPr>
          </a:p>
        </p:txBody>
      </p:sp>
      <p:sp>
        <p:nvSpPr>
          <p:cNvPr descr="detail_0" id="129" name="Google Shape;129;p5"/>
          <p:cNvSpPr txBox="1"/>
          <p:nvPr>
            <p:ph idx="1" type="body"/>
          </p:nvPr>
        </p:nvSpPr>
        <p:spPr>
          <a:xfrm>
            <a:off x="348550" y="1870900"/>
            <a:ext cx="2865300" cy="22569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 sz="1500">
                <a:solidFill>
                  <a:schemeClr val="lt1"/>
                </a:solidFill>
              </a:rPr>
              <a:t>Microsoft Defender Antivirus continuously monitors for malware and security threats from the moment you boot Windows. It provides real-time, behavior-based, and heuristic protection to effectively prevent and respond to security incidents.</a:t>
            </a:r>
            <a:endParaRPr sz="1500">
              <a:solidFill>
                <a:schemeClr val="lt1"/>
              </a:solidFill>
            </a:endParaRPr>
          </a:p>
        </p:txBody>
      </p:sp>
      <p:sp>
        <p:nvSpPr>
          <p:cNvPr descr="detail_1" id="130" name="Google Shape;130;p5"/>
          <p:cNvSpPr txBox="1"/>
          <p:nvPr>
            <p:ph idx="1" type="body"/>
          </p:nvPr>
        </p:nvSpPr>
        <p:spPr>
          <a:xfrm>
            <a:off x="3511075" y="1870901"/>
            <a:ext cx="2509500" cy="22569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 sz="1500">
                <a:solidFill>
                  <a:schemeClr val="lt1"/>
                </a:solidFill>
              </a:rPr>
              <a:t>Attack Surface Reduction rules help prevent software behaviors that can be exploited to compromise your device. By limiting the number of vulnerabilities, organizations can enhance their overall security posture.</a:t>
            </a:r>
            <a:endParaRPr sz="1500">
              <a:solidFill>
                <a:schemeClr val="lt1"/>
              </a:solidFill>
            </a:endParaRPr>
          </a:p>
        </p:txBody>
      </p:sp>
      <p:sp>
        <p:nvSpPr>
          <p:cNvPr descr="detail_2" id="131" name="Google Shape;131;p5"/>
          <p:cNvSpPr txBox="1"/>
          <p:nvPr>
            <p:ph idx="1" type="body"/>
          </p:nvPr>
        </p:nvSpPr>
        <p:spPr>
          <a:xfrm>
            <a:off x="6317925" y="1870901"/>
            <a:ext cx="2509500" cy="22569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 sz="1500">
                <a:solidFill>
                  <a:schemeClr val="lt1"/>
                </a:solidFill>
              </a:rPr>
              <a:t>Controlled Folder Access safeguards important data by restricting which applications can access </a:t>
            </a:r>
            <a:r>
              <a:rPr lang="en" sz="1500">
                <a:solidFill>
                  <a:schemeClr val="lt1"/>
                </a:solidFill>
              </a:rPr>
              <a:t>specific</a:t>
            </a:r>
            <a:r>
              <a:rPr lang="en" sz="1500">
                <a:solidFill>
                  <a:schemeClr val="lt1"/>
                </a:solidFill>
              </a:rPr>
              <a:t> folders. Only trusted apps are allowed to make changes, protecting against threats like ransomware.</a:t>
            </a:r>
            <a:endParaRPr sz="1500">
              <a:solidFill>
                <a:schemeClr val="lt1"/>
              </a:solidFill>
            </a:endParaRPr>
          </a:p>
        </p:txBody>
      </p:sp>
      <p:sp>
        <p:nvSpPr>
          <p:cNvPr descr="title" id="132" name="Google Shape;132;p5"/>
          <p:cNvSpPr txBox="1"/>
          <p:nvPr>
            <p:ph type="title"/>
          </p:nvPr>
        </p:nvSpPr>
        <p:spPr>
          <a:xfrm>
            <a:off x="348600" y="521275"/>
            <a:ext cx="8334300" cy="572700"/>
          </a:xfrm>
          <a:prstGeom prst="rect">
            <a:avLst/>
          </a:prstGeom>
          <a:noFill/>
          <a:ln>
            <a:noFill/>
          </a:ln>
        </p:spPr>
        <p:txBody>
          <a:bodyPr anchorCtr="0" anchor="b" bIns="91425" lIns="0" spcFirstLastPara="1" rIns="0" wrap="square" tIns="91425">
            <a:noAutofit/>
          </a:bodyPr>
          <a:lstStyle/>
          <a:p>
            <a:pPr indent="0" lvl="0" marL="0" rtl="0" algn="l">
              <a:lnSpc>
                <a:spcPct val="75000"/>
              </a:lnSpc>
              <a:spcBef>
                <a:spcPts val="0"/>
              </a:spcBef>
              <a:spcAft>
                <a:spcPts val="0"/>
              </a:spcAft>
              <a:buSzPts val="990"/>
              <a:buNone/>
            </a:pPr>
            <a:r>
              <a:rPr b="1" lang="en" sz="2700">
                <a:latin typeface="Bodoni Moda"/>
                <a:ea typeface="Bodoni Moda"/>
                <a:cs typeface="Bodoni Moda"/>
                <a:sym typeface="Bodoni Moda"/>
              </a:rPr>
              <a:t>Virus and Threat Protection</a:t>
            </a:r>
            <a:endParaRPr b="1" sz="2700">
              <a:solidFill>
                <a:schemeClr val="lt1"/>
              </a:solidFill>
              <a:latin typeface="Bodoni Moda"/>
              <a:ea typeface="Bodoni Moda"/>
              <a:cs typeface="Bodoni Moda"/>
              <a:sym typeface="Bodoni Moda"/>
            </a:endParaRPr>
          </a:p>
        </p:txBody>
      </p:sp>
      <p:sp>
        <p:nvSpPr>
          <p:cNvPr descr="chapter" id="133" name="Google Shape;133;p5"/>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100" u="none" cap="none" strike="noStrike">
                <a:solidFill>
                  <a:schemeClr val="accent1"/>
                </a:solidFill>
                <a:latin typeface="Noto Sans"/>
                <a:ea typeface="Noto Sans"/>
                <a:cs typeface="Noto Sans"/>
                <a:sym typeface="Noto Sans"/>
              </a:rPr>
              <a:t>Security Features</a:t>
            </a:r>
            <a:endParaRPr b="1" i="0" sz="1100" u="none" cap="none" strike="noStrike">
              <a:solidFill>
                <a:schemeClr val="accent1"/>
              </a:solidFill>
              <a:latin typeface="Noto Sans"/>
              <a:ea typeface="Noto Sans"/>
              <a:cs typeface="Noto Sans"/>
              <a:sym typeface="No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7" name="Shape 137"/>
        <p:cNvGrpSpPr/>
        <p:nvPr/>
      </p:nvGrpSpPr>
      <p:grpSpPr>
        <a:xfrm>
          <a:off x="0" y="0"/>
          <a:ext cx="0" cy="0"/>
          <a:chOff x="0" y="0"/>
          <a:chExt cx="0" cy="0"/>
        </a:xfrm>
      </p:grpSpPr>
      <p:sp>
        <p:nvSpPr>
          <p:cNvPr descr="header_0" id="138" name="Google Shape;138;p6"/>
          <p:cNvSpPr txBox="1"/>
          <p:nvPr>
            <p:ph idx="4294967295" type="subTitle"/>
          </p:nvPr>
        </p:nvSpPr>
        <p:spPr>
          <a:xfrm>
            <a:off x="348525" y="1143813"/>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 u="none" cap="none" strike="noStrike">
                <a:solidFill>
                  <a:schemeClr val="lt1"/>
                </a:solidFill>
                <a:latin typeface="Georgia"/>
                <a:ea typeface="Georgia"/>
                <a:cs typeface="Georgia"/>
                <a:sym typeface="Georgia"/>
              </a:rPr>
              <a:t>Transport Layer Security (TLS)</a:t>
            </a:r>
            <a:endParaRPr b="1" i="0" u="none" cap="none" strike="noStrike">
              <a:solidFill>
                <a:schemeClr val="lt1"/>
              </a:solidFill>
              <a:latin typeface="Georgia"/>
              <a:ea typeface="Georgia"/>
              <a:cs typeface="Georgia"/>
              <a:sym typeface="Georgia"/>
            </a:endParaRPr>
          </a:p>
        </p:txBody>
      </p:sp>
      <p:sp>
        <p:nvSpPr>
          <p:cNvPr descr="header_1" id="139" name="Google Shape;139;p6"/>
          <p:cNvSpPr txBox="1"/>
          <p:nvPr>
            <p:ph idx="4294967295" type="subTitle"/>
          </p:nvPr>
        </p:nvSpPr>
        <p:spPr>
          <a:xfrm>
            <a:off x="3264859" y="1143813"/>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 u="none" cap="none" strike="noStrike">
                <a:solidFill>
                  <a:schemeClr val="lt1"/>
                </a:solidFill>
                <a:latin typeface="Georgia"/>
                <a:ea typeface="Georgia"/>
                <a:cs typeface="Georgia"/>
                <a:sym typeface="Georgia"/>
              </a:rPr>
              <a:t>DNS Security</a:t>
            </a:r>
            <a:endParaRPr b="1" i="0" u="none" cap="none" strike="noStrike">
              <a:solidFill>
                <a:schemeClr val="lt1"/>
              </a:solidFill>
              <a:latin typeface="Georgia"/>
              <a:ea typeface="Georgia"/>
              <a:cs typeface="Georgia"/>
              <a:sym typeface="Georgia"/>
            </a:endParaRPr>
          </a:p>
        </p:txBody>
      </p:sp>
      <p:sp>
        <p:nvSpPr>
          <p:cNvPr descr="header_2" id="140" name="Google Shape;140;p6"/>
          <p:cNvSpPr txBox="1"/>
          <p:nvPr>
            <p:ph idx="4294967295" type="subTitle"/>
          </p:nvPr>
        </p:nvSpPr>
        <p:spPr>
          <a:xfrm>
            <a:off x="6181175" y="1143813"/>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 u="none" cap="none" strike="noStrike">
                <a:solidFill>
                  <a:schemeClr val="lt1"/>
                </a:solidFill>
                <a:latin typeface="Georgia"/>
                <a:ea typeface="Georgia"/>
                <a:cs typeface="Georgia"/>
                <a:sym typeface="Georgia"/>
              </a:rPr>
              <a:t>Windows Firewall</a:t>
            </a:r>
            <a:endParaRPr b="1" i="0" u="none" cap="none" strike="noStrike">
              <a:solidFill>
                <a:schemeClr val="lt1"/>
              </a:solidFill>
              <a:latin typeface="Georgia"/>
              <a:ea typeface="Georgia"/>
              <a:cs typeface="Georgia"/>
              <a:sym typeface="Georgia"/>
            </a:endParaRPr>
          </a:p>
        </p:txBody>
      </p:sp>
      <p:sp>
        <p:nvSpPr>
          <p:cNvPr descr="detail_0" id="141" name="Google Shape;141;p6"/>
          <p:cNvSpPr txBox="1"/>
          <p:nvPr>
            <p:ph idx="1" type="body"/>
          </p:nvPr>
        </p:nvSpPr>
        <p:spPr>
          <a:xfrm>
            <a:off x="344688" y="1795176"/>
            <a:ext cx="2509500" cy="22569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 sz="1500">
                <a:solidFill>
                  <a:schemeClr val="lt1"/>
                </a:solidFill>
              </a:rPr>
              <a:t>TLS is a cryptographic protocol that ensures secure communications over a network. Windows 11 uses TLS 1.3 by default, providing enhanced security and performance.</a:t>
            </a:r>
            <a:endParaRPr sz="1500">
              <a:solidFill>
                <a:schemeClr val="lt1"/>
              </a:solidFill>
            </a:endParaRPr>
          </a:p>
        </p:txBody>
      </p:sp>
      <p:sp>
        <p:nvSpPr>
          <p:cNvPr descr="detail_1" id="142" name="Google Shape;142;p6"/>
          <p:cNvSpPr txBox="1"/>
          <p:nvPr>
            <p:ph idx="1" type="body"/>
          </p:nvPr>
        </p:nvSpPr>
        <p:spPr>
          <a:xfrm>
            <a:off x="3261013" y="1795176"/>
            <a:ext cx="2509500" cy="22569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 sz="1500">
                <a:solidFill>
                  <a:schemeClr val="lt1"/>
                </a:solidFill>
              </a:rPr>
              <a:t>Windows 11 supports DNS over HTTPS (DoH), encrypting DNS queries to protect against eavesdropping and tampering. This feature is essential in maintaining privacy in a zero-trust environment.</a:t>
            </a:r>
            <a:endParaRPr sz="1500">
              <a:solidFill>
                <a:schemeClr val="lt1"/>
              </a:solidFill>
            </a:endParaRPr>
          </a:p>
        </p:txBody>
      </p:sp>
      <p:sp>
        <p:nvSpPr>
          <p:cNvPr descr="detail_2" id="143" name="Google Shape;143;p6"/>
          <p:cNvSpPr txBox="1"/>
          <p:nvPr>
            <p:ph idx="1" type="body"/>
          </p:nvPr>
        </p:nvSpPr>
        <p:spPr>
          <a:xfrm>
            <a:off x="6177313" y="1795176"/>
            <a:ext cx="2509500" cy="22569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 sz="1500">
                <a:solidFill>
                  <a:schemeClr val="lt1"/>
                </a:solidFill>
              </a:rPr>
              <a:t>Windows Firewall filters network traffic to prevent unauthorized access. It allows administrators to define rules that restrict or permit traffic based on various parameters, enhancing overall security.</a:t>
            </a:r>
            <a:endParaRPr sz="1500">
              <a:solidFill>
                <a:schemeClr val="lt1"/>
              </a:solidFill>
            </a:endParaRPr>
          </a:p>
        </p:txBody>
      </p:sp>
      <p:sp>
        <p:nvSpPr>
          <p:cNvPr descr="title" id="144" name="Google Shape;144;p6"/>
          <p:cNvSpPr txBox="1"/>
          <p:nvPr>
            <p:ph type="title"/>
          </p:nvPr>
        </p:nvSpPr>
        <p:spPr>
          <a:xfrm>
            <a:off x="348600" y="521275"/>
            <a:ext cx="8334300" cy="572700"/>
          </a:xfrm>
          <a:prstGeom prst="rect">
            <a:avLst/>
          </a:prstGeom>
          <a:noFill/>
          <a:ln>
            <a:noFill/>
          </a:ln>
        </p:spPr>
        <p:txBody>
          <a:bodyPr anchorCtr="0" anchor="b" bIns="91425" lIns="0" spcFirstLastPara="1" rIns="0" wrap="square" tIns="91425">
            <a:noAutofit/>
          </a:bodyPr>
          <a:lstStyle/>
          <a:p>
            <a:pPr indent="0" lvl="0" marL="0" rtl="0" algn="l">
              <a:lnSpc>
                <a:spcPct val="75000"/>
              </a:lnSpc>
              <a:spcBef>
                <a:spcPts val="0"/>
              </a:spcBef>
              <a:spcAft>
                <a:spcPts val="0"/>
              </a:spcAft>
              <a:buSzPts val="990"/>
              <a:buNone/>
            </a:pPr>
            <a:r>
              <a:rPr b="1" lang="en" sz="2600">
                <a:latin typeface="Bodoni Moda"/>
                <a:ea typeface="Bodoni Moda"/>
                <a:cs typeface="Bodoni Moda"/>
                <a:sym typeface="Bodoni Moda"/>
              </a:rPr>
              <a:t>Network Security Enhancements</a:t>
            </a:r>
            <a:endParaRPr b="1" sz="2600">
              <a:solidFill>
                <a:schemeClr val="lt1"/>
              </a:solidFill>
              <a:latin typeface="Bodoni Moda"/>
              <a:ea typeface="Bodoni Moda"/>
              <a:cs typeface="Bodoni Moda"/>
              <a:sym typeface="Bodoni Moda"/>
            </a:endParaRPr>
          </a:p>
        </p:txBody>
      </p:sp>
      <p:sp>
        <p:nvSpPr>
          <p:cNvPr descr="chapter" id="145" name="Google Shape;145;p6"/>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200" u="none" cap="none" strike="noStrike">
                <a:solidFill>
                  <a:schemeClr val="accent1"/>
                </a:solidFill>
                <a:latin typeface="Noto Sans"/>
                <a:ea typeface="Noto Sans"/>
                <a:cs typeface="Noto Sans"/>
                <a:sym typeface="Noto Sans"/>
              </a:rPr>
              <a:t>Security Features</a:t>
            </a:r>
            <a:endParaRPr b="1" i="0" sz="1200" u="none" cap="none" strike="noStrike">
              <a:solidFill>
                <a:schemeClr val="accent1"/>
              </a:solidFill>
              <a:latin typeface="Noto Sans"/>
              <a:ea typeface="Noto Sans"/>
              <a:cs typeface="Noto Sans"/>
              <a:sym typeface="No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9" name="Shape 149"/>
        <p:cNvGrpSpPr/>
        <p:nvPr/>
      </p:nvGrpSpPr>
      <p:grpSpPr>
        <a:xfrm>
          <a:off x="0" y="0"/>
          <a:ext cx="0" cy="0"/>
          <a:chOff x="0" y="0"/>
          <a:chExt cx="0" cy="0"/>
        </a:xfrm>
      </p:grpSpPr>
      <p:sp>
        <p:nvSpPr>
          <p:cNvPr descr="header_0" id="150" name="Google Shape;150;p7"/>
          <p:cNvSpPr txBox="1"/>
          <p:nvPr>
            <p:ph idx="4294967295" type="subTitle"/>
          </p:nvPr>
        </p:nvSpPr>
        <p:spPr>
          <a:xfrm>
            <a:off x="348525" y="1143813"/>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 sz="1500" u="none" cap="none" strike="noStrike">
                <a:solidFill>
                  <a:schemeClr val="lt1"/>
                </a:solidFill>
                <a:latin typeface="Georgia"/>
                <a:ea typeface="Georgia"/>
                <a:cs typeface="Georgia"/>
                <a:sym typeface="Georgia"/>
              </a:rPr>
              <a:t>BitLocker Management</a:t>
            </a:r>
            <a:endParaRPr b="1" i="0" sz="1500" u="none" cap="none" strike="noStrike">
              <a:solidFill>
                <a:schemeClr val="lt1"/>
              </a:solidFill>
              <a:latin typeface="Georgia"/>
              <a:ea typeface="Georgia"/>
              <a:cs typeface="Georgia"/>
              <a:sym typeface="Georgia"/>
            </a:endParaRPr>
          </a:p>
        </p:txBody>
      </p:sp>
      <p:sp>
        <p:nvSpPr>
          <p:cNvPr descr="header_1" id="151" name="Google Shape;151;p7"/>
          <p:cNvSpPr txBox="1"/>
          <p:nvPr>
            <p:ph idx="4294967295" type="subTitle"/>
          </p:nvPr>
        </p:nvSpPr>
        <p:spPr>
          <a:xfrm>
            <a:off x="3264859" y="1143813"/>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 sz="1500" u="none" cap="none" strike="noStrike">
                <a:solidFill>
                  <a:schemeClr val="lt1"/>
                </a:solidFill>
                <a:latin typeface="Georgia"/>
                <a:ea typeface="Georgia"/>
                <a:cs typeface="Georgia"/>
                <a:sym typeface="Georgia"/>
              </a:rPr>
              <a:t>Personal Data Encryption</a:t>
            </a:r>
            <a:endParaRPr b="1" i="0" sz="1500" u="none" cap="none" strike="noStrike">
              <a:solidFill>
                <a:schemeClr val="lt1"/>
              </a:solidFill>
              <a:latin typeface="Georgia"/>
              <a:ea typeface="Georgia"/>
              <a:cs typeface="Georgia"/>
              <a:sym typeface="Georgia"/>
            </a:endParaRPr>
          </a:p>
        </p:txBody>
      </p:sp>
      <p:sp>
        <p:nvSpPr>
          <p:cNvPr descr="header_2" id="152" name="Google Shape;152;p7"/>
          <p:cNvSpPr txBox="1"/>
          <p:nvPr>
            <p:ph idx="4294967295" type="subTitle"/>
          </p:nvPr>
        </p:nvSpPr>
        <p:spPr>
          <a:xfrm>
            <a:off x="6181175" y="1143813"/>
            <a:ext cx="2509500" cy="6015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800"/>
              </a:spcAft>
              <a:buClr>
                <a:schemeClr val="dk2"/>
              </a:buClr>
              <a:buSzPts val="1400"/>
              <a:buFont typeface="Georgia"/>
              <a:buNone/>
            </a:pPr>
            <a:r>
              <a:rPr b="1" i="0" lang="en" sz="1500" u="none" cap="none" strike="noStrike">
                <a:solidFill>
                  <a:schemeClr val="lt1"/>
                </a:solidFill>
                <a:latin typeface="Georgia"/>
                <a:ea typeface="Georgia"/>
                <a:cs typeface="Georgia"/>
                <a:sym typeface="Georgia"/>
              </a:rPr>
              <a:t>Email Encryption (S/MIME)</a:t>
            </a:r>
            <a:endParaRPr b="1" i="0" sz="1500" u="none" cap="none" strike="noStrike">
              <a:solidFill>
                <a:schemeClr val="lt1"/>
              </a:solidFill>
              <a:latin typeface="Georgia"/>
              <a:ea typeface="Georgia"/>
              <a:cs typeface="Georgia"/>
              <a:sym typeface="Georgia"/>
            </a:endParaRPr>
          </a:p>
        </p:txBody>
      </p:sp>
      <p:sp>
        <p:nvSpPr>
          <p:cNvPr descr="detail_0" id="153" name="Google Shape;153;p7"/>
          <p:cNvSpPr txBox="1"/>
          <p:nvPr>
            <p:ph idx="1" type="body"/>
          </p:nvPr>
        </p:nvSpPr>
        <p:spPr>
          <a:xfrm>
            <a:off x="348550" y="1861725"/>
            <a:ext cx="2509500" cy="30294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 sz="1500">
                <a:solidFill>
                  <a:schemeClr val="lt1"/>
                </a:solidFill>
              </a:rPr>
              <a:t>BitLocker allows for the management of encryption on Windows devices, protecting OS volumes and data drives. It integrates with MDM solutions to enforce encryption policies and recovery key management.</a:t>
            </a:r>
            <a:endParaRPr sz="1500">
              <a:solidFill>
                <a:schemeClr val="lt1"/>
              </a:solidFill>
            </a:endParaRPr>
          </a:p>
        </p:txBody>
      </p:sp>
      <p:sp>
        <p:nvSpPr>
          <p:cNvPr descr="detail_1" id="154" name="Google Shape;154;p7"/>
          <p:cNvSpPr txBox="1"/>
          <p:nvPr>
            <p:ph idx="1" type="body"/>
          </p:nvPr>
        </p:nvSpPr>
        <p:spPr>
          <a:xfrm>
            <a:off x="3264875" y="1861725"/>
            <a:ext cx="2509500" cy="30294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 sz="1500">
                <a:solidFill>
                  <a:schemeClr val="lt1"/>
                </a:solidFill>
              </a:rPr>
              <a:t>Personal Data Encryption (PDE) works alongside BitLocker and Windows Hello for Business to encrypt user files automatically, enhancing data security while maintaining user accessibility.</a:t>
            </a:r>
            <a:endParaRPr sz="1500">
              <a:solidFill>
                <a:schemeClr val="lt1"/>
              </a:solidFill>
            </a:endParaRPr>
          </a:p>
        </p:txBody>
      </p:sp>
      <p:sp>
        <p:nvSpPr>
          <p:cNvPr descr="detail_2" id="155" name="Google Shape;155;p7"/>
          <p:cNvSpPr txBox="1"/>
          <p:nvPr>
            <p:ph idx="1" type="body"/>
          </p:nvPr>
        </p:nvSpPr>
        <p:spPr>
          <a:xfrm>
            <a:off x="6181175" y="1861725"/>
            <a:ext cx="2509500" cy="30294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1000"/>
              </a:spcAft>
              <a:buSzPts val="1400"/>
              <a:buNone/>
            </a:pPr>
            <a:r>
              <a:rPr lang="en" sz="1500">
                <a:solidFill>
                  <a:schemeClr val="lt1"/>
                </a:solidFill>
              </a:rPr>
              <a:t>S/MIME enables users to encrypt emails and attachments, ensuring only intended recipients can read the content. It also allows for digital signatures to verify sender identity, enhancing communication security.</a:t>
            </a:r>
            <a:endParaRPr sz="1500">
              <a:solidFill>
                <a:schemeClr val="lt1"/>
              </a:solidFill>
            </a:endParaRPr>
          </a:p>
        </p:txBody>
      </p:sp>
      <p:sp>
        <p:nvSpPr>
          <p:cNvPr descr="title" id="156" name="Google Shape;156;p7"/>
          <p:cNvSpPr txBox="1"/>
          <p:nvPr>
            <p:ph type="title"/>
          </p:nvPr>
        </p:nvSpPr>
        <p:spPr>
          <a:xfrm>
            <a:off x="348600" y="521275"/>
            <a:ext cx="8334300" cy="572700"/>
          </a:xfrm>
          <a:prstGeom prst="rect">
            <a:avLst/>
          </a:prstGeom>
          <a:noFill/>
          <a:ln>
            <a:noFill/>
          </a:ln>
        </p:spPr>
        <p:txBody>
          <a:bodyPr anchorCtr="0" anchor="b" bIns="91425" lIns="0" spcFirstLastPara="1" rIns="0" wrap="square" tIns="91425">
            <a:noAutofit/>
          </a:bodyPr>
          <a:lstStyle/>
          <a:p>
            <a:pPr indent="0" lvl="0" marL="0" rtl="0" algn="l">
              <a:lnSpc>
                <a:spcPct val="75000"/>
              </a:lnSpc>
              <a:spcBef>
                <a:spcPts val="0"/>
              </a:spcBef>
              <a:spcAft>
                <a:spcPts val="0"/>
              </a:spcAft>
              <a:buSzPts val="990"/>
              <a:buNone/>
            </a:pPr>
            <a:r>
              <a:rPr b="1" lang="en" sz="2700">
                <a:latin typeface="Bodoni Moda"/>
                <a:ea typeface="Bodoni Moda"/>
                <a:cs typeface="Bodoni Moda"/>
                <a:sym typeface="Bodoni Moda"/>
              </a:rPr>
              <a:t>Encryption and Data Protection</a:t>
            </a:r>
            <a:endParaRPr b="1" sz="2700">
              <a:solidFill>
                <a:schemeClr val="lt1"/>
              </a:solidFill>
              <a:latin typeface="Bodoni Moda"/>
              <a:ea typeface="Bodoni Moda"/>
              <a:cs typeface="Bodoni Moda"/>
              <a:sym typeface="Bodoni Moda"/>
            </a:endParaRPr>
          </a:p>
        </p:txBody>
      </p:sp>
      <p:sp>
        <p:nvSpPr>
          <p:cNvPr descr="chapter" id="157" name="Google Shape;157;p7"/>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300" u="none" cap="none" strike="noStrike">
                <a:solidFill>
                  <a:schemeClr val="accent1"/>
                </a:solidFill>
                <a:latin typeface="Noto Sans"/>
                <a:ea typeface="Noto Sans"/>
                <a:cs typeface="Noto Sans"/>
                <a:sym typeface="Noto Sans"/>
              </a:rPr>
              <a:t>Security Features</a:t>
            </a:r>
            <a:endParaRPr b="1" i="0" sz="1300" u="none" cap="none" strike="noStrike">
              <a:solidFill>
                <a:schemeClr val="accent1"/>
              </a:solidFill>
              <a:latin typeface="Noto Sans"/>
              <a:ea typeface="Noto Sans"/>
              <a:cs typeface="Noto Sans"/>
              <a:sym typeface="No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Editorial">
  <a:themeElements>
    <a:clrScheme name="Custom">
      <a:dk1>
        <a:srgbClr val="FFFFFF"/>
      </a:dk1>
      <a:lt1>
        <a:srgbClr val="0E0E0E"/>
      </a:lt1>
      <a:dk2>
        <a:srgbClr val="434343"/>
      </a:dk2>
      <a:lt2>
        <a:srgbClr val="E6E6E6"/>
      </a:lt2>
      <a:accent1>
        <a:srgbClr val="D60202"/>
      </a:accent1>
      <a:accent2>
        <a:srgbClr val="C4E0AD"/>
      </a:accent2>
      <a:accent3>
        <a:srgbClr val="F8F186"/>
      </a:accent3>
      <a:accent4>
        <a:srgbClr val="406E8E"/>
      </a:accent4>
      <a:accent5>
        <a:srgbClr val="7DA4B3"/>
      </a:accent5>
      <a:accent6>
        <a:srgbClr val="F4F5F6"/>
      </a:accent6>
      <a:hlink>
        <a:srgbClr val="453B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