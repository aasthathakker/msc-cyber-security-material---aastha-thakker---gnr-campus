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658" r:id="rId2"/>
    <p:sldId id="408" r:id="rId3"/>
    <p:sldId id="593" r:id="rId4"/>
    <p:sldId id="659" r:id="rId5"/>
    <p:sldId id="661" r:id="rId6"/>
    <p:sldId id="660" r:id="rId7"/>
    <p:sldId id="662" r:id="rId8"/>
    <p:sldId id="663" r:id="rId9"/>
    <p:sldId id="664" r:id="rId10"/>
    <p:sldId id="665" r:id="rId11"/>
    <p:sldId id="62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AAE2C0-19BC-4DB3-87F8-786B5250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1795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94" y="1972984"/>
            <a:ext cx="8546121" cy="904368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Data storage : Part – 2</a:t>
            </a:r>
          </a:p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shared_preferences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Ensure that sensitive data is kept secure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Android apps, data can be communicated via intents, or data can be written to files, distributed using shared preferences, or stored in databases. 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all these cases, if the data is sensitive, it is important to keep the data secure.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is, it should not be possible for other apps (or, more strictly, apps with different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userids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to be able to access this data, or for the data to be accessible to other programs or people, if the data owner does not intend that.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(for non-intent communication channels) can be supported by creating the file, shared preference or database with MODE_PRIVATE on internal storage or with MODE_PRIVATE and encrypted (using secure encryption techniques, and using an encryption key only secure parties/apps have) on external storage. 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MODE_PRIVATE is a constant defined by the class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android.content.Context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037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may be used as the mode parameter in the methods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openFileOutput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getSharedPreferences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and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openOrCreateDatabase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(which are all also defined in the class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android.content.Context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61446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a.Sometimes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android developers stores sensitive information without encryption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b.Application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might stores data in shared preferences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./data/data/[package name]/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shared_preferences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ii.Databases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iii.Temporary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tiles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iv.External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storage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963848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c.Click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Insecure Data Storage  - Part -1 objective is to check that where our credential is actually stored ?.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d.Enter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3rd party service user name and enter the 3rd party server password.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e.santoku@santaku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:~/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jd-gui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classes_dex2jar.jar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f.Open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InsecureDataStorageActivity.class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if you observed that source code you will find venerable code,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19211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g.SharedPreferences.EditorlocalEditor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PreferenceManager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getDefaultSharedPreferences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(this).edit().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h.localEditor.putString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(“user”, localEditText1.getText().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i.localEditor.putString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(“password”, localEditTe2.getText().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j.Now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 will check that the data stored as plan text or encrypted text.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697827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k.santoku@santaku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:~/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l.root@santaku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cd /data/data/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m.find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package name which is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n.root@santaku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:/data/data/# cd 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o.where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 can find one directory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shared_prefs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p.root@santaku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:/data/data/# cd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shared_prefs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q.root@santaku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:/data/data/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shared_prefs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# cat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099263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r.check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xml find and you finds that username and password is stored as plan text which any body can open it and check it.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Insecure Data storage : Part – 2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4242503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AAE2C0-19BC-4DB3-87F8-786B5250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691</Words>
  <Application>Microsoft Office PowerPoint</Application>
  <PresentationFormat>On-screen Show (4:3)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Windows User</cp:lastModifiedBy>
  <cp:revision>754</cp:revision>
  <dcterms:created xsi:type="dcterms:W3CDTF">2018-03-30T10:15:00Z</dcterms:created>
  <dcterms:modified xsi:type="dcterms:W3CDTF">2020-10-30T10:23:12Z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1033-11.2.0.9718</vt:lpwstr>
  </property>
</Properties>
</file>