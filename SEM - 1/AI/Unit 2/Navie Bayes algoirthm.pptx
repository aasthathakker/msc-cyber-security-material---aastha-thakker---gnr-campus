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6858000" cx="12192000"/>
  <p:notesSz cx="6858000" cy="9144000"/>
  <p:embeddedFontLst>
    <p:embeddedFont>
      <p:font typeface="Inter"/>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2" roundtripDataSignature="AMtx7miLkKPOoijCIJ0lVxOEm88YPkn23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44CC3F0-26EB-4C92-B4A1-8004AD71E4E0}">
  <a:tblStyle styleId="{344CC3F0-26EB-4C92-B4A1-8004AD71E4E0}"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9EFF7"/>
          </a:solidFill>
        </a:fill>
      </a:tcStyle>
    </a:wholeTbl>
    <a:band1H>
      <a:tcTxStyle b="off" i="off"/>
      <a:tcStyle>
        <a:fill>
          <a:solidFill>
            <a:srgbClr val="D0DEEF"/>
          </a:solidFill>
        </a:fill>
      </a:tcStyle>
    </a:band1H>
    <a:band2H>
      <a:tcTxStyle b="off" i="off"/>
    </a:band2H>
    <a:band1V>
      <a:tcTxStyle b="off" i="off"/>
      <a:tcStyle>
        <a:fill>
          <a:solidFill>
            <a:srgbClr val="D0DEEF"/>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 styleId="{51F615F5-B606-4496-B03F-09FBBF46F842}" styleName="Table_1">
    <a:wholeTbl>
      <a:tcTxStyle b="off" i="off">
        <a:font>
          <a:latin typeface="Calibri"/>
          <a:ea typeface="Calibri"/>
          <a:cs typeface="Calibri"/>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D3E76B8F-9D07-4A3B-84E9-D7A332FFAB2B}" styleName="Table_2">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FF4E6"/>
          </a:solidFill>
        </a:fill>
      </a:tcStyle>
    </a:wholeTbl>
    <a:band1H>
      <a:tcTxStyle b="off" i="off"/>
      <a:tcStyle>
        <a:fill>
          <a:solidFill>
            <a:srgbClr val="FFE8CA"/>
          </a:solidFill>
        </a:fill>
      </a:tcStyle>
    </a:band1H>
    <a:band2H>
      <a:tcTxStyle b="off" i="off"/>
    </a:band2H>
    <a:band1V>
      <a:tcTxStyle b="off" i="off"/>
      <a:tcStyle>
        <a:fill>
          <a:solidFill>
            <a:srgbClr val="FFE8CA"/>
          </a:solidFill>
        </a:fill>
      </a:tcStyle>
    </a:band1V>
    <a:band2V>
      <a:tcTxStyle b="off" i="off"/>
    </a:band2V>
    <a:lastCol>
      <a:tcTxStyle b="on" i="off">
        <a:font>
          <a:latin typeface="Calibri"/>
          <a:ea typeface="Calibri"/>
          <a:cs typeface="Calibri"/>
        </a:font>
        <a:schemeClr val="lt1"/>
      </a:tcTxStyle>
      <a:tcStyle>
        <a:fill>
          <a:solidFill>
            <a:schemeClr val="accent4"/>
          </a:solidFill>
        </a:fill>
      </a:tcStyle>
    </a:lastCol>
    <a:firstCol>
      <a:tcTxStyle b="on" i="off">
        <a:font>
          <a:latin typeface="Calibri"/>
          <a:ea typeface="Calibri"/>
          <a:cs typeface="Calibri"/>
        </a:font>
        <a:schemeClr val="lt1"/>
      </a:tcTxStyle>
      <a:tcStyle>
        <a:fill>
          <a:solidFill>
            <a:schemeClr val="accent4"/>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4"/>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4"/>
          </a:solidFill>
        </a:fill>
      </a:tcStyle>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Inter-italic.fntdata"/><Relationship Id="rId11" Type="http://schemas.openxmlformats.org/officeDocument/2006/relationships/slide" Target="slides/slide6.xml"/><Relationship Id="rId22" Type="http://customschemas.google.com/relationships/presentationmetadata" Target="metadata"/><Relationship Id="rId10" Type="http://schemas.openxmlformats.org/officeDocument/2006/relationships/slide" Target="slides/slide5.xml"/><Relationship Id="rId21" Type="http://schemas.openxmlformats.org/officeDocument/2006/relationships/font" Target="fonts/Inter-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Inter-bold.fntdata"/><Relationship Id="rId6" Type="http://schemas.openxmlformats.org/officeDocument/2006/relationships/slide" Target="slides/slide1.xml"/><Relationship Id="rId18" Type="http://schemas.openxmlformats.org/officeDocument/2006/relationships/font" Target="fonts/Inter-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 name="Google Shape;9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 name="Google Shape;9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 name="Google Shape;10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 name="Google Shape;11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 name="Google Shape;12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7" name="Google Shape;12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5" name="Google Shape;13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2" name="Google Shape;14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8" name="Google Shape;14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4" name="Google Shape;15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6"/>
          <p:cNvSpPr/>
          <p:nvPr>
            <p:ph idx="2" type="pic"/>
          </p:nvPr>
        </p:nvSpPr>
        <p:spPr>
          <a:xfrm>
            <a:off x="5183188" y="987425"/>
            <a:ext cx="6172200" cy="4873625"/>
          </a:xfrm>
          <a:prstGeom prst="rect">
            <a:avLst/>
          </a:prstGeom>
          <a:noFill/>
          <a:ln>
            <a:noFill/>
          </a:ln>
        </p:spPr>
      </p:sp>
      <p:sp>
        <p:nvSpPr>
          <p:cNvPr id="68" name="Google Shape;68;p2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IN"/>
              <a:t>Naïve Bayes algorithm is a </a:t>
            </a:r>
            <a:r>
              <a:rPr b="1" lang="en-IN"/>
              <a:t>supervised learning algorithm,</a:t>
            </a:r>
            <a:r>
              <a:rPr lang="en-IN"/>
              <a:t> which is based on </a:t>
            </a:r>
            <a:r>
              <a:rPr b="1" lang="en-IN"/>
              <a:t>Bayes theorem</a:t>
            </a:r>
            <a:r>
              <a:rPr lang="en-IN"/>
              <a:t> and used for solving classification problems.</a:t>
            </a:r>
            <a:endParaRPr/>
          </a:p>
          <a:p>
            <a:pPr indent="-228600" lvl="0" marL="228600" rtl="0" algn="l">
              <a:lnSpc>
                <a:spcPct val="90000"/>
              </a:lnSpc>
              <a:spcBef>
                <a:spcPts val="1000"/>
              </a:spcBef>
              <a:spcAft>
                <a:spcPts val="0"/>
              </a:spcAft>
              <a:buClr>
                <a:schemeClr val="dk1"/>
              </a:buClr>
              <a:buSzPct val="100000"/>
              <a:buChar char="•"/>
            </a:pPr>
            <a:r>
              <a:rPr lang="en-IN"/>
              <a:t>It is mainly used in </a:t>
            </a:r>
            <a:r>
              <a:rPr b="1" lang="en-IN"/>
              <a:t>text classification</a:t>
            </a:r>
            <a:r>
              <a:rPr lang="en-IN"/>
              <a:t> that includes a high-dimensional training dataset.</a:t>
            </a:r>
            <a:endParaRPr/>
          </a:p>
          <a:p>
            <a:pPr indent="-228600" lvl="0" marL="228600" rtl="0" algn="l">
              <a:lnSpc>
                <a:spcPct val="90000"/>
              </a:lnSpc>
              <a:spcBef>
                <a:spcPts val="1000"/>
              </a:spcBef>
              <a:spcAft>
                <a:spcPts val="0"/>
              </a:spcAft>
              <a:buClr>
                <a:schemeClr val="dk1"/>
              </a:buClr>
              <a:buSzPct val="100000"/>
              <a:buChar char="•"/>
            </a:pPr>
            <a:r>
              <a:rPr lang="en-IN"/>
              <a:t>Naïve Bayes Classifier is one of the simple and most effective Classification algorithms which helps in building the fast machine learning models that can make quick predictions.</a:t>
            </a:r>
            <a:endParaRPr/>
          </a:p>
          <a:p>
            <a:pPr indent="-228600" lvl="0" marL="228600" rtl="0" algn="l">
              <a:lnSpc>
                <a:spcPct val="90000"/>
              </a:lnSpc>
              <a:spcBef>
                <a:spcPts val="1000"/>
              </a:spcBef>
              <a:spcAft>
                <a:spcPts val="0"/>
              </a:spcAft>
              <a:buClr>
                <a:schemeClr val="dk1"/>
              </a:buClr>
              <a:buSzPct val="100000"/>
              <a:buChar char="•"/>
            </a:pPr>
            <a:r>
              <a:rPr lang="en-IN"/>
              <a:t>It is a probabilistic classifier, which means it predicts on the basis of the probability of an object.</a:t>
            </a:r>
            <a:endParaRPr/>
          </a:p>
          <a:p>
            <a:pPr indent="-228600" lvl="0" marL="228600" rtl="0" algn="l">
              <a:lnSpc>
                <a:spcPct val="90000"/>
              </a:lnSpc>
              <a:spcBef>
                <a:spcPts val="1000"/>
              </a:spcBef>
              <a:spcAft>
                <a:spcPts val="0"/>
              </a:spcAft>
              <a:buClr>
                <a:schemeClr val="dk1"/>
              </a:buClr>
              <a:buSzPct val="100000"/>
              <a:buChar char="•"/>
            </a:pPr>
            <a:r>
              <a:rPr lang="en-IN"/>
              <a:t>Some popular examples of Naïve Bayes Algorithm are </a:t>
            </a:r>
            <a:r>
              <a:rPr b="1" lang="en-IN"/>
              <a:t>spam filtration, Sentimental analysis, and classifying articles.</a:t>
            </a:r>
            <a:endParaRPr b="1"/>
          </a:p>
        </p:txBody>
      </p:sp>
      <p:sp>
        <p:nvSpPr>
          <p:cNvPr id="89" name="Google Shape;89;p2"/>
          <p:cNvSpPr txBox="1"/>
          <p:nvPr>
            <p:ph idx="4294967295" type="ctrTitle"/>
          </p:nvPr>
        </p:nvSpPr>
        <p:spPr>
          <a:xfrm>
            <a:off x="1524000" y="173924"/>
            <a:ext cx="9144000" cy="116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IN"/>
              <a:t>Naïve Bayes Classifier Algorithm</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IN"/>
              <a:t>Why is it called Naïve Bayes?</a:t>
            </a:r>
            <a:br>
              <a:rPr lang="en-IN"/>
            </a:br>
            <a:endParaRPr/>
          </a:p>
        </p:txBody>
      </p:sp>
      <p:sp>
        <p:nvSpPr>
          <p:cNvPr id="95" name="Google Shape;95;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IN"/>
              <a:t>The Naïve Bayes algorithm is comprised of two words Naïve and Bayes, Which can be described as:</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b="1" lang="en-IN"/>
              <a:t>Naïve: </a:t>
            </a:r>
            <a:r>
              <a:rPr lang="en-IN"/>
              <a:t>It is called Naïve because it assumes that the occurrence of a certain feature is independent of the occurrence of other features. Such as if the fruit is identified on the bases of color, shape, and taste, then red, spherical, and sweet fruit is recognized as an apple. Hence each feature individually contributes to identify that it is an apple without depending on each other.</a:t>
            </a:r>
            <a:endParaRPr/>
          </a:p>
          <a:p>
            <a:pPr indent="-228600" lvl="0" marL="228600" rtl="0" algn="l">
              <a:lnSpc>
                <a:spcPct val="90000"/>
              </a:lnSpc>
              <a:spcBef>
                <a:spcPts val="1000"/>
              </a:spcBef>
              <a:spcAft>
                <a:spcPts val="0"/>
              </a:spcAft>
              <a:buClr>
                <a:schemeClr val="dk1"/>
              </a:buClr>
              <a:buSzPts val="2800"/>
              <a:buChar char="•"/>
            </a:pPr>
            <a:r>
              <a:rPr b="1" lang="en-IN"/>
              <a:t>Bayes: </a:t>
            </a:r>
            <a:r>
              <a:rPr lang="en-IN"/>
              <a:t>It is called Bayes because it depends on the principle of Bayes' Theorem.</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IN"/>
              <a:t>Bayes' Theorem:</a:t>
            </a:r>
            <a:br>
              <a:rPr lang="en-IN"/>
            </a:br>
            <a:endParaRPr/>
          </a:p>
        </p:txBody>
      </p:sp>
      <p:sp>
        <p:nvSpPr>
          <p:cNvPr id="101" name="Google Shape;101;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IN"/>
              <a:t>Bayes' theorem is also known as Bayes' Rule or Bayes' law, which is used to determine the probability of a hypothesis with prior knowledge. It depends on the conditional probability.</a:t>
            </a:r>
            <a:endParaRPr/>
          </a:p>
          <a:p>
            <a:pPr indent="-228600" lvl="0" marL="228600" rtl="0" algn="l">
              <a:lnSpc>
                <a:spcPct val="90000"/>
              </a:lnSpc>
              <a:spcBef>
                <a:spcPts val="1000"/>
              </a:spcBef>
              <a:spcAft>
                <a:spcPts val="0"/>
              </a:spcAft>
              <a:buClr>
                <a:schemeClr val="dk1"/>
              </a:buClr>
              <a:buSzPts val="2800"/>
              <a:buChar char="•"/>
            </a:pPr>
            <a:r>
              <a:rPr lang="en-IN"/>
              <a:t>The formula for Bayes' theorem is given as:</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b="1" lang="en-IN"/>
              <a:t>Where,</a:t>
            </a:r>
            <a:endParaRPr/>
          </a:p>
          <a:p>
            <a:pPr indent="-228600" lvl="0" marL="228600" rtl="0" algn="l">
              <a:lnSpc>
                <a:spcPct val="90000"/>
              </a:lnSpc>
              <a:spcBef>
                <a:spcPts val="1000"/>
              </a:spcBef>
              <a:spcAft>
                <a:spcPts val="0"/>
              </a:spcAft>
              <a:buClr>
                <a:schemeClr val="dk1"/>
              </a:buClr>
              <a:buSzPts val="2800"/>
              <a:buChar char="•"/>
            </a:pPr>
            <a:r>
              <a:rPr b="1" lang="en-IN"/>
              <a:t>P(A|B) is Posterior probability</a:t>
            </a:r>
            <a:r>
              <a:rPr lang="en-IN"/>
              <a:t>: Probability of hypothesis A on the observed event B.</a:t>
            </a:r>
            <a:endParaRPr/>
          </a:p>
          <a:p>
            <a:pPr indent="-228600" lvl="0" marL="228600" rtl="0" algn="l">
              <a:lnSpc>
                <a:spcPct val="90000"/>
              </a:lnSpc>
              <a:spcBef>
                <a:spcPts val="1000"/>
              </a:spcBef>
              <a:spcAft>
                <a:spcPts val="0"/>
              </a:spcAft>
              <a:buClr>
                <a:schemeClr val="dk1"/>
              </a:buClr>
              <a:buSzPts val="2800"/>
              <a:buChar char="•"/>
            </a:pPr>
            <a:r>
              <a:rPr b="1" lang="en-IN"/>
              <a:t>P(B|A) is Likelihood probability</a:t>
            </a:r>
            <a:r>
              <a:rPr lang="en-IN"/>
              <a:t>: Probability of the evidence given that the probability of a hypothesis is true.</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102" name="Google Shape;102;p4"/>
          <p:cNvPicPr preferRelativeResize="0"/>
          <p:nvPr/>
        </p:nvPicPr>
        <p:blipFill rotWithShape="1">
          <a:blip r:embed="rId3">
            <a:alphaModFix/>
          </a:blip>
          <a:srcRect b="0" l="0" r="0" t="0"/>
          <a:stretch/>
        </p:blipFill>
        <p:spPr>
          <a:xfrm>
            <a:off x="7707430" y="3031864"/>
            <a:ext cx="3183253" cy="93963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IN"/>
              <a:t>P(A) is Prior Probability: Probability of hypothesis before observing the evidence.</a:t>
            </a:r>
            <a:endParaRPr/>
          </a:p>
          <a:p>
            <a:pPr indent="-228600" lvl="0" marL="228600" rtl="0" algn="l">
              <a:lnSpc>
                <a:spcPct val="90000"/>
              </a:lnSpc>
              <a:spcBef>
                <a:spcPts val="1000"/>
              </a:spcBef>
              <a:spcAft>
                <a:spcPts val="0"/>
              </a:spcAft>
              <a:buClr>
                <a:schemeClr val="dk1"/>
              </a:buClr>
              <a:buSzPts val="2800"/>
              <a:buChar char="•"/>
            </a:pPr>
            <a:r>
              <a:rPr lang="en-IN"/>
              <a:t>P(B) is Marginal Probability: Probability of Evidence.</a:t>
            </a:r>
            <a:br>
              <a:rPr lang="en-IN"/>
            </a:b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IN"/>
              <a:t>Working of Naïve Bayes' Classifier:</a:t>
            </a:r>
            <a:br>
              <a:rPr lang="en-IN"/>
            </a:br>
            <a:endParaRPr/>
          </a:p>
        </p:txBody>
      </p:sp>
      <p:sp>
        <p:nvSpPr>
          <p:cNvPr id="113" name="Google Shape;113;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IN"/>
              <a:t>Working of Naïve Bayes' Classifier can be understood with the help of the below example:</a:t>
            </a:r>
            <a:endParaRPr/>
          </a:p>
          <a:p>
            <a:pPr indent="-64135"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IN"/>
              <a:t>Suppose we have a dataset of weather conditions and corresponding target variable "Play". So using this dataset we need to decide that whether we should play or not on a particular day according to the weather conditions. So to solve this problem, we need to follow the below steps:</a:t>
            </a:r>
            <a:endParaRPr/>
          </a:p>
          <a:p>
            <a:pPr indent="-349885" lvl="0" marL="514350" rtl="0" algn="l">
              <a:lnSpc>
                <a:spcPct val="90000"/>
              </a:lnSpc>
              <a:spcBef>
                <a:spcPts val="1000"/>
              </a:spcBef>
              <a:spcAft>
                <a:spcPts val="0"/>
              </a:spcAft>
              <a:buClr>
                <a:schemeClr val="dk1"/>
              </a:buClr>
              <a:buSzPct val="100000"/>
              <a:buFont typeface="Calibri"/>
              <a:buNone/>
            </a:pPr>
            <a:r>
              <a:t/>
            </a:r>
            <a:endParaRPr/>
          </a:p>
          <a:p>
            <a:pPr indent="-514350" lvl="0" marL="514350" rtl="0" algn="l">
              <a:lnSpc>
                <a:spcPct val="90000"/>
              </a:lnSpc>
              <a:spcBef>
                <a:spcPts val="1000"/>
              </a:spcBef>
              <a:spcAft>
                <a:spcPts val="0"/>
              </a:spcAft>
              <a:buClr>
                <a:schemeClr val="dk1"/>
              </a:buClr>
              <a:buSzPct val="100000"/>
              <a:buFont typeface="Calibri"/>
              <a:buAutoNum type="arabicPeriod"/>
            </a:pPr>
            <a:r>
              <a:rPr lang="en-IN"/>
              <a:t>Convert the given dataset into frequency tables.</a:t>
            </a:r>
            <a:endParaRPr/>
          </a:p>
          <a:p>
            <a:pPr indent="-514350" lvl="0" marL="514350" rtl="0" algn="l">
              <a:lnSpc>
                <a:spcPct val="90000"/>
              </a:lnSpc>
              <a:spcBef>
                <a:spcPts val="1000"/>
              </a:spcBef>
              <a:spcAft>
                <a:spcPts val="0"/>
              </a:spcAft>
              <a:buClr>
                <a:schemeClr val="dk1"/>
              </a:buClr>
              <a:buSzPct val="100000"/>
              <a:buFont typeface="Calibri"/>
              <a:buAutoNum type="arabicPeriod"/>
            </a:pPr>
            <a:r>
              <a:rPr lang="en-IN"/>
              <a:t>Generate Likelihood table by finding the probabilities of given features.</a:t>
            </a:r>
            <a:endParaRPr/>
          </a:p>
          <a:p>
            <a:pPr indent="-514350" lvl="0" marL="514350" rtl="0" algn="l">
              <a:lnSpc>
                <a:spcPct val="90000"/>
              </a:lnSpc>
              <a:spcBef>
                <a:spcPts val="1000"/>
              </a:spcBef>
              <a:spcAft>
                <a:spcPts val="0"/>
              </a:spcAft>
              <a:buClr>
                <a:schemeClr val="dk1"/>
              </a:buClr>
              <a:buSzPct val="100000"/>
              <a:buFont typeface="Calibri"/>
              <a:buAutoNum type="arabicPeriod"/>
            </a:pPr>
            <a:r>
              <a:rPr lang="en-IN"/>
              <a:t>Now, use Bayes theorem to calculate the posterior probability.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Calibri"/>
              <a:buNone/>
            </a:pPr>
            <a:r>
              <a:rPr lang="en-IN"/>
              <a:t>Example </a:t>
            </a:r>
            <a:endParaRPr/>
          </a:p>
        </p:txBody>
      </p:sp>
      <p:sp>
        <p:nvSpPr>
          <p:cNvPr id="119" name="Google Shape;119;p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888888"/>
              </a:buClr>
              <a:buSzPts val="2400"/>
              <a:buNone/>
            </a:pPr>
            <a:r>
              <a:rPr lang="en-IN"/>
              <a:t>Problem: If the weather is sunny, then the Player should play or not?</a:t>
            </a:r>
            <a:endParaRPr/>
          </a:p>
          <a:p>
            <a:pPr indent="0" lvl="0" marL="0" rtl="0" algn="l">
              <a:lnSpc>
                <a:spcPct val="90000"/>
              </a:lnSpc>
              <a:spcBef>
                <a:spcPts val="1000"/>
              </a:spcBef>
              <a:spcAft>
                <a:spcPts val="0"/>
              </a:spcAft>
              <a:buClr>
                <a:srgbClr val="888888"/>
              </a:buClr>
              <a:buSzPts val="2400"/>
              <a:buNone/>
            </a:pPr>
            <a:r>
              <a:t/>
            </a:r>
            <a:endParaRPr/>
          </a:p>
          <a:p>
            <a:pPr indent="0" lvl="0" marL="0" rtl="0" algn="l">
              <a:lnSpc>
                <a:spcPct val="90000"/>
              </a:lnSpc>
              <a:spcBef>
                <a:spcPts val="1000"/>
              </a:spcBef>
              <a:spcAft>
                <a:spcPts val="0"/>
              </a:spcAft>
              <a:buClr>
                <a:srgbClr val="888888"/>
              </a:buClr>
              <a:buSzPts val="2400"/>
              <a:buNone/>
            </a:pPr>
            <a:r>
              <a:rPr lang="en-IN"/>
              <a:t>Solution: To solve this, first consider the below dataset: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graphicFrame>
        <p:nvGraphicFramePr>
          <p:cNvPr id="124" name="Google Shape;124;p8"/>
          <p:cNvGraphicFramePr/>
          <p:nvPr/>
        </p:nvGraphicFramePr>
        <p:xfrm>
          <a:off x="565245" y="201542"/>
          <a:ext cx="3000000" cy="3000000"/>
        </p:xfrm>
        <a:graphic>
          <a:graphicData uri="http://schemas.openxmlformats.org/drawingml/2006/table">
            <a:tbl>
              <a:tblPr bandRow="1" firstRow="1">
                <a:noFill/>
                <a:tableStyleId>{344CC3F0-26EB-4C92-B4A1-8004AD71E4E0}</a:tableStyleId>
              </a:tblPr>
              <a:tblGrid>
                <a:gridCol w="3601125"/>
                <a:gridCol w="3601125"/>
                <a:gridCol w="3601125"/>
              </a:tblGrid>
              <a:tr h="7085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114300" marB="114300" marR="114300" marL="114300"/>
                </a:tc>
                <a:tc>
                  <a:txBody>
                    <a:bodyPr/>
                    <a:lstStyle/>
                    <a:p>
                      <a:pPr indent="0" lvl="0" marL="0" marR="0" rtl="0" algn="l">
                        <a:lnSpc>
                          <a:spcPct val="100000"/>
                        </a:lnSpc>
                        <a:spcBef>
                          <a:spcPts val="0"/>
                        </a:spcBef>
                        <a:spcAft>
                          <a:spcPts val="0"/>
                        </a:spcAft>
                        <a:buClr>
                          <a:srgbClr val="000000"/>
                        </a:buClr>
                        <a:buSzPts val="1400"/>
                        <a:buFont typeface="Arial"/>
                        <a:buNone/>
                      </a:pPr>
                      <a:br>
                        <a:rPr lang="en-IN" sz="1400" u="none" cap="none" strike="noStrike">
                          <a:solidFill>
                            <a:srgbClr val="000000"/>
                          </a:solidFill>
                          <a:latin typeface="times new roman"/>
                          <a:ea typeface="times new roman"/>
                          <a:cs typeface="times new roman"/>
                          <a:sym typeface="times new roman"/>
                        </a:rPr>
                      </a:br>
                      <a:r>
                        <a:rPr lang="en-IN" sz="1400" u="none" cap="none" strike="noStrike">
                          <a:solidFill>
                            <a:srgbClr val="000000"/>
                          </a:solidFill>
                          <a:latin typeface="times new roman"/>
                          <a:ea typeface="times new roman"/>
                          <a:cs typeface="times new roman"/>
                          <a:sym typeface="times new roman"/>
                        </a:rPr>
                        <a:t>Outlook</a:t>
                      </a:r>
                      <a:endParaRPr sz="1400" u="none" cap="none" strike="noStrike"/>
                    </a:p>
                  </a:txBody>
                  <a:tcPr marT="114300" marB="114300" marR="114300" marL="114300"/>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solidFill>
                            <a:srgbClr val="000000"/>
                          </a:solidFill>
                          <a:latin typeface="times new roman"/>
                          <a:ea typeface="times new roman"/>
                          <a:cs typeface="times new roman"/>
                          <a:sym typeface="times new roman"/>
                        </a:rPr>
                        <a:t>Play</a:t>
                      </a:r>
                      <a:endParaRPr sz="1400" u="none" cap="none" strike="noStrike"/>
                    </a:p>
                  </a:txBody>
                  <a:tcPr marT="114300" marB="114300" marR="114300" marL="114300"/>
                </a:tc>
              </a:tr>
              <a:tr h="400975">
                <a:tc>
                  <a:txBody>
                    <a:bodyPr/>
                    <a:lstStyle/>
                    <a:p>
                      <a:pPr indent="0" lvl="0" marL="0" marR="0" rtl="0" algn="just">
                        <a:lnSpc>
                          <a:spcPct val="100000"/>
                        </a:lnSpc>
                        <a:spcBef>
                          <a:spcPts val="0"/>
                        </a:spcBef>
                        <a:spcAft>
                          <a:spcPts val="0"/>
                        </a:spcAft>
                        <a:buClr>
                          <a:srgbClr val="000000"/>
                        </a:buClr>
                        <a:buSzPts val="1400"/>
                        <a:buFont typeface="Arial"/>
                        <a:buNone/>
                      </a:pPr>
                      <a:r>
                        <a:rPr b="1" lang="en-IN" sz="1400" u="none" cap="none" strike="noStrike">
                          <a:solidFill>
                            <a:srgbClr val="333333"/>
                          </a:solidFill>
                          <a:latin typeface="Inter"/>
                          <a:ea typeface="Inter"/>
                          <a:cs typeface="Inter"/>
                          <a:sym typeface="Inter"/>
                        </a:rPr>
                        <a:t>0</a:t>
                      </a:r>
                      <a:endParaRPr sz="1400" u="none" cap="none" strike="noStrike">
                        <a:solidFill>
                          <a:srgbClr val="333333"/>
                        </a:solidFill>
                        <a:latin typeface="Inter"/>
                        <a:ea typeface="Inter"/>
                        <a:cs typeface="Inter"/>
                        <a:sym typeface="Inter"/>
                      </a:endParaRPr>
                    </a:p>
                  </a:txBody>
                  <a:tcPr marT="76200" marB="76200" marR="76200" marL="76200"/>
                </a:tc>
                <a:tc>
                  <a:txBody>
                    <a:bodyPr/>
                    <a:lstStyle/>
                    <a:p>
                      <a:pPr indent="0" lvl="0" marL="0" marR="0" rtl="0" algn="just">
                        <a:lnSpc>
                          <a:spcPct val="100000"/>
                        </a:lnSpc>
                        <a:spcBef>
                          <a:spcPts val="0"/>
                        </a:spcBef>
                        <a:spcAft>
                          <a:spcPts val="0"/>
                        </a:spcAft>
                        <a:buClr>
                          <a:srgbClr val="000000"/>
                        </a:buClr>
                        <a:buSzPts val="1400"/>
                        <a:buFont typeface="Arial"/>
                        <a:buNone/>
                      </a:pPr>
                      <a:r>
                        <a:rPr lang="en-IN" sz="1400" u="none" cap="none" strike="noStrike">
                          <a:solidFill>
                            <a:srgbClr val="333333"/>
                          </a:solidFill>
                          <a:latin typeface="Inter"/>
                          <a:ea typeface="Inter"/>
                          <a:cs typeface="Inter"/>
                          <a:sym typeface="Inter"/>
                        </a:rPr>
                        <a:t>Rainy</a:t>
                      </a:r>
                      <a:endParaRPr sz="1400" u="none" cap="none" strike="noStrike"/>
                    </a:p>
                  </a:txBody>
                  <a:tcPr marT="76200" marB="76200" marR="76200" marL="76200"/>
                </a:tc>
                <a:tc>
                  <a:txBody>
                    <a:bodyPr/>
                    <a:lstStyle/>
                    <a:p>
                      <a:pPr indent="0" lvl="0" marL="0" marR="0" rtl="0" algn="just">
                        <a:lnSpc>
                          <a:spcPct val="100000"/>
                        </a:lnSpc>
                        <a:spcBef>
                          <a:spcPts val="0"/>
                        </a:spcBef>
                        <a:spcAft>
                          <a:spcPts val="0"/>
                        </a:spcAft>
                        <a:buClr>
                          <a:srgbClr val="000000"/>
                        </a:buClr>
                        <a:buSzPts val="1400"/>
                        <a:buFont typeface="Arial"/>
                        <a:buNone/>
                      </a:pPr>
                      <a:r>
                        <a:rPr lang="en-IN" sz="1400" u="none" cap="none" strike="noStrike">
                          <a:solidFill>
                            <a:srgbClr val="333333"/>
                          </a:solidFill>
                          <a:latin typeface="Inter"/>
                          <a:ea typeface="Inter"/>
                          <a:cs typeface="Inter"/>
                          <a:sym typeface="Inter"/>
                        </a:rPr>
                        <a:t>Yes</a:t>
                      </a:r>
                      <a:endParaRPr sz="1400" u="none" cap="none" strike="noStrike"/>
                    </a:p>
                  </a:txBody>
                  <a:tcPr marT="76200" marB="76200" marR="76200" marL="76200"/>
                </a:tc>
              </a:tr>
              <a:tr h="400975">
                <a:tc>
                  <a:txBody>
                    <a:bodyPr/>
                    <a:lstStyle/>
                    <a:p>
                      <a:pPr indent="0" lvl="0" marL="0" marR="0" rtl="0" algn="just">
                        <a:lnSpc>
                          <a:spcPct val="100000"/>
                        </a:lnSpc>
                        <a:spcBef>
                          <a:spcPts val="0"/>
                        </a:spcBef>
                        <a:spcAft>
                          <a:spcPts val="0"/>
                        </a:spcAft>
                        <a:buClr>
                          <a:srgbClr val="000000"/>
                        </a:buClr>
                        <a:buSzPts val="1400"/>
                        <a:buFont typeface="Arial"/>
                        <a:buNone/>
                      </a:pPr>
                      <a:r>
                        <a:rPr b="1" lang="en-IN" sz="1400" u="none" cap="none" strike="noStrike">
                          <a:solidFill>
                            <a:srgbClr val="333333"/>
                          </a:solidFill>
                          <a:latin typeface="Inter"/>
                          <a:ea typeface="Inter"/>
                          <a:cs typeface="Inter"/>
                          <a:sym typeface="Inter"/>
                        </a:rPr>
                        <a:t>1</a:t>
                      </a:r>
                      <a:endParaRPr sz="1400" u="none" cap="none" strike="noStrike">
                        <a:solidFill>
                          <a:srgbClr val="333333"/>
                        </a:solidFill>
                        <a:latin typeface="Inter"/>
                        <a:ea typeface="Inter"/>
                        <a:cs typeface="Inter"/>
                        <a:sym typeface="Inter"/>
                      </a:endParaRPr>
                    </a:p>
                  </a:txBody>
                  <a:tcPr marT="76200" marB="76200" marR="76200" marL="76200"/>
                </a:tc>
                <a:tc>
                  <a:txBody>
                    <a:bodyPr/>
                    <a:lstStyle/>
                    <a:p>
                      <a:pPr indent="0" lvl="0" marL="0" marR="0" rtl="0" algn="just">
                        <a:lnSpc>
                          <a:spcPct val="100000"/>
                        </a:lnSpc>
                        <a:spcBef>
                          <a:spcPts val="0"/>
                        </a:spcBef>
                        <a:spcAft>
                          <a:spcPts val="0"/>
                        </a:spcAft>
                        <a:buClr>
                          <a:srgbClr val="000000"/>
                        </a:buClr>
                        <a:buSzPts val="1400"/>
                        <a:buFont typeface="Arial"/>
                        <a:buNone/>
                      </a:pPr>
                      <a:r>
                        <a:rPr lang="en-IN" sz="1400" u="none" cap="none" strike="noStrike">
                          <a:solidFill>
                            <a:srgbClr val="333333"/>
                          </a:solidFill>
                          <a:latin typeface="Inter"/>
                          <a:ea typeface="Inter"/>
                          <a:cs typeface="Inter"/>
                          <a:sym typeface="Inter"/>
                        </a:rPr>
                        <a:t>Sunny</a:t>
                      </a:r>
                      <a:endParaRPr sz="1400" u="none" cap="none" strike="noStrike"/>
                    </a:p>
                  </a:txBody>
                  <a:tcPr marT="76200" marB="76200" marR="76200" marL="76200"/>
                </a:tc>
                <a:tc>
                  <a:txBody>
                    <a:bodyPr/>
                    <a:lstStyle/>
                    <a:p>
                      <a:pPr indent="0" lvl="0" marL="0" marR="0" rtl="0" algn="just">
                        <a:lnSpc>
                          <a:spcPct val="100000"/>
                        </a:lnSpc>
                        <a:spcBef>
                          <a:spcPts val="0"/>
                        </a:spcBef>
                        <a:spcAft>
                          <a:spcPts val="0"/>
                        </a:spcAft>
                        <a:buClr>
                          <a:srgbClr val="000000"/>
                        </a:buClr>
                        <a:buSzPts val="1400"/>
                        <a:buFont typeface="Arial"/>
                        <a:buNone/>
                      </a:pPr>
                      <a:r>
                        <a:rPr lang="en-IN" sz="1400" u="none" cap="none" strike="noStrike">
                          <a:solidFill>
                            <a:srgbClr val="333333"/>
                          </a:solidFill>
                          <a:latin typeface="Inter"/>
                          <a:ea typeface="Inter"/>
                          <a:cs typeface="Inter"/>
                          <a:sym typeface="Inter"/>
                        </a:rPr>
                        <a:t>Yes</a:t>
                      </a:r>
                      <a:endParaRPr sz="1400" u="none" cap="none" strike="noStrike"/>
                    </a:p>
                  </a:txBody>
                  <a:tcPr marT="76200" marB="76200" marR="76200" marL="76200"/>
                </a:tc>
              </a:tr>
              <a:tr h="400975">
                <a:tc>
                  <a:txBody>
                    <a:bodyPr/>
                    <a:lstStyle/>
                    <a:p>
                      <a:pPr indent="0" lvl="0" marL="0" marR="0" rtl="0" algn="just">
                        <a:lnSpc>
                          <a:spcPct val="100000"/>
                        </a:lnSpc>
                        <a:spcBef>
                          <a:spcPts val="0"/>
                        </a:spcBef>
                        <a:spcAft>
                          <a:spcPts val="0"/>
                        </a:spcAft>
                        <a:buClr>
                          <a:srgbClr val="000000"/>
                        </a:buClr>
                        <a:buSzPts val="1400"/>
                        <a:buFont typeface="Arial"/>
                        <a:buNone/>
                      </a:pPr>
                      <a:r>
                        <a:rPr b="1" lang="en-IN" sz="1400" u="none" cap="none" strike="noStrike">
                          <a:solidFill>
                            <a:srgbClr val="333333"/>
                          </a:solidFill>
                          <a:latin typeface="Inter"/>
                          <a:ea typeface="Inter"/>
                          <a:cs typeface="Inter"/>
                          <a:sym typeface="Inter"/>
                        </a:rPr>
                        <a:t>2</a:t>
                      </a:r>
                      <a:endParaRPr sz="1400" u="none" cap="none" strike="noStrike">
                        <a:solidFill>
                          <a:srgbClr val="333333"/>
                        </a:solidFill>
                        <a:latin typeface="Inter"/>
                        <a:ea typeface="Inter"/>
                        <a:cs typeface="Inter"/>
                        <a:sym typeface="Inter"/>
                      </a:endParaRPr>
                    </a:p>
                  </a:txBody>
                  <a:tcPr marT="76200" marB="76200" marR="76200" marL="76200"/>
                </a:tc>
                <a:tc>
                  <a:txBody>
                    <a:bodyPr/>
                    <a:lstStyle/>
                    <a:p>
                      <a:pPr indent="0" lvl="0" marL="0" marR="0" rtl="0" algn="just">
                        <a:lnSpc>
                          <a:spcPct val="100000"/>
                        </a:lnSpc>
                        <a:spcBef>
                          <a:spcPts val="0"/>
                        </a:spcBef>
                        <a:spcAft>
                          <a:spcPts val="0"/>
                        </a:spcAft>
                        <a:buClr>
                          <a:srgbClr val="000000"/>
                        </a:buClr>
                        <a:buSzPts val="1400"/>
                        <a:buFont typeface="Arial"/>
                        <a:buNone/>
                      </a:pPr>
                      <a:r>
                        <a:rPr lang="en-IN" sz="1400" u="none" cap="none" strike="noStrike">
                          <a:solidFill>
                            <a:srgbClr val="333333"/>
                          </a:solidFill>
                          <a:latin typeface="Inter"/>
                          <a:ea typeface="Inter"/>
                          <a:cs typeface="Inter"/>
                          <a:sym typeface="Inter"/>
                        </a:rPr>
                        <a:t>Overcast</a:t>
                      </a:r>
                      <a:endParaRPr sz="1400" u="none" cap="none" strike="noStrike"/>
                    </a:p>
                  </a:txBody>
                  <a:tcPr marT="76200" marB="76200" marR="76200" marL="76200"/>
                </a:tc>
                <a:tc>
                  <a:txBody>
                    <a:bodyPr/>
                    <a:lstStyle/>
                    <a:p>
                      <a:pPr indent="0" lvl="0" marL="0" marR="0" rtl="0" algn="just">
                        <a:lnSpc>
                          <a:spcPct val="100000"/>
                        </a:lnSpc>
                        <a:spcBef>
                          <a:spcPts val="0"/>
                        </a:spcBef>
                        <a:spcAft>
                          <a:spcPts val="0"/>
                        </a:spcAft>
                        <a:buClr>
                          <a:srgbClr val="000000"/>
                        </a:buClr>
                        <a:buSzPts val="1400"/>
                        <a:buFont typeface="Arial"/>
                        <a:buNone/>
                      </a:pPr>
                      <a:r>
                        <a:rPr lang="en-IN" sz="1400" u="none" cap="none" strike="noStrike">
                          <a:solidFill>
                            <a:srgbClr val="333333"/>
                          </a:solidFill>
                          <a:latin typeface="Inter"/>
                          <a:ea typeface="Inter"/>
                          <a:cs typeface="Inter"/>
                          <a:sym typeface="Inter"/>
                        </a:rPr>
                        <a:t>Yes</a:t>
                      </a:r>
                      <a:endParaRPr sz="1400" u="none" cap="none" strike="noStrike"/>
                    </a:p>
                  </a:txBody>
                  <a:tcPr marT="76200" marB="76200" marR="76200" marL="76200"/>
                </a:tc>
              </a:tr>
              <a:tr h="400975">
                <a:tc>
                  <a:txBody>
                    <a:bodyPr/>
                    <a:lstStyle/>
                    <a:p>
                      <a:pPr indent="0" lvl="0" marL="0" marR="0" rtl="0" algn="just">
                        <a:lnSpc>
                          <a:spcPct val="100000"/>
                        </a:lnSpc>
                        <a:spcBef>
                          <a:spcPts val="0"/>
                        </a:spcBef>
                        <a:spcAft>
                          <a:spcPts val="0"/>
                        </a:spcAft>
                        <a:buClr>
                          <a:srgbClr val="000000"/>
                        </a:buClr>
                        <a:buSzPts val="1400"/>
                        <a:buFont typeface="Arial"/>
                        <a:buNone/>
                      </a:pPr>
                      <a:r>
                        <a:rPr b="1" lang="en-IN" sz="1400" u="none" cap="none" strike="noStrike">
                          <a:solidFill>
                            <a:srgbClr val="333333"/>
                          </a:solidFill>
                          <a:latin typeface="Inter"/>
                          <a:ea typeface="Inter"/>
                          <a:cs typeface="Inter"/>
                          <a:sym typeface="Inter"/>
                        </a:rPr>
                        <a:t>3</a:t>
                      </a:r>
                      <a:endParaRPr sz="1400" u="none" cap="none" strike="noStrike">
                        <a:solidFill>
                          <a:srgbClr val="333333"/>
                        </a:solidFill>
                        <a:latin typeface="Inter"/>
                        <a:ea typeface="Inter"/>
                        <a:cs typeface="Inter"/>
                        <a:sym typeface="Inter"/>
                      </a:endParaRPr>
                    </a:p>
                  </a:txBody>
                  <a:tcPr marT="76200" marB="76200" marR="76200" marL="76200"/>
                </a:tc>
                <a:tc>
                  <a:txBody>
                    <a:bodyPr/>
                    <a:lstStyle/>
                    <a:p>
                      <a:pPr indent="0" lvl="0" marL="0" marR="0" rtl="0" algn="just">
                        <a:lnSpc>
                          <a:spcPct val="100000"/>
                        </a:lnSpc>
                        <a:spcBef>
                          <a:spcPts val="0"/>
                        </a:spcBef>
                        <a:spcAft>
                          <a:spcPts val="0"/>
                        </a:spcAft>
                        <a:buClr>
                          <a:srgbClr val="000000"/>
                        </a:buClr>
                        <a:buSzPts val="1400"/>
                        <a:buFont typeface="Arial"/>
                        <a:buNone/>
                      </a:pPr>
                      <a:r>
                        <a:rPr lang="en-IN" sz="1400" u="none" cap="none" strike="noStrike">
                          <a:solidFill>
                            <a:srgbClr val="333333"/>
                          </a:solidFill>
                          <a:latin typeface="Inter"/>
                          <a:ea typeface="Inter"/>
                          <a:cs typeface="Inter"/>
                          <a:sym typeface="Inter"/>
                        </a:rPr>
                        <a:t>Overcast</a:t>
                      </a:r>
                      <a:endParaRPr sz="1400" u="none" cap="none" strike="noStrike"/>
                    </a:p>
                  </a:txBody>
                  <a:tcPr marT="76200" marB="76200" marR="76200" marL="76200"/>
                </a:tc>
                <a:tc>
                  <a:txBody>
                    <a:bodyPr/>
                    <a:lstStyle/>
                    <a:p>
                      <a:pPr indent="0" lvl="0" marL="0" marR="0" rtl="0" algn="just">
                        <a:lnSpc>
                          <a:spcPct val="100000"/>
                        </a:lnSpc>
                        <a:spcBef>
                          <a:spcPts val="0"/>
                        </a:spcBef>
                        <a:spcAft>
                          <a:spcPts val="0"/>
                        </a:spcAft>
                        <a:buClr>
                          <a:srgbClr val="000000"/>
                        </a:buClr>
                        <a:buSzPts val="1400"/>
                        <a:buFont typeface="Arial"/>
                        <a:buNone/>
                      </a:pPr>
                      <a:r>
                        <a:rPr lang="en-IN" sz="1400" u="none" cap="none" strike="noStrike">
                          <a:solidFill>
                            <a:srgbClr val="333333"/>
                          </a:solidFill>
                          <a:latin typeface="Inter"/>
                          <a:ea typeface="Inter"/>
                          <a:cs typeface="Inter"/>
                          <a:sym typeface="Inter"/>
                        </a:rPr>
                        <a:t>Yes</a:t>
                      </a:r>
                      <a:endParaRPr sz="1400" u="none" cap="none" strike="noStrike"/>
                    </a:p>
                  </a:txBody>
                  <a:tcPr marT="76200" marB="76200" marR="76200" marL="76200"/>
                </a:tc>
              </a:tr>
              <a:tr h="400975">
                <a:tc>
                  <a:txBody>
                    <a:bodyPr/>
                    <a:lstStyle/>
                    <a:p>
                      <a:pPr indent="0" lvl="0" marL="0" marR="0" rtl="0" algn="just">
                        <a:lnSpc>
                          <a:spcPct val="100000"/>
                        </a:lnSpc>
                        <a:spcBef>
                          <a:spcPts val="0"/>
                        </a:spcBef>
                        <a:spcAft>
                          <a:spcPts val="0"/>
                        </a:spcAft>
                        <a:buClr>
                          <a:srgbClr val="000000"/>
                        </a:buClr>
                        <a:buSzPts val="1400"/>
                        <a:buFont typeface="Arial"/>
                        <a:buNone/>
                      </a:pPr>
                      <a:r>
                        <a:rPr b="1" lang="en-IN" sz="1400" u="none" cap="none" strike="noStrike">
                          <a:solidFill>
                            <a:srgbClr val="333333"/>
                          </a:solidFill>
                          <a:latin typeface="Inter"/>
                          <a:ea typeface="Inter"/>
                          <a:cs typeface="Inter"/>
                          <a:sym typeface="Inter"/>
                        </a:rPr>
                        <a:t>4</a:t>
                      </a:r>
                      <a:endParaRPr sz="1400" u="none" cap="none" strike="noStrike">
                        <a:solidFill>
                          <a:srgbClr val="333333"/>
                        </a:solidFill>
                        <a:latin typeface="Inter"/>
                        <a:ea typeface="Inter"/>
                        <a:cs typeface="Inter"/>
                        <a:sym typeface="Inter"/>
                      </a:endParaRPr>
                    </a:p>
                  </a:txBody>
                  <a:tcPr marT="76200" marB="76200" marR="76200" marL="76200"/>
                </a:tc>
                <a:tc>
                  <a:txBody>
                    <a:bodyPr/>
                    <a:lstStyle/>
                    <a:p>
                      <a:pPr indent="0" lvl="0" marL="0" marR="0" rtl="0" algn="just">
                        <a:lnSpc>
                          <a:spcPct val="100000"/>
                        </a:lnSpc>
                        <a:spcBef>
                          <a:spcPts val="0"/>
                        </a:spcBef>
                        <a:spcAft>
                          <a:spcPts val="0"/>
                        </a:spcAft>
                        <a:buClr>
                          <a:srgbClr val="000000"/>
                        </a:buClr>
                        <a:buSzPts val="1400"/>
                        <a:buFont typeface="Arial"/>
                        <a:buNone/>
                      </a:pPr>
                      <a:r>
                        <a:rPr lang="en-IN" sz="1400" u="none" cap="none" strike="noStrike">
                          <a:solidFill>
                            <a:srgbClr val="333333"/>
                          </a:solidFill>
                          <a:latin typeface="Inter"/>
                          <a:ea typeface="Inter"/>
                          <a:cs typeface="Inter"/>
                          <a:sym typeface="Inter"/>
                        </a:rPr>
                        <a:t>Sunny</a:t>
                      </a:r>
                      <a:endParaRPr sz="1400" u="none" cap="none" strike="noStrike"/>
                    </a:p>
                  </a:txBody>
                  <a:tcPr marT="76200" marB="76200" marR="76200" marL="76200"/>
                </a:tc>
                <a:tc>
                  <a:txBody>
                    <a:bodyPr/>
                    <a:lstStyle/>
                    <a:p>
                      <a:pPr indent="0" lvl="0" marL="0" marR="0" rtl="0" algn="just">
                        <a:lnSpc>
                          <a:spcPct val="100000"/>
                        </a:lnSpc>
                        <a:spcBef>
                          <a:spcPts val="0"/>
                        </a:spcBef>
                        <a:spcAft>
                          <a:spcPts val="0"/>
                        </a:spcAft>
                        <a:buClr>
                          <a:srgbClr val="000000"/>
                        </a:buClr>
                        <a:buSzPts val="1400"/>
                        <a:buFont typeface="Arial"/>
                        <a:buNone/>
                      </a:pPr>
                      <a:r>
                        <a:rPr lang="en-IN" sz="1400" u="none" cap="none" strike="noStrike">
                          <a:solidFill>
                            <a:srgbClr val="333333"/>
                          </a:solidFill>
                          <a:latin typeface="Inter"/>
                          <a:ea typeface="Inter"/>
                          <a:cs typeface="Inter"/>
                          <a:sym typeface="Inter"/>
                        </a:rPr>
                        <a:t>No</a:t>
                      </a:r>
                      <a:endParaRPr sz="1400" u="none" cap="none" strike="noStrike"/>
                    </a:p>
                  </a:txBody>
                  <a:tcPr marT="76200" marB="76200" marR="76200" marL="76200"/>
                </a:tc>
              </a:tr>
              <a:tr h="400975">
                <a:tc>
                  <a:txBody>
                    <a:bodyPr/>
                    <a:lstStyle/>
                    <a:p>
                      <a:pPr indent="0" lvl="0" marL="0" marR="0" rtl="0" algn="just">
                        <a:lnSpc>
                          <a:spcPct val="100000"/>
                        </a:lnSpc>
                        <a:spcBef>
                          <a:spcPts val="0"/>
                        </a:spcBef>
                        <a:spcAft>
                          <a:spcPts val="0"/>
                        </a:spcAft>
                        <a:buClr>
                          <a:srgbClr val="000000"/>
                        </a:buClr>
                        <a:buSzPts val="1400"/>
                        <a:buFont typeface="Arial"/>
                        <a:buNone/>
                      </a:pPr>
                      <a:r>
                        <a:rPr b="1" lang="en-IN" sz="1400" u="none" cap="none" strike="noStrike">
                          <a:solidFill>
                            <a:srgbClr val="333333"/>
                          </a:solidFill>
                          <a:latin typeface="Inter"/>
                          <a:ea typeface="Inter"/>
                          <a:cs typeface="Inter"/>
                          <a:sym typeface="Inter"/>
                        </a:rPr>
                        <a:t>5</a:t>
                      </a:r>
                      <a:endParaRPr sz="1400" u="none" cap="none" strike="noStrike">
                        <a:solidFill>
                          <a:srgbClr val="333333"/>
                        </a:solidFill>
                        <a:latin typeface="Inter"/>
                        <a:ea typeface="Inter"/>
                        <a:cs typeface="Inter"/>
                        <a:sym typeface="Inter"/>
                      </a:endParaRPr>
                    </a:p>
                  </a:txBody>
                  <a:tcPr marT="76200" marB="76200" marR="76200" marL="76200"/>
                </a:tc>
                <a:tc>
                  <a:txBody>
                    <a:bodyPr/>
                    <a:lstStyle/>
                    <a:p>
                      <a:pPr indent="0" lvl="0" marL="0" marR="0" rtl="0" algn="just">
                        <a:lnSpc>
                          <a:spcPct val="100000"/>
                        </a:lnSpc>
                        <a:spcBef>
                          <a:spcPts val="0"/>
                        </a:spcBef>
                        <a:spcAft>
                          <a:spcPts val="0"/>
                        </a:spcAft>
                        <a:buClr>
                          <a:srgbClr val="000000"/>
                        </a:buClr>
                        <a:buSzPts val="1400"/>
                        <a:buFont typeface="Arial"/>
                        <a:buNone/>
                      </a:pPr>
                      <a:r>
                        <a:rPr lang="en-IN" sz="1400" u="none" cap="none" strike="noStrike">
                          <a:solidFill>
                            <a:srgbClr val="333333"/>
                          </a:solidFill>
                          <a:latin typeface="Inter"/>
                          <a:ea typeface="Inter"/>
                          <a:cs typeface="Inter"/>
                          <a:sym typeface="Inter"/>
                        </a:rPr>
                        <a:t>Rainy</a:t>
                      </a:r>
                      <a:endParaRPr sz="1400" u="none" cap="none" strike="noStrike"/>
                    </a:p>
                  </a:txBody>
                  <a:tcPr marT="76200" marB="76200" marR="76200" marL="76200"/>
                </a:tc>
                <a:tc>
                  <a:txBody>
                    <a:bodyPr/>
                    <a:lstStyle/>
                    <a:p>
                      <a:pPr indent="0" lvl="0" marL="0" marR="0" rtl="0" algn="just">
                        <a:lnSpc>
                          <a:spcPct val="100000"/>
                        </a:lnSpc>
                        <a:spcBef>
                          <a:spcPts val="0"/>
                        </a:spcBef>
                        <a:spcAft>
                          <a:spcPts val="0"/>
                        </a:spcAft>
                        <a:buClr>
                          <a:srgbClr val="000000"/>
                        </a:buClr>
                        <a:buSzPts val="1400"/>
                        <a:buFont typeface="Arial"/>
                        <a:buNone/>
                      </a:pPr>
                      <a:r>
                        <a:rPr lang="en-IN" sz="1400" u="none" cap="none" strike="noStrike">
                          <a:solidFill>
                            <a:srgbClr val="333333"/>
                          </a:solidFill>
                          <a:latin typeface="Inter"/>
                          <a:ea typeface="Inter"/>
                          <a:cs typeface="Inter"/>
                          <a:sym typeface="Inter"/>
                        </a:rPr>
                        <a:t>Yes</a:t>
                      </a:r>
                      <a:endParaRPr sz="1400" u="none" cap="none" strike="noStrike"/>
                    </a:p>
                  </a:txBody>
                  <a:tcPr marT="76200" marB="76200" marR="76200" marL="76200"/>
                </a:tc>
              </a:tr>
              <a:tr h="400975">
                <a:tc>
                  <a:txBody>
                    <a:bodyPr/>
                    <a:lstStyle/>
                    <a:p>
                      <a:pPr indent="0" lvl="0" marL="0" marR="0" rtl="0" algn="just">
                        <a:lnSpc>
                          <a:spcPct val="100000"/>
                        </a:lnSpc>
                        <a:spcBef>
                          <a:spcPts val="0"/>
                        </a:spcBef>
                        <a:spcAft>
                          <a:spcPts val="0"/>
                        </a:spcAft>
                        <a:buClr>
                          <a:srgbClr val="000000"/>
                        </a:buClr>
                        <a:buSzPts val="1400"/>
                        <a:buFont typeface="Arial"/>
                        <a:buNone/>
                      </a:pPr>
                      <a:r>
                        <a:rPr b="1" lang="en-IN" sz="1400" u="none" cap="none" strike="noStrike">
                          <a:solidFill>
                            <a:srgbClr val="333333"/>
                          </a:solidFill>
                          <a:latin typeface="Inter"/>
                          <a:ea typeface="Inter"/>
                          <a:cs typeface="Inter"/>
                          <a:sym typeface="Inter"/>
                        </a:rPr>
                        <a:t>6</a:t>
                      </a:r>
                      <a:endParaRPr sz="1400" u="none" cap="none" strike="noStrike">
                        <a:solidFill>
                          <a:srgbClr val="333333"/>
                        </a:solidFill>
                        <a:latin typeface="Inter"/>
                        <a:ea typeface="Inter"/>
                        <a:cs typeface="Inter"/>
                        <a:sym typeface="Inter"/>
                      </a:endParaRPr>
                    </a:p>
                  </a:txBody>
                  <a:tcPr marT="76200" marB="76200" marR="76200" marL="76200"/>
                </a:tc>
                <a:tc>
                  <a:txBody>
                    <a:bodyPr/>
                    <a:lstStyle/>
                    <a:p>
                      <a:pPr indent="0" lvl="0" marL="0" marR="0" rtl="0" algn="just">
                        <a:lnSpc>
                          <a:spcPct val="100000"/>
                        </a:lnSpc>
                        <a:spcBef>
                          <a:spcPts val="0"/>
                        </a:spcBef>
                        <a:spcAft>
                          <a:spcPts val="0"/>
                        </a:spcAft>
                        <a:buClr>
                          <a:srgbClr val="000000"/>
                        </a:buClr>
                        <a:buSzPts val="1400"/>
                        <a:buFont typeface="Arial"/>
                        <a:buNone/>
                      </a:pPr>
                      <a:r>
                        <a:rPr lang="en-IN" sz="1400" u="none" cap="none" strike="noStrike">
                          <a:solidFill>
                            <a:srgbClr val="333333"/>
                          </a:solidFill>
                          <a:latin typeface="Inter"/>
                          <a:ea typeface="Inter"/>
                          <a:cs typeface="Inter"/>
                          <a:sym typeface="Inter"/>
                        </a:rPr>
                        <a:t>Sunny</a:t>
                      </a:r>
                      <a:endParaRPr sz="1400" u="none" cap="none" strike="noStrike"/>
                    </a:p>
                  </a:txBody>
                  <a:tcPr marT="76200" marB="76200" marR="76200" marL="76200"/>
                </a:tc>
                <a:tc>
                  <a:txBody>
                    <a:bodyPr/>
                    <a:lstStyle/>
                    <a:p>
                      <a:pPr indent="0" lvl="0" marL="0" marR="0" rtl="0" algn="just">
                        <a:lnSpc>
                          <a:spcPct val="100000"/>
                        </a:lnSpc>
                        <a:spcBef>
                          <a:spcPts val="0"/>
                        </a:spcBef>
                        <a:spcAft>
                          <a:spcPts val="0"/>
                        </a:spcAft>
                        <a:buClr>
                          <a:srgbClr val="000000"/>
                        </a:buClr>
                        <a:buSzPts val="1400"/>
                        <a:buFont typeface="Arial"/>
                        <a:buNone/>
                      </a:pPr>
                      <a:r>
                        <a:rPr lang="en-IN" sz="1400" u="none" cap="none" strike="noStrike">
                          <a:solidFill>
                            <a:srgbClr val="333333"/>
                          </a:solidFill>
                          <a:latin typeface="Inter"/>
                          <a:ea typeface="Inter"/>
                          <a:cs typeface="Inter"/>
                          <a:sym typeface="Inter"/>
                        </a:rPr>
                        <a:t>Yes</a:t>
                      </a:r>
                      <a:endParaRPr sz="1400" u="none" cap="none" strike="noStrike"/>
                    </a:p>
                  </a:txBody>
                  <a:tcPr marT="76200" marB="76200" marR="76200" marL="76200"/>
                </a:tc>
              </a:tr>
              <a:tr h="400975">
                <a:tc>
                  <a:txBody>
                    <a:bodyPr/>
                    <a:lstStyle/>
                    <a:p>
                      <a:pPr indent="0" lvl="0" marL="0" marR="0" rtl="0" algn="just">
                        <a:lnSpc>
                          <a:spcPct val="100000"/>
                        </a:lnSpc>
                        <a:spcBef>
                          <a:spcPts val="0"/>
                        </a:spcBef>
                        <a:spcAft>
                          <a:spcPts val="0"/>
                        </a:spcAft>
                        <a:buClr>
                          <a:srgbClr val="000000"/>
                        </a:buClr>
                        <a:buSzPts val="1400"/>
                        <a:buFont typeface="Arial"/>
                        <a:buNone/>
                      </a:pPr>
                      <a:r>
                        <a:rPr b="1" lang="en-IN" sz="1400" u="none" cap="none" strike="noStrike">
                          <a:solidFill>
                            <a:srgbClr val="333333"/>
                          </a:solidFill>
                          <a:latin typeface="Inter"/>
                          <a:ea typeface="Inter"/>
                          <a:cs typeface="Inter"/>
                          <a:sym typeface="Inter"/>
                        </a:rPr>
                        <a:t>7</a:t>
                      </a:r>
                      <a:endParaRPr sz="1400" u="none" cap="none" strike="noStrike">
                        <a:solidFill>
                          <a:srgbClr val="333333"/>
                        </a:solidFill>
                        <a:latin typeface="Inter"/>
                        <a:ea typeface="Inter"/>
                        <a:cs typeface="Inter"/>
                        <a:sym typeface="Inter"/>
                      </a:endParaRPr>
                    </a:p>
                  </a:txBody>
                  <a:tcPr marT="76200" marB="76200" marR="76200" marL="76200"/>
                </a:tc>
                <a:tc>
                  <a:txBody>
                    <a:bodyPr/>
                    <a:lstStyle/>
                    <a:p>
                      <a:pPr indent="0" lvl="0" marL="0" marR="0" rtl="0" algn="just">
                        <a:lnSpc>
                          <a:spcPct val="100000"/>
                        </a:lnSpc>
                        <a:spcBef>
                          <a:spcPts val="0"/>
                        </a:spcBef>
                        <a:spcAft>
                          <a:spcPts val="0"/>
                        </a:spcAft>
                        <a:buClr>
                          <a:srgbClr val="000000"/>
                        </a:buClr>
                        <a:buSzPts val="1400"/>
                        <a:buFont typeface="Arial"/>
                        <a:buNone/>
                      </a:pPr>
                      <a:r>
                        <a:rPr lang="en-IN" sz="1400" u="none" cap="none" strike="noStrike">
                          <a:solidFill>
                            <a:srgbClr val="333333"/>
                          </a:solidFill>
                          <a:latin typeface="Inter"/>
                          <a:ea typeface="Inter"/>
                          <a:cs typeface="Inter"/>
                          <a:sym typeface="Inter"/>
                        </a:rPr>
                        <a:t>Overcast</a:t>
                      </a:r>
                      <a:endParaRPr sz="1400" u="none" cap="none" strike="noStrike"/>
                    </a:p>
                  </a:txBody>
                  <a:tcPr marT="76200" marB="76200" marR="76200" marL="76200"/>
                </a:tc>
                <a:tc>
                  <a:txBody>
                    <a:bodyPr/>
                    <a:lstStyle/>
                    <a:p>
                      <a:pPr indent="0" lvl="0" marL="0" marR="0" rtl="0" algn="just">
                        <a:lnSpc>
                          <a:spcPct val="100000"/>
                        </a:lnSpc>
                        <a:spcBef>
                          <a:spcPts val="0"/>
                        </a:spcBef>
                        <a:spcAft>
                          <a:spcPts val="0"/>
                        </a:spcAft>
                        <a:buClr>
                          <a:srgbClr val="000000"/>
                        </a:buClr>
                        <a:buSzPts val="1400"/>
                        <a:buFont typeface="Arial"/>
                        <a:buNone/>
                      </a:pPr>
                      <a:r>
                        <a:rPr lang="en-IN" sz="1400" u="none" cap="none" strike="noStrike">
                          <a:solidFill>
                            <a:srgbClr val="333333"/>
                          </a:solidFill>
                          <a:latin typeface="Inter"/>
                          <a:ea typeface="Inter"/>
                          <a:cs typeface="Inter"/>
                          <a:sym typeface="Inter"/>
                        </a:rPr>
                        <a:t>Yes</a:t>
                      </a:r>
                      <a:endParaRPr sz="1400" u="none" cap="none" strike="noStrike"/>
                    </a:p>
                  </a:txBody>
                  <a:tcPr marT="76200" marB="76200" marR="76200" marL="76200"/>
                </a:tc>
              </a:tr>
              <a:tr h="400975">
                <a:tc>
                  <a:txBody>
                    <a:bodyPr/>
                    <a:lstStyle/>
                    <a:p>
                      <a:pPr indent="0" lvl="0" marL="0" marR="0" rtl="0" algn="just">
                        <a:lnSpc>
                          <a:spcPct val="100000"/>
                        </a:lnSpc>
                        <a:spcBef>
                          <a:spcPts val="0"/>
                        </a:spcBef>
                        <a:spcAft>
                          <a:spcPts val="0"/>
                        </a:spcAft>
                        <a:buClr>
                          <a:srgbClr val="000000"/>
                        </a:buClr>
                        <a:buSzPts val="1400"/>
                        <a:buFont typeface="Arial"/>
                        <a:buNone/>
                      </a:pPr>
                      <a:r>
                        <a:rPr b="1" lang="en-IN" sz="1400" u="none" cap="none" strike="noStrike">
                          <a:solidFill>
                            <a:srgbClr val="333333"/>
                          </a:solidFill>
                          <a:latin typeface="Inter"/>
                          <a:ea typeface="Inter"/>
                          <a:cs typeface="Inter"/>
                          <a:sym typeface="Inter"/>
                        </a:rPr>
                        <a:t>8</a:t>
                      </a:r>
                      <a:endParaRPr sz="1400" u="none" cap="none" strike="noStrike">
                        <a:solidFill>
                          <a:srgbClr val="333333"/>
                        </a:solidFill>
                        <a:latin typeface="Inter"/>
                        <a:ea typeface="Inter"/>
                        <a:cs typeface="Inter"/>
                        <a:sym typeface="Inter"/>
                      </a:endParaRPr>
                    </a:p>
                  </a:txBody>
                  <a:tcPr marT="76200" marB="76200" marR="76200" marL="76200"/>
                </a:tc>
                <a:tc>
                  <a:txBody>
                    <a:bodyPr/>
                    <a:lstStyle/>
                    <a:p>
                      <a:pPr indent="0" lvl="0" marL="0" marR="0" rtl="0" algn="just">
                        <a:lnSpc>
                          <a:spcPct val="100000"/>
                        </a:lnSpc>
                        <a:spcBef>
                          <a:spcPts val="0"/>
                        </a:spcBef>
                        <a:spcAft>
                          <a:spcPts val="0"/>
                        </a:spcAft>
                        <a:buClr>
                          <a:srgbClr val="000000"/>
                        </a:buClr>
                        <a:buSzPts val="1400"/>
                        <a:buFont typeface="Arial"/>
                        <a:buNone/>
                      </a:pPr>
                      <a:r>
                        <a:rPr lang="en-IN" sz="1400" u="none" cap="none" strike="noStrike">
                          <a:solidFill>
                            <a:srgbClr val="333333"/>
                          </a:solidFill>
                          <a:latin typeface="Inter"/>
                          <a:ea typeface="Inter"/>
                          <a:cs typeface="Inter"/>
                          <a:sym typeface="Inter"/>
                        </a:rPr>
                        <a:t>Rainy</a:t>
                      </a:r>
                      <a:endParaRPr sz="1400" u="none" cap="none" strike="noStrike"/>
                    </a:p>
                  </a:txBody>
                  <a:tcPr marT="76200" marB="76200" marR="76200" marL="76200"/>
                </a:tc>
                <a:tc>
                  <a:txBody>
                    <a:bodyPr/>
                    <a:lstStyle/>
                    <a:p>
                      <a:pPr indent="0" lvl="0" marL="0" marR="0" rtl="0" algn="just">
                        <a:lnSpc>
                          <a:spcPct val="100000"/>
                        </a:lnSpc>
                        <a:spcBef>
                          <a:spcPts val="0"/>
                        </a:spcBef>
                        <a:spcAft>
                          <a:spcPts val="0"/>
                        </a:spcAft>
                        <a:buClr>
                          <a:srgbClr val="000000"/>
                        </a:buClr>
                        <a:buSzPts val="1400"/>
                        <a:buFont typeface="Arial"/>
                        <a:buNone/>
                      </a:pPr>
                      <a:r>
                        <a:rPr lang="en-IN" sz="1400" u="none" cap="none" strike="noStrike">
                          <a:solidFill>
                            <a:srgbClr val="333333"/>
                          </a:solidFill>
                          <a:latin typeface="Inter"/>
                          <a:ea typeface="Inter"/>
                          <a:cs typeface="Inter"/>
                          <a:sym typeface="Inter"/>
                        </a:rPr>
                        <a:t>No</a:t>
                      </a:r>
                      <a:endParaRPr sz="1400" u="none" cap="none" strike="noStrike"/>
                    </a:p>
                  </a:txBody>
                  <a:tcPr marT="76200" marB="76200" marR="76200" marL="76200"/>
                </a:tc>
              </a:tr>
              <a:tr h="400975">
                <a:tc>
                  <a:txBody>
                    <a:bodyPr/>
                    <a:lstStyle/>
                    <a:p>
                      <a:pPr indent="0" lvl="0" marL="0" marR="0" rtl="0" algn="just">
                        <a:lnSpc>
                          <a:spcPct val="100000"/>
                        </a:lnSpc>
                        <a:spcBef>
                          <a:spcPts val="0"/>
                        </a:spcBef>
                        <a:spcAft>
                          <a:spcPts val="0"/>
                        </a:spcAft>
                        <a:buClr>
                          <a:srgbClr val="000000"/>
                        </a:buClr>
                        <a:buSzPts val="1400"/>
                        <a:buFont typeface="Arial"/>
                        <a:buNone/>
                      </a:pPr>
                      <a:r>
                        <a:rPr b="1" lang="en-IN" sz="1400" u="none" cap="none" strike="noStrike">
                          <a:solidFill>
                            <a:srgbClr val="333333"/>
                          </a:solidFill>
                          <a:latin typeface="Inter"/>
                          <a:ea typeface="Inter"/>
                          <a:cs typeface="Inter"/>
                          <a:sym typeface="Inter"/>
                        </a:rPr>
                        <a:t>9</a:t>
                      </a:r>
                      <a:endParaRPr sz="1400" u="none" cap="none" strike="noStrike">
                        <a:solidFill>
                          <a:srgbClr val="333333"/>
                        </a:solidFill>
                        <a:latin typeface="Inter"/>
                        <a:ea typeface="Inter"/>
                        <a:cs typeface="Inter"/>
                        <a:sym typeface="Inter"/>
                      </a:endParaRPr>
                    </a:p>
                  </a:txBody>
                  <a:tcPr marT="76200" marB="76200" marR="76200" marL="76200"/>
                </a:tc>
                <a:tc>
                  <a:txBody>
                    <a:bodyPr/>
                    <a:lstStyle/>
                    <a:p>
                      <a:pPr indent="0" lvl="0" marL="0" marR="0" rtl="0" algn="just">
                        <a:lnSpc>
                          <a:spcPct val="100000"/>
                        </a:lnSpc>
                        <a:spcBef>
                          <a:spcPts val="0"/>
                        </a:spcBef>
                        <a:spcAft>
                          <a:spcPts val="0"/>
                        </a:spcAft>
                        <a:buClr>
                          <a:srgbClr val="000000"/>
                        </a:buClr>
                        <a:buSzPts val="1400"/>
                        <a:buFont typeface="Arial"/>
                        <a:buNone/>
                      </a:pPr>
                      <a:r>
                        <a:rPr lang="en-IN" sz="1400" u="none" cap="none" strike="noStrike">
                          <a:solidFill>
                            <a:srgbClr val="333333"/>
                          </a:solidFill>
                          <a:latin typeface="Inter"/>
                          <a:ea typeface="Inter"/>
                          <a:cs typeface="Inter"/>
                          <a:sym typeface="Inter"/>
                        </a:rPr>
                        <a:t>Sunny</a:t>
                      </a:r>
                      <a:endParaRPr sz="1400" u="none" cap="none" strike="noStrike"/>
                    </a:p>
                  </a:txBody>
                  <a:tcPr marT="76200" marB="76200" marR="76200" marL="76200"/>
                </a:tc>
                <a:tc>
                  <a:txBody>
                    <a:bodyPr/>
                    <a:lstStyle/>
                    <a:p>
                      <a:pPr indent="0" lvl="0" marL="0" marR="0" rtl="0" algn="just">
                        <a:lnSpc>
                          <a:spcPct val="100000"/>
                        </a:lnSpc>
                        <a:spcBef>
                          <a:spcPts val="0"/>
                        </a:spcBef>
                        <a:spcAft>
                          <a:spcPts val="0"/>
                        </a:spcAft>
                        <a:buClr>
                          <a:srgbClr val="000000"/>
                        </a:buClr>
                        <a:buSzPts val="1400"/>
                        <a:buFont typeface="Arial"/>
                        <a:buNone/>
                      </a:pPr>
                      <a:r>
                        <a:rPr lang="en-IN" sz="1400" u="none" cap="none" strike="noStrike">
                          <a:solidFill>
                            <a:srgbClr val="333333"/>
                          </a:solidFill>
                          <a:latin typeface="Inter"/>
                          <a:ea typeface="Inter"/>
                          <a:cs typeface="Inter"/>
                          <a:sym typeface="Inter"/>
                        </a:rPr>
                        <a:t>No</a:t>
                      </a:r>
                      <a:endParaRPr sz="1400" u="none" cap="none" strike="noStrike"/>
                    </a:p>
                  </a:txBody>
                  <a:tcPr marT="76200" marB="76200" marR="76200" marL="76200"/>
                </a:tc>
              </a:tr>
              <a:tr h="400975">
                <a:tc>
                  <a:txBody>
                    <a:bodyPr/>
                    <a:lstStyle/>
                    <a:p>
                      <a:pPr indent="0" lvl="0" marL="0" marR="0" rtl="0" algn="just">
                        <a:lnSpc>
                          <a:spcPct val="100000"/>
                        </a:lnSpc>
                        <a:spcBef>
                          <a:spcPts val="0"/>
                        </a:spcBef>
                        <a:spcAft>
                          <a:spcPts val="0"/>
                        </a:spcAft>
                        <a:buClr>
                          <a:srgbClr val="000000"/>
                        </a:buClr>
                        <a:buSzPts val="1400"/>
                        <a:buFont typeface="Arial"/>
                        <a:buNone/>
                      </a:pPr>
                      <a:r>
                        <a:rPr b="1" lang="en-IN" sz="1400" u="none" cap="none" strike="noStrike">
                          <a:solidFill>
                            <a:srgbClr val="333333"/>
                          </a:solidFill>
                          <a:latin typeface="Inter"/>
                          <a:ea typeface="Inter"/>
                          <a:cs typeface="Inter"/>
                          <a:sym typeface="Inter"/>
                        </a:rPr>
                        <a:t>10</a:t>
                      </a:r>
                      <a:endParaRPr sz="1400" u="none" cap="none" strike="noStrike">
                        <a:solidFill>
                          <a:srgbClr val="333333"/>
                        </a:solidFill>
                        <a:latin typeface="Inter"/>
                        <a:ea typeface="Inter"/>
                        <a:cs typeface="Inter"/>
                        <a:sym typeface="Inter"/>
                      </a:endParaRPr>
                    </a:p>
                  </a:txBody>
                  <a:tcPr marT="76200" marB="76200" marR="76200" marL="76200"/>
                </a:tc>
                <a:tc>
                  <a:txBody>
                    <a:bodyPr/>
                    <a:lstStyle/>
                    <a:p>
                      <a:pPr indent="0" lvl="0" marL="0" marR="0" rtl="0" algn="just">
                        <a:lnSpc>
                          <a:spcPct val="100000"/>
                        </a:lnSpc>
                        <a:spcBef>
                          <a:spcPts val="0"/>
                        </a:spcBef>
                        <a:spcAft>
                          <a:spcPts val="0"/>
                        </a:spcAft>
                        <a:buClr>
                          <a:srgbClr val="000000"/>
                        </a:buClr>
                        <a:buSzPts val="1400"/>
                        <a:buFont typeface="Arial"/>
                        <a:buNone/>
                      </a:pPr>
                      <a:r>
                        <a:rPr lang="en-IN" sz="1400" u="none" cap="none" strike="noStrike">
                          <a:solidFill>
                            <a:srgbClr val="333333"/>
                          </a:solidFill>
                          <a:latin typeface="Inter"/>
                          <a:ea typeface="Inter"/>
                          <a:cs typeface="Inter"/>
                          <a:sym typeface="Inter"/>
                        </a:rPr>
                        <a:t>Sunny</a:t>
                      </a:r>
                      <a:endParaRPr sz="1400" u="none" cap="none" strike="noStrike"/>
                    </a:p>
                  </a:txBody>
                  <a:tcPr marT="76200" marB="76200" marR="76200" marL="76200"/>
                </a:tc>
                <a:tc>
                  <a:txBody>
                    <a:bodyPr/>
                    <a:lstStyle/>
                    <a:p>
                      <a:pPr indent="0" lvl="0" marL="0" marR="0" rtl="0" algn="just">
                        <a:lnSpc>
                          <a:spcPct val="100000"/>
                        </a:lnSpc>
                        <a:spcBef>
                          <a:spcPts val="0"/>
                        </a:spcBef>
                        <a:spcAft>
                          <a:spcPts val="0"/>
                        </a:spcAft>
                        <a:buClr>
                          <a:srgbClr val="000000"/>
                        </a:buClr>
                        <a:buSzPts val="1400"/>
                        <a:buFont typeface="Arial"/>
                        <a:buNone/>
                      </a:pPr>
                      <a:r>
                        <a:rPr lang="en-IN" sz="1400" u="none" cap="none" strike="noStrike">
                          <a:solidFill>
                            <a:srgbClr val="333333"/>
                          </a:solidFill>
                          <a:latin typeface="Inter"/>
                          <a:ea typeface="Inter"/>
                          <a:cs typeface="Inter"/>
                          <a:sym typeface="Inter"/>
                        </a:rPr>
                        <a:t>Yes</a:t>
                      </a:r>
                      <a:endParaRPr sz="1400" u="none" cap="none" strike="noStrike"/>
                    </a:p>
                  </a:txBody>
                  <a:tcPr marT="76200" marB="76200" marR="76200" marL="76200"/>
                </a:tc>
              </a:tr>
              <a:tr h="400975">
                <a:tc>
                  <a:txBody>
                    <a:bodyPr/>
                    <a:lstStyle/>
                    <a:p>
                      <a:pPr indent="0" lvl="0" marL="0" marR="0" rtl="0" algn="just">
                        <a:lnSpc>
                          <a:spcPct val="100000"/>
                        </a:lnSpc>
                        <a:spcBef>
                          <a:spcPts val="0"/>
                        </a:spcBef>
                        <a:spcAft>
                          <a:spcPts val="0"/>
                        </a:spcAft>
                        <a:buClr>
                          <a:srgbClr val="000000"/>
                        </a:buClr>
                        <a:buSzPts val="1400"/>
                        <a:buFont typeface="Arial"/>
                        <a:buNone/>
                      </a:pPr>
                      <a:r>
                        <a:rPr b="1" lang="en-IN" sz="1400" u="none" cap="none" strike="noStrike">
                          <a:solidFill>
                            <a:srgbClr val="333333"/>
                          </a:solidFill>
                          <a:latin typeface="Inter"/>
                          <a:ea typeface="Inter"/>
                          <a:cs typeface="Inter"/>
                          <a:sym typeface="Inter"/>
                        </a:rPr>
                        <a:t>11</a:t>
                      </a:r>
                      <a:endParaRPr sz="1400" u="none" cap="none" strike="noStrike">
                        <a:solidFill>
                          <a:srgbClr val="333333"/>
                        </a:solidFill>
                        <a:latin typeface="Inter"/>
                        <a:ea typeface="Inter"/>
                        <a:cs typeface="Inter"/>
                        <a:sym typeface="Inter"/>
                      </a:endParaRPr>
                    </a:p>
                  </a:txBody>
                  <a:tcPr marT="76200" marB="76200" marR="76200" marL="76200"/>
                </a:tc>
                <a:tc>
                  <a:txBody>
                    <a:bodyPr/>
                    <a:lstStyle/>
                    <a:p>
                      <a:pPr indent="0" lvl="0" marL="0" marR="0" rtl="0" algn="just">
                        <a:lnSpc>
                          <a:spcPct val="100000"/>
                        </a:lnSpc>
                        <a:spcBef>
                          <a:spcPts val="0"/>
                        </a:spcBef>
                        <a:spcAft>
                          <a:spcPts val="0"/>
                        </a:spcAft>
                        <a:buClr>
                          <a:srgbClr val="000000"/>
                        </a:buClr>
                        <a:buSzPts val="1400"/>
                        <a:buFont typeface="Arial"/>
                        <a:buNone/>
                      </a:pPr>
                      <a:r>
                        <a:rPr lang="en-IN" sz="1400" u="none" cap="none" strike="noStrike">
                          <a:solidFill>
                            <a:srgbClr val="333333"/>
                          </a:solidFill>
                          <a:latin typeface="Inter"/>
                          <a:ea typeface="Inter"/>
                          <a:cs typeface="Inter"/>
                          <a:sym typeface="Inter"/>
                        </a:rPr>
                        <a:t>Rainy</a:t>
                      </a:r>
                      <a:endParaRPr sz="1400" u="none" cap="none" strike="noStrike"/>
                    </a:p>
                  </a:txBody>
                  <a:tcPr marT="76200" marB="76200" marR="76200" marL="76200"/>
                </a:tc>
                <a:tc>
                  <a:txBody>
                    <a:bodyPr/>
                    <a:lstStyle/>
                    <a:p>
                      <a:pPr indent="0" lvl="0" marL="0" marR="0" rtl="0" algn="just">
                        <a:lnSpc>
                          <a:spcPct val="100000"/>
                        </a:lnSpc>
                        <a:spcBef>
                          <a:spcPts val="0"/>
                        </a:spcBef>
                        <a:spcAft>
                          <a:spcPts val="0"/>
                        </a:spcAft>
                        <a:buClr>
                          <a:srgbClr val="000000"/>
                        </a:buClr>
                        <a:buSzPts val="1400"/>
                        <a:buFont typeface="Arial"/>
                        <a:buNone/>
                      </a:pPr>
                      <a:r>
                        <a:rPr lang="en-IN" sz="1400" u="none" cap="none" strike="noStrike">
                          <a:solidFill>
                            <a:srgbClr val="333333"/>
                          </a:solidFill>
                          <a:latin typeface="Inter"/>
                          <a:ea typeface="Inter"/>
                          <a:cs typeface="Inter"/>
                          <a:sym typeface="Inter"/>
                        </a:rPr>
                        <a:t>No</a:t>
                      </a:r>
                      <a:endParaRPr sz="1400" u="none" cap="none" strike="noStrike"/>
                    </a:p>
                  </a:txBody>
                  <a:tcPr marT="76200" marB="76200" marR="76200" marL="76200"/>
                </a:tc>
              </a:tr>
              <a:tr h="400975">
                <a:tc>
                  <a:txBody>
                    <a:bodyPr/>
                    <a:lstStyle/>
                    <a:p>
                      <a:pPr indent="0" lvl="0" marL="0" marR="0" rtl="0" algn="just">
                        <a:lnSpc>
                          <a:spcPct val="100000"/>
                        </a:lnSpc>
                        <a:spcBef>
                          <a:spcPts val="0"/>
                        </a:spcBef>
                        <a:spcAft>
                          <a:spcPts val="0"/>
                        </a:spcAft>
                        <a:buClr>
                          <a:srgbClr val="000000"/>
                        </a:buClr>
                        <a:buSzPts val="1400"/>
                        <a:buFont typeface="Arial"/>
                        <a:buNone/>
                      </a:pPr>
                      <a:r>
                        <a:rPr b="1" lang="en-IN" sz="1400" u="none" cap="none" strike="noStrike">
                          <a:solidFill>
                            <a:srgbClr val="333333"/>
                          </a:solidFill>
                          <a:latin typeface="Inter"/>
                          <a:ea typeface="Inter"/>
                          <a:cs typeface="Inter"/>
                          <a:sym typeface="Inter"/>
                        </a:rPr>
                        <a:t>12</a:t>
                      </a:r>
                      <a:endParaRPr sz="1400" u="none" cap="none" strike="noStrike">
                        <a:solidFill>
                          <a:srgbClr val="333333"/>
                        </a:solidFill>
                        <a:latin typeface="Inter"/>
                        <a:ea typeface="Inter"/>
                        <a:cs typeface="Inter"/>
                        <a:sym typeface="Inter"/>
                      </a:endParaRPr>
                    </a:p>
                  </a:txBody>
                  <a:tcPr marT="76200" marB="76200" marR="76200" marL="76200"/>
                </a:tc>
                <a:tc>
                  <a:txBody>
                    <a:bodyPr/>
                    <a:lstStyle/>
                    <a:p>
                      <a:pPr indent="0" lvl="0" marL="0" marR="0" rtl="0" algn="just">
                        <a:lnSpc>
                          <a:spcPct val="100000"/>
                        </a:lnSpc>
                        <a:spcBef>
                          <a:spcPts val="0"/>
                        </a:spcBef>
                        <a:spcAft>
                          <a:spcPts val="0"/>
                        </a:spcAft>
                        <a:buClr>
                          <a:srgbClr val="000000"/>
                        </a:buClr>
                        <a:buSzPts val="1400"/>
                        <a:buFont typeface="Arial"/>
                        <a:buNone/>
                      </a:pPr>
                      <a:r>
                        <a:rPr lang="en-IN" sz="1400" u="none" cap="none" strike="noStrike">
                          <a:solidFill>
                            <a:srgbClr val="333333"/>
                          </a:solidFill>
                          <a:latin typeface="Inter"/>
                          <a:ea typeface="Inter"/>
                          <a:cs typeface="Inter"/>
                          <a:sym typeface="Inter"/>
                        </a:rPr>
                        <a:t>Overcast</a:t>
                      </a:r>
                      <a:endParaRPr sz="1400" u="none" cap="none" strike="noStrike"/>
                    </a:p>
                  </a:txBody>
                  <a:tcPr marT="76200" marB="76200" marR="76200" marL="76200"/>
                </a:tc>
                <a:tc>
                  <a:txBody>
                    <a:bodyPr/>
                    <a:lstStyle/>
                    <a:p>
                      <a:pPr indent="0" lvl="0" marL="0" marR="0" rtl="0" algn="just">
                        <a:lnSpc>
                          <a:spcPct val="100000"/>
                        </a:lnSpc>
                        <a:spcBef>
                          <a:spcPts val="0"/>
                        </a:spcBef>
                        <a:spcAft>
                          <a:spcPts val="0"/>
                        </a:spcAft>
                        <a:buClr>
                          <a:srgbClr val="000000"/>
                        </a:buClr>
                        <a:buSzPts val="1400"/>
                        <a:buFont typeface="Arial"/>
                        <a:buNone/>
                      </a:pPr>
                      <a:r>
                        <a:rPr lang="en-IN" sz="1400" u="none" cap="none" strike="noStrike">
                          <a:solidFill>
                            <a:srgbClr val="333333"/>
                          </a:solidFill>
                          <a:latin typeface="Inter"/>
                          <a:ea typeface="Inter"/>
                          <a:cs typeface="Inter"/>
                          <a:sym typeface="Inter"/>
                        </a:rPr>
                        <a:t>Yes</a:t>
                      </a:r>
                      <a:endParaRPr sz="1400" u="none" cap="none" strike="noStrike"/>
                    </a:p>
                  </a:txBody>
                  <a:tcPr marT="76200" marB="76200" marR="76200" marL="76200"/>
                </a:tc>
              </a:tr>
              <a:tr h="400975">
                <a:tc>
                  <a:txBody>
                    <a:bodyPr/>
                    <a:lstStyle/>
                    <a:p>
                      <a:pPr indent="0" lvl="0" marL="0" marR="0" rtl="0" algn="just">
                        <a:lnSpc>
                          <a:spcPct val="100000"/>
                        </a:lnSpc>
                        <a:spcBef>
                          <a:spcPts val="0"/>
                        </a:spcBef>
                        <a:spcAft>
                          <a:spcPts val="0"/>
                        </a:spcAft>
                        <a:buClr>
                          <a:srgbClr val="000000"/>
                        </a:buClr>
                        <a:buSzPts val="1400"/>
                        <a:buFont typeface="Arial"/>
                        <a:buNone/>
                      </a:pPr>
                      <a:r>
                        <a:rPr b="1" lang="en-IN" sz="1400" u="none" cap="none" strike="noStrike">
                          <a:solidFill>
                            <a:srgbClr val="333333"/>
                          </a:solidFill>
                          <a:latin typeface="Inter"/>
                          <a:ea typeface="Inter"/>
                          <a:cs typeface="Inter"/>
                          <a:sym typeface="Inter"/>
                        </a:rPr>
                        <a:t>13</a:t>
                      </a:r>
                      <a:endParaRPr sz="1400" u="none" cap="none" strike="noStrike">
                        <a:solidFill>
                          <a:srgbClr val="333333"/>
                        </a:solidFill>
                        <a:latin typeface="Inter"/>
                        <a:ea typeface="Inter"/>
                        <a:cs typeface="Inter"/>
                        <a:sym typeface="Inter"/>
                      </a:endParaRPr>
                    </a:p>
                  </a:txBody>
                  <a:tcPr marT="76200" marB="76200" marR="76200" marL="76200"/>
                </a:tc>
                <a:tc>
                  <a:txBody>
                    <a:bodyPr/>
                    <a:lstStyle/>
                    <a:p>
                      <a:pPr indent="0" lvl="0" marL="0" marR="0" rtl="0" algn="just">
                        <a:lnSpc>
                          <a:spcPct val="100000"/>
                        </a:lnSpc>
                        <a:spcBef>
                          <a:spcPts val="0"/>
                        </a:spcBef>
                        <a:spcAft>
                          <a:spcPts val="0"/>
                        </a:spcAft>
                        <a:buClr>
                          <a:srgbClr val="000000"/>
                        </a:buClr>
                        <a:buSzPts val="1400"/>
                        <a:buFont typeface="Arial"/>
                        <a:buNone/>
                      </a:pPr>
                      <a:r>
                        <a:rPr lang="en-IN" sz="1400" u="none" cap="none" strike="noStrike">
                          <a:solidFill>
                            <a:srgbClr val="333333"/>
                          </a:solidFill>
                          <a:latin typeface="Inter"/>
                          <a:ea typeface="Inter"/>
                          <a:cs typeface="Inter"/>
                          <a:sym typeface="Inter"/>
                        </a:rPr>
                        <a:t>Overcast</a:t>
                      </a:r>
                      <a:endParaRPr sz="1400" u="none" cap="none" strike="noStrike"/>
                    </a:p>
                  </a:txBody>
                  <a:tcPr marT="76200" marB="76200" marR="76200" marL="76200"/>
                </a:tc>
                <a:tc>
                  <a:txBody>
                    <a:bodyPr/>
                    <a:lstStyle/>
                    <a:p>
                      <a:pPr indent="0" lvl="0" marL="0" marR="0" rtl="0" algn="just">
                        <a:lnSpc>
                          <a:spcPct val="100000"/>
                        </a:lnSpc>
                        <a:spcBef>
                          <a:spcPts val="0"/>
                        </a:spcBef>
                        <a:spcAft>
                          <a:spcPts val="0"/>
                        </a:spcAft>
                        <a:buClr>
                          <a:srgbClr val="000000"/>
                        </a:buClr>
                        <a:buSzPts val="1400"/>
                        <a:buFont typeface="Arial"/>
                        <a:buNone/>
                      </a:pPr>
                      <a:r>
                        <a:rPr lang="en-IN" sz="1400" u="none" cap="none" strike="noStrike">
                          <a:solidFill>
                            <a:srgbClr val="333333"/>
                          </a:solidFill>
                          <a:latin typeface="Inter"/>
                          <a:ea typeface="Inter"/>
                          <a:cs typeface="Inter"/>
                          <a:sym typeface="Inter"/>
                        </a:rPr>
                        <a:t>Yes</a:t>
                      </a:r>
                      <a:endParaRPr sz="1400" u="none" cap="none" strike="noStrike"/>
                    </a:p>
                  </a:txBody>
                  <a:tcPr marT="76200" marB="76200" marR="76200" marL="76200"/>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9"/>
          <p:cNvSpPr txBox="1"/>
          <p:nvPr>
            <p:ph type="title"/>
          </p:nvPr>
        </p:nvSpPr>
        <p:spPr>
          <a:xfrm>
            <a:off x="838200" y="0"/>
            <a:ext cx="10515600" cy="885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IN"/>
              <a:t>Frequency table for the Weather Conditions:</a:t>
            </a:r>
            <a:endParaRPr/>
          </a:p>
        </p:txBody>
      </p:sp>
      <p:graphicFrame>
        <p:nvGraphicFramePr>
          <p:cNvPr id="130" name="Google Shape;130;p9"/>
          <p:cNvGraphicFramePr/>
          <p:nvPr/>
        </p:nvGraphicFramePr>
        <p:xfrm>
          <a:off x="929400" y="885000"/>
          <a:ext cx="3000000" cy="3000000"/>
        </p:xfrm>
        <a:graphic>
          <a:graphicData uri="http://schemas.openxmlformats.org/drawingml/2006/table">
            <a:tbl>
              <a:tblPr bandRow="1" firstRow="1">
                <a:noFill/>
                <a:tableStyleId>{51F615F5-B606-4496-B03F-09FBBF46F842}</a:tableStyleId>
              </a:tblPr>
              <a:tblGrid>
                <a:gridCol w="3219450"/>
                <a:gridCol w="3219450"/>
                <a:gridCol w="3219450"/>
              </a:tblGrid>
              <a:tr h="463425">
                <a:tc>
                  <a:txBody>
                    <a:bodyPr/>
                    <a:lstStyle/>
                    <a:p>
                      <a:pPr indent="0" lvl="0" marL="0" marR="0" rtl="0" algn="just">
                        <a:lnSpc>
                          <a:spcPct val="100000"/>
                        </a:lnSpc>
                        <a:spcBef>
                          <a:spcPts val="0"/>
                        </a:spcBef>
                        <a:spcAft>
                          <a:spcPts val="0"/>
                        </a:spcAft>
                        <a:buClr>
                          <a:srgbClr val="000000"/>
                        </a:buClr>
                        <a:buSzPts val="2400"/>
                        <a:buFont typeface="Arial"/>
                        <a:buNone/>
                      </a:pPr>
                      <a:r>
                        <a:rPr lang="en-IN" sz="2400" u="none" cap="none" strike="noStrike"/>
                        <a:t>Weather</a:t>
                      </a:r>
                      <a:endParaRPr sz="2400" u="none" cap="none" strike="noStrike">
                        <a:solidFill>
                          <a:srgbClr val="333333"/>
                        </a:solidFill>
                        <a:latin typeface="Inter"/>
                        <a:ea typeface="Inter"/>
                        <a:cs typeface="Inter"/>
                        <a:sym typeface="Inter"/>
                      </a:endParaRPr>
                    </a:p>
                  </a:txBody>
                  <a:tcPr marT="76200" marB="76200" marR="76200" marL="76200"/>
                </a:tc>
                <a:tc>
                  <a:txBody>
                    <a:bodyPr/>
                    <a:lstStyle/>
                    <a:p>
                      <a:pPr indent="0" lvl="0" marL="0" marR="0" rtl="0" algn="just">
                        <a:lnSpc>
                          <a:spcPct val="100000"/>
                        </a:lnSpc>
                        <a:spcBef>
                          <a:spcPts val="0"/>
                        </a:spcBef>
                        <a:spcAft>
                          <a:spcPts val="0"/>
                        </a:spcAft>
                        <a:buClr>
                          <a:srgbClr val="000000"/>
                        </a:buClr>
                        <a:buSzPts val="2400"/>
                        <a:buFont typeface="Arial"/>
                        <a:buNone/>
                      </a:pPr>
                      <a:r>
                        <a:rPr lang="en-IN" sz="2400" u="none" cap="none" strike="noStrike"/>
                        <a:t>Yes</a:t>
                      </a:r>
                      <a:endParaRPr sz="2400" u="none" cap="none" strike="noStrike">
                        <a:solidFill>
                          <a:srgbClr val="333333"/>
                        </a:solidFill>
                        <a:latin typeface="Inter"/>
                        <a:ea typeface="Inter"/>
                        <a:cs typeface="Inter"/>
                        <a:sym typeface="Inter"/>
                      </a:endParaRPr>
                    </a:p>
                  </a:txBody>
                  <a:tcPr marT="76200" marB="76200" marR="76200" marL="76200"/>
                </a:tc>
                <a:tc>
                  <a:txBody>
                    <a:bodyPr/>
                    <a:lstStyle/>
                    <a:p>
                      <a:pPr indent="0" lvl="0" marL="0" marR="0" rtl="0" algn="just">
                        <a:lnSpc>
                          <a:spcPct val="100000"/>
                        </a:lnSpc>
                        <a:spcBef>
                          <a:spcPts val="0"/>
                        </a:spcBef>
                        <a:spcAft>
                          <a:spcPts val="0"/>
                        </a:spcAft>
                        <a:buClr>
                          <a:srgbClr val="000000"/>
                        </a:buClr>
                        <a:buSzPts val="2400"/>
                        <a:buFont typeface="Arial"/>
                        <a:buNone/>
                      </a:pPr>
                      <a:r>
                        <a:rPr lang="en-IN" sz="2400" u="none" cap="none" strike="noStrike"/>
                        <a:t>No</a:t>
                      </a:r>
                      <a:endParaRPr sz="2400" u="none" cap="none" strike="noStrike">
                        <a:solidFill>
                          <a:srgbClr val="333333"/>
                        </a:solidFill>
                        <a:latin typeface="Inter"/>
                        <a:ea typeface="Inter"/>
                        <a:cs typeface="Inter"/>
                        <a:sym typeface="Inter"/>
                      </a:endParaRPr>
                    </a:p>
                  </a:txBody>
                  <a:tcPr marT="76200" marB="76200" marR="76200" marL="76200"/>
                </a:tc>
              </a:tr>
              <a:tr h="463425">
                <a:tc>
                  <a:txBody>
                    <a:bodyPr/>
                    <a:lstStyle/>
                    <a:p>
                      <a:pPr indent="0" lvl="0" marL="0" marR="0" rtl="0" algn="just">
                        <a:lnSpc>
                          <a:spcPct val="100000"/>
                        </a:lnSpc>
                        <a:spcBef>
                          <a:spcPts val="0"/>
                        </a:spcBef>
                        <a:spcAft>
                          <a:spcPts val="0"/>
                        </a:spcAft>
                        <a:buClr>
                          <a:srgbClr val="000000"/>
                        </a:buClr>
                        <a:buSzPts val="2400"/>
                        <a:buFont typeface="Arial"/>
                        <a:buNone/>
                      </a:pPr>
                      <a:r>
                        <a:rPr lang="en-IN" sz="2400" u="none" cap="none" strike="noStrike"/>
                        <a:t>Overcast</a:t>
                      </a:r>
                      <a:endParaRPr sz="2400" u="none" cap="none" strike="noStrike">
                        <a:solidFill>
                          <a:srgbClr val="333333"/>
                        </a:solidFill>
                        <a:latin typeface="Inter"/>
                        <a:ea typeface="Inter"/>
                        <a:cs typeface="Inter"/>
                        <a:sym typeface="Inter"/>
                      </a:endParaRPr>
                    </a:p>
                  </a:txBody>
                  <a:tcPr marT="76200" marB="76200" marR="76200" marL="76200"/>
                </a:tc>
                <a:tc>
                  <a:txBody>
                    <a:bodyPr/>
                    <a:lstStyle/>
                    <a:p>
                      <a:pPr indent="0" lvl="0" marL="0" marR="0" rtl="0" algn="just">
                        <a:lnSpc>
                          <a:spcPct val="100000"/>
                        </a:lnSpc>
                        <a:spcBef>
                          <a:spcPts val="0"/>
                        </a:spcBef>
                        <a:spcAft>
                          <a:spcPts val="0"/>
                        </a:spcAft>
                        <a:buClr>
                          <a:srgbClr val="000000"/>
                        </a:buClr>
                        <a:buSzPts val="2400"/>
                        <a:buFont typeface="Arial"/>
                        <a:buNone/>
                      </a:pPr>
                      <a:r>
                        <a:rPr lang="en-IN" sz="2400" u="none" cap="none" strike="noStrike"/>
                        <a:t>5</a:t>
                      </a:r>
                      <a:endParaRPr sz="2400" u="none" cap="none" strike="noStrike">
                        <a:solidFill>
                          <a:srgbClr val="333333"/>
                        </a:solidFill>
                        <a:latin typeface="Inter"/>
                        <a:ea typeface="Inter"/>
                        <a:cs typeface="Inter"/>
                        <a:sym typeface="Inter"/>
                      </a:endParaRPr>
                    </a:p>
                  </a:txBody>
                  <a:tcPr marT="76200" marB="76200" marR="76200" marL="76200"/>
                </a:tc>
                <a:tc>
                  <a:txBody>
                    <a:bodyPr/>
                    <a:lstStyle/>
                    <a:p>
                      <a:pPr indent="0" lvl="0" marL="0" marR="0" rtl="0" algn="just">
                        <a:lnSpc>
                          <a:spcPct val="100000"/>
                        </a:lnSpc>
                        <a:spcBef>
                          <a:spcPts val="0"/>
                        </a:spcBef>
                        <a:spcAft>
                          <a:spcPts val="0"/>
                        </a:spcAft>
                        <a:buClr>
                          <a:srgbClr val="000000"/>
                        </a:buClr>
                        <a:buSzPts val="2400"/>
                        <a:buFont typeface="Arial"/>
                        <a:buNone/>
                      </a:pPr>
                      <a:r>
                        <a:rPr lang="en-IN" sz="2400" u="none" cap="none" strike="noStrike"/>
                        <a:t>0</a:t>
                      </a:r>
                      <a:endParaRPr sz="2400" u="none" cap="none" strike="noStrike">
                        <a:solidFill>
                          <a:srgbClr val="333333"/>
                        </a:solidFill>
                        <a:latin typeface="Inter"/>
                        <a:ea typeface="Inter"/>
                        <a:cs typeface="Inter"/>
                        <a:sym typeface="Inter"/>
                      </a:endParaRPr>
                    </a:p>
                  </a:txBody>
                  <a:tcPr marT="76200" marB="76200" marR="76200" marL="76200"/>
                </a:tc>
              </a:tr>
              <a:tr h="463425">
                <a:tc>
                  <a:txBody>
                    <a:bodyPr/>
                    <a:lstStyle/>
                    <a:p>
                      <a:pPr indent="0" lvl="0" marL="0" marR="0" rtl="0" algn="just">
                        <a:lnSpc>
                          <a:spcPct val="100000"/>
                        </a:lnSpc>
                        <a:spcBef>
                          <a:spcPts val="0"/>
                        </a:spcBef>
                        <a:spcAft>
                          <a:spcPts val="0"/>
                        </a:spcAft>
                        <a:buClr>
                          <a:srgbClr val="000000"/>
                        </a:buClr>
                        <a:buSzPts val="2400"/>
                        <a:buFont typeface="Arial"/>
                        <a:buNone/>
                      </a:pPr>
                      <a:r>
                        <a:rPr lang="en-IN" sz="2400" u="none" cap="none" strike="noStrike"/>
                        <a:t>Rainy</a:t>
                      </a:r>
                      <a:endParaRPr sz="2400" u="none" cap="none" strike="noStrike">
                        <a:solidFill>
                          <a:srgbClr val="333333"/>
                        </a:solidFill>
                        <a:latin typeface="Inter"/>
                        <a:ea typeface="Inter"/>
                        <a:cs typeface="Inter"/>
                        <a:sym typeface="Inter"/>
                      </a:endParaRPr>
                    </a:p>
                  </a:txBody>
                  <a:tcPr marT="76200" marB="76200" marR="76200" marL="76200"/>
                </a:tc>
                <a:tc>
                  <a:txBody>
                    <a:bodyPr/>
                    <a:lstStyle/>
                    <a:p>
                      <a:pPr indent="0" lvl="0" marL="0" marR="0" rtl="0" algn="just">
                        <a:lnSpc>
                          <a:spcPct val="100000"/>
                        </a:lnSpc>
                        <a:spcBef>
                          <a:spcPts val="0"/>
                        </a:spcBef>
                        <a:spcAft>
                          <a:spcPts val="0"/>
                        </a:spcAft>
                        <a:buClr>
                          <a:srgbClr val="000000"/>
                        </a:buClr>
                        <a:buSzPts val="2400"/>
                        <a:buFont typeface="Arial"/>
                        <a:buNone/>
                      </a:pPr>
                      <a:r>
                        <a:rPr lang="en-IN" sz="2400" u="none" cap="none" strike="noStrike"/>
                        <a:t>2</a:t>
                      </a:r>
                      <a:endParaRPr sz="2400" u="none" cap="none" strike="noStrike">
                        <a:solidFill>
                          <a:srgbClr val="333333"/>
                        </a:solidFill>
                        <a:latin typeface="Inter"/>
                        <a:ea typeface="Inter"/>
                        <a:cs typeface="Inter"/>
                        <a:sym typeface="Inter"/>
                      </a:endParaRPr>
                    </a:p>
                  </a:txBody>
                  <a:tcPr marT="76200" marB="76200" marR="76200" marL="76200"/>
                </a:tc>
                <a:tc>
                  <a:txBody>
                    <a:bodyPr/>
                    <a:lstStyle/>
                    <a:p>
                      <a:pPr indent="0" lvl="0" marL="0" marR="0" rtl="0" algn="just">
                        <a:lnSpc>
                          <a:spcPct val="100000"/>
                        </a:lnSpc>
                        <a:spcBef>
                          <a:spcPts val="0"/>
                        </a:spcBef>
                        <a:spcAft>
                          <a:spcPts val="0"/>
                        </a:spcAft>
                        <a:buClr>
                          <a:srgbClr val="000000"/>
                        </a:buClr>
                        <a:buSzPts val="2400"/>
                        <a:buFont typeface="Arial"/>
                        <a:buNone/>
                      </a:pPr>
                      <a:r>
                        <a:rPr lang="en-IN" sz="2400" u="none" cap="none" strike="noStrike"/>
                        <a:t>2</a:t>
                      </a:r>
                      <a:endParaRPr sz="2400" u="none" cap="none" strike="noStrike">
                        <a:solidFill>
                          <a:srgbClr val="333333"/>
                        </a:solidFill>
                        <a:latin typeface="Inter"/>
                        <a:ea typeface="Inter"/>
                        <a:cs typeface="Inter"/>
                        <a:sym typeface="Inter"/>
                      </a:endParaRPr>
                    </a:p>
                  </a:txBody>
                  <a:tcPr marT="76200" marB="76200" marR="76200" marL="76200"/>
                </a:tc>
              </a:tr>
              <a:tr h="463425">
                <a:tc>
                  <a:txBody>
                    <a:bodyPr/>
                    <a:lstStyle/>
                    <a:p>
                      <a:pPr indent="0" lvl="0" marL="0" marR="0" rtl="0" algn="just">
                        <a:lnSpc>
                          <a:spcPct val="100000"/>
                        </a:lnSpc>
                        <a:spcBef>
                          <a:spcPts val="0"/>
                        </a:spcBef>
                        <a:spcAft>
                          <a:spcPts val="0"/>
                        </a:spcAft>
                        <a:buClr>
                          <a:srgbClr val="000000"/>
                        </a:buClr>
                        <a:buSzPts val="2400"/>
                        <a:buFont typeface="Arial"/>
                        <a:buNone/>
                      </a:pPr>
                      <a:r>
                        <a:rPr lang="en-IN" sz="2400" u="none" cap="none" strike="noStrike"/>
                        <a:t>Sunny</a:t>
                      </a:r>
                      <a:endParaRPr sz="2400" u="none" cap="none" strike="noStrike">
                        <a:solidFill>
                          <a:srgbClr val="333333"/>
                        </a:solidFill>
                        <a:latin typeface="Inter"/>
                        <a:ea typeface="Inter"/>
                        <a:cs typeface="Inter"/>
                        <a:sym typeface="Inter"/>
                      </a:endParaRPr>
                    </a:p>
                  </a:txBody>
                  <a:tcPr marT="76200" marB="76200" marR="76200" marL="76200"/>
                </a:tc>
                <a:tc>
                  <a:txBody>
                    <a:bodyPr/>
                    <a:lstStyle/>
                    <a:p>
                      <a:pPr indent="0" lvl="0" marL="0" marR="0" rtl="0" algn="just">
                        <a:lnSpc>
                          <a:spcPct val="100000"/>
                        </a:lnSpc>
                        <a:spcBef>
                          <a:spcPts val="0"/>
                        </a:spcBef>
                        <a:spcAft>
                          <a:spcPts val="0"/>
                        </a:spcAft>
                        <a:buClr>
                          <a:srgbClr val="000000"/>
                        </a:buClr>
                        <a:buSzPts val="2400"/>
                        <a:buFont typeface="Arial"/>
                        <a:buNone/>
                      </a:pPr>
                      <a:r>
                        <a:rPr lang="en-IN" sz="2400" u="none" cap="none" strike="noStrike"/>
                        <a:t>3</a:t>
                      </a:r>
                      <a:endParaRPr sz="2400" u="none" cap="none" strike="noStrike">
                        <a:solidFill>
                          <a:srgbClr val="333333"/>
                        </a:solidFill>
                        <a:latin typeface="Inter"/>
                        <a:ea typeface="Inter"/>
                        <a:cs typeface="Inter"/>
                        <a:sym typeface="Inter"/>
                      </a:endParaRPr>
                    </a:p>
                  </a:txBody>
                  <a:tcPr marT="76200" marB="76200" marR="76200" marL="76200"/>
                </a:tc>
                <a:tc>
                  <a:txBody>
                    <a:bodyPr/>
                    <a:lstStyle/>
                    <a:p>
                      <a:pPr indent="0" lvl="0" marL="0" marR="0" rtl="0" algn="just">
                        <a:lnSpc>
                          <a:spcPct val="100000"/>
                        </a:lnSpc>
                        <a:spcBef>
                          <a:spcPts val="0"/>
                        </a:spcBef>
                        <a:spcAft>
                          <a:spcPts val="0"/>
                        </a:spcAft>
                        <a:buClr>
                          <a:srgbClr val="000000"/>
                        </a:buClr>
                        <a:buSzPts val="2400"/>
                        <a:buFont typeface="Arial"/>
                        <a:buNone/>
                      </a:pPr>
                      <a:r>
                        <a:rPr lang="en-IN" sz="2400" u="none" cap="none" strike="noStrike"/>
                        <a:t>2</a:t>
                      </a:r>
                      <a:endParaRPr sz="2400" u="none" cap="none" strike="noStrike">
                        <a:solidFill>
                          <a:srgbClr val="333333"/>
                        </a:solidFill>
                        <a:latin typeface="Inter"/>
                        <a:ea typeface="Inter"/>
                        <a:cs typeface="Inter"/>
                        <a:sym typeface="Inter"/>
                      </a:endParaRPr>
                    </a:p>
                  </a:txBody>
                  <a:tcPr marT="76200" marB="76200" marR="76200" marL="76200"/>
                </a:tc>
              </a:tr>
              <a:tr h="463425">
                <a:tc>
                  <a:txBody>
                    <a:bodyPr/>
                    <a:lstStyle/>
                    <a:p>
                      <a:pPr indent="0" lvl="0" marL="0" marR="0" rtl="0" algn="just">
                        <a:lnSpc>
                          <a:spcPct val="100000"/>
                        </a:lnSpc>
                        <a:spcBef>
                          <a:spcPts val="0"/>
                        </a:spcBef>
                        <a:spcAft>
                          <a:spcPts val="0"/>
                        </a:spcAft>
                        <a:buClr>
                          <a:srgbClr val="000000"/>
                        </a:buClr>
                        <a:buSzPts val="2400"/>
                        <a:buFont typeface="Arial"/>
                        <a:buNone/>
                      </a:pPr>
                      <a:r>
                        <a:rPr lang="en-IN" sz="2400" u="none" cap="none" strike="noStrike"/>
                        <a:t>Total</a:t>
                      </a:r>
                      <a:endParaRPr sz="2400" u="none" cap="none" strike="noStrike">
                        <a:solidFill>
                          <a:srgbClr val="333333"/>
                        </a:solidFill>
                        <a:latin typeface="Inter"/>
                        <a:ea typeface="Inter"/>
                        <a:cs typeface="Inter"/>
                        <a:sym typeface="Inter"/>
                      </a:endParaRPr>
                    </a:p>
                  </a:txBody>
                  <a:tcPr marT="76200" marB="76200" marR="76200" marL="76200"/>
                </a:tc>
                <a:tc>
                  <a:txBody>
                    <a:bodyPr/>
                    <a:lstStyle/>
                    <a:p>
                      <a:pPr indent="0" lvl="0" marL="0" marR="0" rtl="0" algn="just">
                        <a:lnSpc>
                          <a:spcPct val="100000"/>
                        </a:lnSpc>
                        <a:spcBef>
                          <a:spcPts val="0"/>
                        </a:spcBef>
                        <a:spcAft>
                          <a:spcPts val="0"/>
                        </a:spcAft>
                        <a:buClr>
                          <a:srgbClr val="000000"/>
                        </a:buClr>
                        <a:buSzPts val="2400"/>
                        <a:buFont typeface="Arial"/>
                        <a:buNone/>
                      </a:pPr>
                      <a:r>
                        <a:rPr lang="en-IN" sz="2400" u="none" cap="none" strike="noStrike"/>
                        <a:t>10</a:t>
                      </a:r>
                      <a:endParaRPr sz="2400" u="none" cap="none" strike="noStrike">
                        <a:solidFill>
                          <a:srgbClr val="333333"/>
                        </a:solidFill>
                        <a:latin typeface="Inter"/>
                        <a:ea typeface="Inter"/>
                        <a:cs typeface="Inter"/>
                        <a:sym typeface="Inter"/>
                      </a:endParaRPr>
                    </a:p>
                  </a:txBody>
                  <a:tcPr marT="76200" marB="76200" marR="76200" marL="76200"/>
                </a:tc>
                <a:tc>
                  <a:txBody>
                    <a:bodyPr/>
                    <a:lstStyle/>
                    <a:p>
                      <a:pPr indent="0" lvl="0" marL="0" marR="0" rtl="0" algn="just">
                        <a:lnSpc>
                          <a:spcPct val="100000"/>
                        </a:lnSpc>
                        <a:spcBef>
                          <a:spcPts val="0"/>
                        </a:spcBef>
                        <a:spcAft>
                          <a:spcPts val="0"/>
                        </a:spcAft>
                        <a:buClr>
                          <a:srgbClr val="000000"/>
                        </a:buClr>
                        <a:buSzPts val="2400"/>
                        <a:buFont typeface="Arial"/>
                        <a:buNone/>
                      </a:pPr>
                      <a:r>
                        <a:rPr lang="en-IN" sz="2400"/>
                        <a:t>4</a:t>
                      </a:r>
                      <a:endParaRPr sz="2400" u="none" cap="none" strike="noStrike">
                        <a:solidFill>
                          <a:srgbClr val="333333"/>
                        </a:solidFill>
                        <a:latin typeface="Inter"/>
                        <a:ea typeface="Inter"/>
                        <a:cs typeface="Inter"/>
                        <a:sym typeface="Inter"/>
                      </a:endParaRPr>
                    </a:p>
                  </a:txBody>
                  <a:tcPr marT="76200" marB="76200" marR="76200" marL="76200"/>
                </a:tc>
              </a:tr>
            </a:tbl>
          </a:graphicData>
        </a:graphic>
      </p:graphicFrame>
      <p:sp>
        <p:nvSpPr>
          <p:cNvPr id="131" name="Google Shape;131;p9"/>
          <p:cNvSpPr txBox="1"/>
          <p:nvPr>
            <p:ph type="title"/>
          </p:nvPr>
        </p:nvSpPr>
        <p:spPr>
          <a:xfrm>
            <a:off x="929400" y="3475750"/>
            <a:ext cx="10515600" cy="627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IN" sz="3500"/>
              <a:t>Likelihood table weather condition:</a:t>
            </a:r>
            <a:endParaRPr sz="3500"/>
          </a:p>
        </p:txBody>
      </p:sp>
      <p:graphicFrame>
        <p:nvGraphicFramePr>
          <p:cNvPr id="132" name="Google Shape;132;p9"/>
          <p:cNvGraphicFramePr/>
          <p:nvPr/>
        </p:nvGraphicFramePr>
        <p:xfrm>
          <a:off x="929400" y="4012547"/>
          <a:ext cx="3000000" cy="3000000"/>
        </p:xfrm>
        <a:graphic>
          <a:graphicData uri="http://schemas.openxmlformats.org/drawingml/2006/table">
            <a:tbl>
              <a:tblPr bandRow="1" firstRow="1">
                <a:noFill/>
                <a:tableStyleId>{D3E76B8F-9D07-4A3B-84E9-D7A332FFAB2B}</a:tableStyleId>
              </a:tblPr>
              <a:tblGrid>
                <a:gridCol w="2414600"/>
                <a:gridCol w="2414600"/>
                <a:gridCol w="2414600"/>
                <a:gridCol w="2414600"/>
              </a:tblGrid>
              <a:tr h="550850">
                <a:tc>
                  <a:txBody>
                    <a:bodyPr/>
                    <a:lstStyle/>
                    <a:p>
                      <a:pPr indent="0" lvl="0" marL="0" marR="0" rtl="0" algn="just">
                        <a:lnSpc>
                          <a:spcPct val="100000"/>
                        </a:lnSpc>
                        <a:spcBef>
                          <a:spcPts val="0"/>
                        </a:spcBef>
                        <a:spcAft>
                          <a:spcPts val="0"/>
                        </a:spcAft>
                        <a:buClr>
                          <a:srgbClr val="000000"/>
                        </a:buClr>
                        <a:buSzPts val="1800"/>
                        <a:buFont typeface="Arial"/>
                        <a:buNone/>
                      </a:pPr>
                      <a:r>
                        <a:rPr lang="en-IN" sz="1800" u="none" cap="none" strike="noStrike"/>
                        <a:t>Weather</a:t>
                      </a:r>
                      <a:endParaRPr sz="1800" u="none" cap="none" strike="noStrike">
                        <a:solidFill>
                          <a:srgbClr val="333333"/>
                        </a:solidFill>
                        <a:latin typeface="Inter"/>
                        <a:ea typeface="Inter"/>
                        <a:cs typeface="Inter"/>
                        <a:sym typeface="Inter"/>
                      </a:endParaRPr>
                    </a:p>
                  </a:txBody>
                  <a:tcPr marT="76200" marB="76200" marR="76200" marL="76200"/>
                </a:tc>
                <a:tc>
                  <a:txBody>
                    <a:bodyPr/>
                    <a:lstStyle/>
                    <a:p>
                      <a:pPr indent="0" lvl="0" marL="0" marR="0" rtl="0" algn="just">
                        <a:lnSpc>
                          <a:spcPct val="100000"/>
                        </a:lnSpc>
                        <a:spcBef>
                          <a:spcPts val="0"/>
                        </a:spcBef>
                        <a:spcAft>
                          <a:spcPts val="0"/>
                        </a:spcAft>
                        <a:buClr>
                          <a:srgbClr val="000000"/>
                        </a:buClr>
                        <a:buSzPts val="1800"/>
                        <a:buFont typeface="Arial"/>
                        <a:buNone/>
                      </a:pPr>
                      <a:r>
                        <a:rPr lang="en-IN" sz="1800" u="none" cap="none" strike="noStrike"/>
                        <a:t>No</a:t>
                      </a:r>
                      <a:endParaRPr sz="1800" u="none" cap="none" strike="noStrike">
                        <a:solidFill>
                          <a:srgbClr val="333333"/>
                        </a:solidFill>
                        <a:latin typeface="Inter"/>
                        <a:ea typeface="Inter"/>
                        <a:cs typeface="Inter"/>
                        <a:sym typeface="Inter"/>
                      </a:endParaRPr>
                    </a:p>
                  </a:txBody>
                  <a:tcPr marT="76200" marB="76200" marR="76200" marL="76200"/>
                </a:tc>
                <a:tc>
                  <a:txBody>
                    <a:bodyPr/>
                    <a:lstStyle/>
                    <a:p>
                      <a:pPr indent="0" lvl="0" marL="0" marR="0" rtl="0" algn="just">
                        <a:lnSpc>
                          <a:spcPct val="100000"/>
                        </a:lnSpc>
                        <a:spcBef>
                          <a:spcPts val="0"/>
                        </a:spcBef>
                        <a:spcAft>
                          <a:spcPts val="0"/>
                        </a:spcAft>
                        <a:buClr>
                          <a:srgbClr val="000000"/>
                        </a:buClr>
                        <a:buSzPts val="1800"/>
                        <a:buFont typeface="Arial"/>
                        <a:buNone/>
                      </a:pPr>
                      <a:r>
                        <a:rPr lang="en-IN" sz="1800" u="none" cap="none" strike="noStrike"/>
                        <a:t>Yes</a:t>
                      </a:r>
                      <a:endParaRPr sz="1800" u="none" cap="none" strike="noStrike">
                        <a:solidFill>
                          <a:srgbClr val="333333"/>
                        </a:solidFill>
                        <a:latin typeface="Inter"/>
                        <a:ea typeface="Inter"/>
                        <a:cs typeface="Inter"/>
                        <a:sym typeface="Inter"/>
                      </a:endParaRPr>
                    </a:p>
                  </a:txBody>
                  <a:tcPr marT="76200" marB="76200" marR="76200" marL="76200"/>
                </a:tc>
                <a:tc>
                  <a:txBody>
                    <a:bodyPr/>
                    <a:lstStyle/>
                    <a:p>
                      <a:pPr indent="0" lvl="0" marL="0" marR="0" rtl="0" algn="just">
                        <a:lnSpc>
                          <a:spcPct val="100000"/>
                        </a:lnSpc>
                        <a:spcBef>
                          <a:spcPts val="0"/>
                        </a:spcBef>
                        <a:spcAft>
                          <a:spcPts val="0"/>
                        </a:spcAft>
                        <a:buClr>
                          <a:srgbClr val="000000"/>
                        </a:buClr>
                        <a:buSzPts val="1800"/>
                        <a:buFont typeface="Arial"/>
                        <a:buNone/>
                      </a:pPr>
                      <a:r>
                        <a:t/>
                      </a:r>
                      <a:endParaRPr sz="1800" u="none" cap="none" strike="noStrike">
                        <a:solidFill>
                          <a:srgbClr val="333333"/>
                        </a:solidFill>
                        <a:latin typeface="Inter"/>
                        <a:ea typeface="Inter"/>
                        <a:cs typeface="Inter"/>
                        <a:sym typeface="Inter"/>
                      </a:endParaRPr>
                    </a:p>
                  </a:txBody>
                  <a:tcPr marT="76200" marB="76200" marR="76200" marL="76200"/>
                </a:tc>
              </a:tr>
              <a:tr h="550850">
                <a:tc>
                  <a:txBody>
                    <a:bodyPr/>
                    <a:lstStyle/>
                    <a:p>
                      <a:pPr indent="0" lvl="0" marL="0" marR="0" rtl="0" algn="just">
                        <a:lnSpc>
                          <a:spcPct val="100000"/>
                        </a:lnSpc>
                        <a:spcBef>
                          <a:spcPts val="0"/>
                        </a:spcBef>
                        <a:spcAft>
                          <a:spcPts val="0"/>
                        </a:spcAft>
                        <a:buClr>
                          <a:srgbClr val="000000"/>
                        </a:buClr>
                        <a:buSzPts val="1800"/>
                        <a:buFont typeface="Arial"/>
                        <a:buNone/>
                      </a:pPr>
                      <a:r>
                        <a:rPr lang="en-IN" sz="1800" u="none" cap="none" strike="noStrike"/>
                        <a:t>Overcast</a:t>
                      </a:r>
                      <a:endParaRPr sz="1800" u="none" cap="none" strike="noStrike">
                        <a:solidFill>
                          <a:srgbClr val="333333"/>
                        </a:solidFill>
                        <a:latin typeface="Inter"/>
                        <a:ea typeface="Inter"/>
                        <a:cs typeface="Inter"/>
                        <a:sym typeface="Inter"/>
                      </a:endParaRPr>
                    </a:p>
                  </a:txBody>
                  <a:tcPr marT="76200" marB="76200" marR="76200" marL="76200"/>
                </a:tc>
                <a:tc>
                  <a:txBody>
                    <a:bodyPr/>
                    <a:lstStyle/>
                    <a:p>
                      <a:pPr indent="0" lvl="0" marL="0" marR="0" rtl="0" algn="just">
                        <a:lnSpc>
                          <a:spcPct val="100000"/>
                        </a:lnSpc>
                        <a:spcBef>
                          <a:spcPts val="0"/>
                        </a:spcBef>
                        <a:spcAft>
                          <a:spcPts val="0"/>
                        </a:spcAft>
                        <a:buClr>
                          <a:srgbClr val="000000"/>
                        </a:buClr>
                        <a:buSzPts val="1800"/>
                        <a:buFont typeface="Arial"/>
                        <a:buNone/>
                      </a:pPr>
                      <a:r>
                        <a:rPr lang="en-IN" sz="1800" u="none" cap="none" strike="noStrike"/>
                        <a:t>0</a:t>
                      </a:r>
                      <a:endParaRPr sz="1800" u="none" cap="none" strike="noStrike">
                        <a:solidFill>
                          <a:srgbClr val="333333"/>
                        </a:solidFill>
                        <a:latin typeface="Inter"/>
                        <a:ea typeface="Inter"/>
                        <a:cs typeface="Inter"/>
                        <a:sym typeface="Inter"/>
                      </a:endParaRPr>
                    </a:p>
                  </a:txBody>
                  <a:tcPr marT="76200" marB="76200" marR="76200" marL="76200"/>
                </a:tc>
                <a:tc>
                  <a:txBody>
                    <a:bodyPr/>
                    <a:lstStyle/>
                    <a:p>
                      <a:pPr indent="0" lvl="0" marL="0" marR="0" rtl="0" algn="just">
                        <a:lnSpc>
                          <a:spcPct val="100000"/>
                        </a:lnSpc>
                        <a:spcBef>
                          <a:spcPts val="0"/>
                        </a:spcBef>
                        <a:spcAft>
                          <a:spcPts val="0"/>
                        </a:spcAft>
                        <a:buClr>
                          <a:srgbClr val="000000"/>
                        </a:buClr>
                        <a:buSzPts val="1800"/>
                        <a:buFont typeface="Arial"/>
                        <a:buNone/>
                      </a:pPr>
                      <a:r>
                        <a:rPr lang="en-IN" sz="1800" u="none" cap="none" strike="noStrike"/>
                        <a:t>5</a:t>
                      </a:r>
                      <a:endParaRPr sz="1800" u="none" cap="none" strike="noStrike">
                        <a:solidFill>
                          <a:srgbClr val="333333"/>
                        </a:solidFill>
                        <a:latin typeface="Inter"/>
                        <a:ea typeface="Inter"/>
                        <a:cs typeface="Inter"/>
                        <a:sym typeface="Inter"/>
                      </a:endParaRPr>
                    </a:p>
                  </a:txBody>
                  <a:tcPr marT="76200" marB="76200" marR="76200" marL="76200"/>
                </a:tc>
                <a:tc>
                  <a:txBody>
                    <a:bodyPr/>
                    <a:lstStyle/>
                    <a:p>
                      <a:pPr indent="0" lvl="0" marL="0" marR="0" rtl="0" algn="just">
                        <a:lnSpc>
                          <a:spcPct val="100000"/>
                        </a:lnSpc>
                        <a:spcBef>
                          <a:spcPts val="0"/>
                        </a:spcBef>
                        <a:spcAft>
                          <a:spcPts val="0"/>
                        </a:spcAft>
                        <a:buClr>
                          <a:srgbClr val="000000"/>
                        </a:buClr>
                        <a:buSzPts val="1800"/>
                        <a:buFont typeface="Arial"/>
                        <a:buNone/>
                      </a:pPr>
                      <a:r>
                        <a:rPr lang="en-IN" sz="1800" u="none" cap="none" strike="noStrike"/>
                        <a:t>5/14= 0.35</a:t>
                      </a:r>
                      <a:endParaRPr sz="1800" u="none" cap="none" strike="noStrike">
                        <a:solidFill>
                          <a:srgbClr val="333333"/>
                        </a:solidFill>
                        <a:latin typeface="Inter"/>
                        <a:ea typeface="Inter"/>
                        <a:cs typeface="Inter"/>
                        <a:sym typeface="Inter"/>
                      </a:endParaRPr>
                    </a:p>
                  </a:txBody>
                  <a:tcPr marT="76200" marB="76200" marR="76200" marL="76200"/>
                </a:tc>
              </a:tr>
              <a:tr h="550850">
                <a:tc>
                  <a:txBody>
                    <a:bodyPr/>
                    <a:lstStyle/>
                    <a:p>
                      <a:pPr indent="0" lvl="0" marL="0" marR="0" rtl="0" algn="just">
                        <a:lnSpc>
                          <a:spcPct val="100000"/>
                        </a:lnSpc>
                        <a:spcBef>
                          <a:spcPts val="0"/>
                        </a:spcBef>
                        <a:spcAft>
                          <a:spcPts val="0"/>
                        </a:spcAft>
                        <a:buClr>
                          <a:srgbClr val="000000"/>
                        </a:buClr>
                        <a:buSzPts val="1800"/>
                        <a:buFont typeface="Arial"/>
                        <a:buNone/>
                      </a:pPr>
                      <a:r>
                        <a:rPr lang="en-IN" sz="1800" u="none" cap="none" strike="noStrike"/>
                        <a:t>Rainy</a:t>
                      </a:r>
                      <a:endParaRPr sz="1800" u="none" cap="none" strike="noStrike">
                        <a:solidFill>
                          <a:srgbClr val="333333"/>
                        </a:solidFill>
                        <a:latin typeface="Inter"/>
                        <a:ea typeface="Inter"/>
                        <a:cs typeface="Inter"/>
                        <a:sym typeface="Inter"/>
                      </a:endParaRPr>
                    </a:p>
                  </a:txBody>
                  <a:tcPr marT="76200" marB="76200" marR="76200" marL="76200"/>
                </a:tc>
                <a:tc>
                  <a:txBody>
                    <a:bodyPr/>
                    <a:lstStyle/>
                    <a:p>
                      <a:pPr indent="0" lvl="0" marL="0" marR="0" rtl="0" algn="just">
                        <a:lnSpc>
                          <a:spcPct val="100000"/>
                        </a:lnSpc>
                        <a:spcBef>
                          <a:spcPts val="0"/>
                        </a:spcBef>
                        <a:spcAft>
                          <a:spcPts val="0"/>
                        </a:spcAft>
                        <a:buClr>
                          <a:srgbClr val="000000"/>
                        </a:buClr>
                        <a:buSzPts val="1800"/>
                        <a:buFont typeface="Arial"/>
                        <a:buNone/>
                      </a:pPr>
                      <a:r>
                        <a:rPr lang="en-IN" sz="1800" u="none" cap="none" strike="noStrike"/>
                        <a:t>2</a:t>
                      </a:r>
                      <a:endParaRPr sz="1800" u="none" cap="none" strike="noStrike">
                        <a:solidFill>
                          <a:srgbClr val="333333"/>
                        </a:solidFill>
                        <a:latin typeface="Inter"/>
                        <a:ea typeface="Inter"/>
                        <a:cs typeface="Inter"/>
                        <a:sym typeface="Inter"/>
                      </a:endParaRPr>
                    </a:p>
                  </a:txBody>
                  <a:tcPr marT="76200" marB="76200" marR="76200" marL="76200"/>
                </a:tc>
                <a:tc>
                  <a:txBody>
                    <a:bodyPr/>
                    <a:lstStyle/>
                    <a:p>
                      <a:pPr indent="0" lvl="0" marL="0" marR="0" rtl="0" algn="just">
                        <a:lnSpc>
                          <a:spcPct val="100000"/>
                        </a:lnSpc>
                        <a:spcBef>
                          <a:spcPts val="0"/>
                        </a:spcBef>
                        <a:spcAft>
                          <a:spcPts val="0"/>
                        </a:spcAft>
                        <a:buClr>
                          <a:srgbClr val="000000"/>
                        </a:buClr>
                        <a:buSzPts val="1800"/>
                        <a:buFont typeface="Arial"/>
                        <a:buNone/>
                      </a:pPr>
                      <a:r>
                        <a:rPr lang="en-IN" sz="1800" u="none" cap="none" strike="noStrike"/>
                        <a:t>2</a:t>
                      </a:r>
                      <a:endParaRPr sz="1800" u="none" cap="none" strike="noStrike">
                        <a:solidFill>
                          <a:srgbClr val="333333"/>
                        </a:solidFill>
                        <a:latin typeface="Inter"/>
                        <a:ea typeface="Inter"/>
                        <a:cs typeface="Inter"/>
                        <a:sym typeface="Inter"/>
                      </a:endParaRPr>
                    </a:p>
                  </a:txBody>
                  <a:tcPr marT="76200" marB="76200" marR="76200" marL="76200"/>
                </a:tc>
                <a:tc>
                  <a:txBody>
                    <a:bodyPr/>
                    <a:lstStyle/>
                    <a:p>
                      <a:pPr indent="0" lvl="0" marL="0" marR="0" rtl="0" algn="just">
                        <a:lnSpc>
                          <a:spcPct val="100000"/>
                        </a:lnSpc>
                        <a:spcBef>
                          <a:spcPts val="0"/>
                        </a:spcBef>
                        <a:spcAft>
                          <a:spcPts val="0"/>
                        </a:spcAft>
                        <a:buClr>
                          <a:srgbClr val="000000"/>
                        </a:buClr>
                        <a:buSzPts val="1800"/>
                        <a:buFont typeface="Arial"/>
                        <a:buNone/>
                      </a:pPr>
                      <a:r>
                        <a:rPr lang="en-IN" sz="1800" u="none" cap="none" strike="noStrike"/>
                        <a:t>4/14=0.29</a:t>
                      </a:r>
                      <a:endParaRPr sz="1800" u="none" cap="none" strike="noStrike">
                        <a:solidFill>
                          <a:srgbClr val="333333"/>
                        </a:solidFill>
                        <a:latin typeface="Inter"/>
                        <a:ea typeface="Inter"/>
                        <a:cs typeface="Inter"/>
                        <a:sym typeface="Inter"/>
                      </a:endParaRPr>
                    </a:p>
                  </a:txBody>
                  <a:tcPr marT="76200" marB="76200" marR="76200" marL="76200"/>
                </a:tc>
              </a:tr>
              <a:tr h="550850">
                <a:tc>
                  <a:txBody>
                    <a:bodyPr/>
                    <a:lstStyle/>
                    <a:p>
                      <a:pPr indent="0" lvl="0" marL="0" marR="0" rtl="0" algn="just">
                        <a:lnSpc>
                          <a:spcPct val="100000"/>
                        </a:lnSpc>
                        <a:spcBef>
                          <a:spcPts val="0"/>
                        </a:spcBef>
                        <a:spcAft>
                          <a:spcPts val="0"/>
                        </a:spcAft>
                        <a:buClr>
                          <a:srgbClr val="000000"/>
                        </a:buClr>
                        <a:buSzPts val="1800"/>
                        <a:buFont typeface="Arial"/>
                        <a:buNone/>
                      </a:pPr>
                      <a:r>
                        <a:rPr lang="en-IN" sz="1800" u="none" cap="none" strike="noStrike"/>
                        <a:t>Sunny</a:t>
                      </a:r>
                      <a:endParaRPr sz="1800" u="none" cap="none" strike="noStrike">
                        <a:solidFill>
                          <a:srgbClr val="333333"/>
                        </a:solidFill>
                        <a:latin typeface="Inter"/>
                        <a:ea typeface="Inter"/>
                        <a:cs typeface="Inter"/>
                        <a:sym typeface="Inter"/>
                      </a:endParaRPr>
                    </a:p>
                  </a:txBody>
                  <a:tcPr marT="76200" marB="76200" marR="76200" marL="76200"/>
                </a:tc>
                <a:tc>
                  <a:txBody>
                    <a:bodyPr/>
                    <a:lstStyle/>
                    <a:p>
                      <a:pPr indent="0" lvl="0" marL="0" marR="0" rtl="0" algn="just">
                        <a:lnSpc>
                          <a:spcPct val="100000"/>
                        </a:lnSpc>
                        <a:spcBef>
                          <a:spcPts val="0"/>
                        </a:spcBef>
                        <a:spcAft>
                          <a:spcPts val="0"/>
                        </a:spcAft>
                        <a:buClr>
                          <a:srgbClr val="000000"/>
                        </a:buClr>
                        <a:buSzPts val="1800"/>
                        <a:buFont typeface="Arial"/>
                        <a:buNone/>
                      </a:pPr>
                      <a:r>
                        <a:rPr lang="en-IN" sz="1800" u="none" cap="none" strike="noStrike"/>
                        <a:t>2</a:t>
                      </a:r>
                      <a:endParaRPr sz="1800" u="none" cap="none" strike="noStrike">
                        <a:solidFill>
                          <a:srgbClr val="333333"/>
                        </a:solidFill>
                        <a:latin typeface="Inter"/>
                        <a:ea typeface="Inter"/>
                        <a:cs typeface="Inter"/>
                        <a:sym typeface="Inter"/>
                      </a:endParaRPr>
                    </a:p>
                  </a:txBody>
                  <a:tcPr marT="76200" marB="76200" marR="76200" marL="76200"/>
                </a:tc>
                <a:tc>
                  <a:txBody>
                    <a:bodyPr/>
                    <a:lstStyle/>
                    <a:p>
                      <a:pPr indent="0" lvl="0" marL="0" marR="0" rtl="0" algn="just">
                        <a:lnSpc>
                          <a:spcPct val="100000"/>
                        </a:lnSpc>
                        <a:spcBef>
                          <a:spcPts val="0"/>
                        </a:spcBef>
                        <a:spcAft>
                          <a:spcPts val="0"/>
                        </a:spcAft>
                        <a:buClr>
                          <a:srgbClr val="000000"/>
                        </a:buClr>
                        <a:buSzPts val="1800"/>
                        <a:buFont typeface="Arial"/>
                        <a:buNone/>
                      </a:pPr>
                      <a:r>
                        <a:rPr lang="en-IN" sz="1800" u="none" cap="none" strike="noStrike"/>
                        <a:t>3</a:t>
                      </a:r>
                      <a:endParaRPr sz="1800" u="none" cap="none" strike="noStrike">
                        <a:solidFill>
                          <a:srgbClr val="333333"/>
                        </a:solidFill>
                        <a:latin typeface="Inter"/>
                        <a:ea typeface="Inter"/>
                        <a:cs typeface="Inter"/>
                        <a:sym typeface="Inter"/>
                      </a:endParaRPr>
                    </a:p>
                  </a:txBody>
                  <a:tcPr marT="76200" marB="76200" marR="76200" marL="76200"/>
                </a:tc>
                <a:tc>
                  <a:txBody>
                    <a:bodyPr/>
                    <a:lstStyle/>
                    <a:p>
                      <a:pPr indent="0" lvl="0" marL="0" marR="0" rtl="0" algn="just">
                        <a:lnSpc>
                          <a:spcPct val="100000"/>
                        </a:lnSpc>
                        <a:spcBef>
                          <a:spcPts val="0"/>
                        </a:spcBef>
                        <a:spcAft>
                          <a:spcPts val="0"/>
                        </a:spcAft>
                        <a:buClr>
                          <a:srgbClr val="000000"/>
                        </a:buClr>
                        <a:buSzPts val="1800"/>
                        <a:buFont typeface="Arial"/>
                        <a:buNone/>
                      </a:pPr>
                      <a:r>
                        <a:rPr lang="en-IN" sz="1800" u="none" cap="none" strike="noStrike"/>
                        <a:t>5/14=0.35</a:t>
                      </a:r>
                      <a:endParaRPr sz="1800" u="none" cap="none" strike="noStrike">
                        <a:solidFill>
                          <a:srgbClr val="333333"/>
                        </a:solidFill>
                        <a:latin typeface="Inter"/>
                        <a:ea typeface="Inter"/>
                        <a:cs typeface="Inter"/>
                        <a:sym typeface="Inter"/>
                      </a:endParaRPr>
                    </a:p>
                  </a:txBody>
                  <a:tcPr marT="76200" marB="76200" marR="76200" marL="76200"/>
                </a:tc>
              </a:tr>
              <a:tr h="550850">
                <a:tc>
                  <a:txBody>
                    <a:bodyPr/>
                    <a:lstStyle/>
                    <a:p>
                      <a:pPr indent="0" lvl="0" marL="0" marR="0" rtl="0" algn="just">
                        <a:lnSpc>
                          <a:spcPct val="100000"/>
                        </a:lnSpc>
                        <a:spcBef>
                          <a:spcPts val="0"/>
                        </a:spcBef>
                        <a:spcAft>
                          <a:spcPts val="0"/>
                        </a:spcAft>
                        <a:buClr>
                          <a:srgbClr val="000000"/>
                        </a:buClr>
                        <a:buSzPts val="1800"/>
                        <a:buFont typeface="Arial"/>
                        <a:buNone/>
                      </a:pPr>
                      <a:r>
                        <a:rPr lang="en-IN" sz="1800" u="none" cap="none" strike="noStrike"/>
                        <a:t>All</a:t>
                      </a:r>
                      <a:endParaRPr sz="1800" u="none" cap="none" strike="noStrike">
                        <a:solidFill>
                          <a:srgbClr val="333333"/>
                        </a:solidFill>
                        <a:latin typeface="Inter"/>
                        <a:ea typeface="Inter"/>
                        <a:cs typeface="Inter"/>
                        <a:sym typeface="Inter"/>
                      </a:endParaRPr>
                    </a:p>
                  </a:txBody>
                  <a:tcPr marT="76200" marB="76200" marR="76200" marL="76200"/>
                </a:tc>
                <a:tc>
                  <a:txBody>
                    <a:bodyPr/>
                    <a:lstStyle/>
                    <a:p>
                      <a:pPr indent="0" lvl="0" marL="0" marR="0" rtl="0" algn="just">
                        <a:lnSpc>
                          <a:spcPct val="100000"/>
                        </a:lnSpc>
                        <a:spcBef>
                          <a:spcPts val="0"/>
                        </a:spcBef>
                        <a:spcAft>
                          <a:spcPts val="0"/>
                        </a:spcAft>
                        <a:buClr>
                          <a:srgbClr val="000000"/>
                        </a:buClr>
                        <a:buSzPts val="1800"/>
                        <a:buFont typeface="Arial"/>
                        <a:buNone/>
                      </a:pPr>
                      <a:r>
                        <a:rPr lang="en-IN" sz="1800" u="none" cap="none" strike="noStrike"/>
                        <a:t>4/14=0.29</a:t>
                      </a:r>
                      <a:endParaRPr sz="1800" u="none" cap="none" strike="noStrike">
                        <a:solidFill>
                          <a:srgbClr val="333333"/>
                        </a:solidFill>
                        <a:latin typeface="Inter"/>
                        <a:ea typeface="Inter"/>
                        <a:cs typeface="Inter"/>
                        <a:sym typeface="Inter"/>
                      </a:endParaRPr>
                    </a:p>
                  </a:txBody>
                  <a:tcPr marT="76200" marB="76200" marR="76200" marL="76200"/>
                </a:tc>
                <a:tc>
                  <a:txBody>
                    <a:bodyPr/>
                    <a:lstStyle/>
                    <a:p>
                      <a:pPr indent="0" lvl="0" marL="0" marR="0" rtl="0" algn="just">
                        <a:lnSpc>
                          <a:spcPct val="100000"/>
                        </a:lnSpc>
                        <a:spcBef>
                          <a:spcPts val="0"/>
                        </a:spcBef>
                        <a:spcAft>
                          <a:spcPts val="0"/>
                        </a:spcAft>
                        <a:buClr>
                          <a:srgbClr val="000000"/>
                        </a:buClr>
                        <a:buSzPts val="1800"/>
                        <a:buFont typeface="Arial"/>
                        <a:buNone/>
                      </a:pPr>
                      <a:r>
                        <a:rPr lang="en-IN" sz="1800" u="none" cap="none" strike="noStrike"/>
                        <a:t>10/14=0.71</a:t>
                      </a:r>
                      <a:endParaRPr sz="1800" u="none" cap="none" strike="noStrike">
                        <a:solidFill>
                          <a:srgbClr val="333333"/>
                        </a:solidFill>
                        <a:latin typeface="Inter"/>
                        <a:ea typeface="Inter"/>
                        <a:cs typeface="Inter"/>
                        <a:sym typeface="Inter"/>
                      </a:endParaRPr>
                    </a:p>
                  </a:txBody>
                  <a:tcPr marT="76200" marB="76200" marR="76200" marL="7620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1"/>
          <p:cNvSpPr txBox="1"/>
          <p:nvPr>
            <p:ph type="title"/>
          </p:nvPr>
        </p:nvSpPr>
        <p:spPr>
          <a:xfrm>
            <a:off x="218050" y="182725"/>
            <a:ext cx="10515600" cy="976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IN"/>
              <a:t>Example</a:t>
            </a:r>
            <a:endParaRPr/>
          </a:p>
        </p:txBody>
      </p:sp>
      <p:sp>
        <p:nvSpPr>
          <p:cNvPr id="138" name="Google Shape;138;p11"/>
          <p:cNvSpPr txBox="1"/>
          <p:nvPr>
            <p:ph idx="1" type="body"/>
          </p:nvPr>
        </p:nvSpPr>
        <p:spPr>
          <a:xfrm>
            <a:off x="345750" y="1253400"/>
            <a:ext cx="6717900" cy="4351200"/>
          </a:xfrm>
          <a:prstGeom prst="rect">
            <a:avLst/>
          </a:prstGeom>
          <a:noFill/>
          <a:ln>
            <a:noFill/>
          </a:ln>
        </p:spPr>
        <p:txBody>
          <a:bodyPr anchorCtr="0" anchor="t" bIns="45700" lIns="91425" spcFirstLastPara="1" rIns="91425" wrap="square" tIns="45700">
            <a:normAutofit/>
          </a:bodyPr>
          <a:lstStyle/>
          <a:p>
            <a:pPr indent="-241934" lvl="0" marL="228600" rtl="0" algn="l">
              <a:lnSpc>
                <a:spcPct val="90000"/>
              </a:lnSpc>
              <a:spcBef>
                <a:spcPts val="0"/>
              </a:spcBef>
              <a:spcAft>
                <a:spcPts val="0"/>
              </a:spcAft>
              <a:buClr>
                <a:schemeClr val="dk1"/>
              </a:buClr>
              <a:buSzPts val="2800"/>
              <a:buChar char="•"/>
            </a:pPr>
            <a:r>
              <a:rPr lang="en-IN"/>
              <a:t>P(Yes|Sunny)= P(Sunny|Yes)*P(Yes)/P(Sunny)</a:t>
            </a:r>
            <a:endParaRPr/>
          </a:p>
          <a:p>
            <a:pPr indent="-241934" lvl="0" marL="228600" rtl="0" algn="l">
              <a:lnSpc>
                <a:spcPct val="90000"/>
              </a:lnSpc>
              <a:spcBef>
                <a:spcPts val="1000"/>
              </a:spcBef>
              <a:spcAft>
                <a:spcPts val="0"/>
              </a:spcAft>
              <a:buClr>
                <a:schemeClr val="dk1"/>
              </a:buClr>
              <a:buSzPts val="2800"/>
              <a:buChar char="•"/>
            </a:pPr>
            <a:r>
              <a:rPr lang="en-IN"/>
              <a:t>P(Sunny|Yes)= 3/10= 0.3</a:t>
            </a:r>
            <a:endParaRPr/>
          </a:p>
          <a:p>
            <a:pPr indent="-241934" lvl="0" marL="228600" rtl="0" algn="l">
              <a:lnSpc>
                <a:spcPct val="90000"/>
              </a:lnSpc>
              <a:spcBef>
                <a:spcPts val="1000"/>
              </a:spcBef>
              <a:spcAft>
                <a:spcPts val="0"/>
              </a:spcAft>
              <a:buClr>
                <a:schemeClr val="dk1"/>
              </a:buClr>
              <a:buSzPts val="2800"/>
              <a:buChar char="•"/>
            </a:pPr>
            <a:r>
              <a:rPr lang="en-IN"/>
              <a:t>P(Sunny)= 0.35</a:t>
            </a:r>
            <a:endParaRPr/>
          </a:p>
          <a:p>
            <a:pPr indent="-241934" lvl="0" marL="228600" rtl="0" algn="l">
              <a:lnSpc>
                <a:spcPct val="90000"/>
              </a:lnSpc>
              <a:spcBef>
                <a:spcPts val="1000"/>
              </a:spcBef>
              <a:spcAft>
                <a:spcPts val="0"/>
              </a:spcAft>
              <a:buClr>
                <a:schemeClr val="dk1"/>
              </a:buClr>
              <a:buSzPts val="2800"/>
              <a:buChar char="•"/>
            </a:pPr>
            <a:r>
              <a:rPr lang="en-IN"/>
              <a:t>P(Yes)=0.71</a:t>
            </a:r>
            <a:endParaRPr/>
          </a:p>
          <a:p>
            <a:pPr indent="-241934" lvl="0" marL="228600" rtl="0" algn="l">
              <a:lnSpc>
                <a:spcPct val="90000"/>
              </a:lnSpc>
              <a:spcBef>
                <a:spcPts val="1000"/>
              </a:spcBef>
              <a:spcAft>
                <a:spcPts val="0"/>
              </a:spcAft>
              <a:buClr>
                <a:schemeClr val="dk1"/>
              </a:buClr>
              <a:buSzPts val="2800"/>
              <a:buChar char="•"/>
            </a:pPr>
            <a:r>
              <a:rPr lang="en-IN"/>
              <a:t>So P(Yes|Sunny) = 0.3*0.71/0.35= </a:t>
            </a:r>
            <a:r>
              <a:rPr b="1" lang="en-IN"/>
              <a:t>0.60</a:t>
            </a:r>
            <a:endParaRPr/>
          </a:p>
          <a:p>
            <a:pPr indent="-241934" lvl="0" marL="228600" rtl="0" algn="l">
              <a:lnSpc>
                <a:spcPct val="90000"/>
              </a:lnSpc>
              <a:spcBef>
                <a:spcPts val="1000"/>
              </a:spcBef>
              <a:spcAft>
                <a:spcPts val="0"/>
              </a:spcAft>
              <a:buClr>
                <a:schemeClr val="dk1"/>
              </a:buClr>
              <a:buSzPts val="2800"/>
              <a:buChar char="•"/>
            </a:pPr>
            <a:r>
              <a:rPr b="1" lang="en-IN"/>
              <a:t>P(No|Sunny)= P(Sunny|No)*P(No)/P(Sunny)</a:t>
            </a:r>
            <a:endParaRPr/>
          </a:p>
          <a:p>
            <a:pPr indent="-241934" lvl="0" marL="228600" rtl="0" algn="l">
              <a:lnSpc>
                <a:spcPct val="90000"/>
              </a:lnSpc>
              <a:spcBef>
                <a:spcPts val="1000"/>
              </a:spcBef>
              <a:spcAft>
                <a:spcPts val="0"/>
              </a:spcAft>
              <a:buClr>
                <a:schemeClr val="dk1"/>
              </a:buClr>
              <a:buSzPts val="2800"/>
              <a:buChar char="•"/>
            </a:pPr>
            <a:r>
              <a:rPr lang="en-IN"/>
              <a:t>P(Sunny|NO)= 2/4=0.5</a:t>
            </a:r>
            <a:endParaRPr/>
          </a:p>
        </p:txBody>
      </p:sp>
      <p:sp>
        <p:nvSpPr>
          <p:cNvPr id="139" name="Google Shape;139;p11"/>
          <p:cNvSpPr txBox="1"/>
          <p:nvPr>
            <p:ph idx="1" type="body"/>
          </p:nvPr>
        </p:nvSpPr>
        <p:spPr>
          <a:xfrm>
            <a:off x="6680700" y="1253400"/>
            <a:ext cx="5511300" cy="4351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IN"/>
              <a:t>P(No)= 0.29</a:t>
            </a:r>
            <a:endParaRPr/>
          </a:p>
          <a:p>
            <a:pPr indent="-228600" lvl="0" marL="228600" rtl="0" algn="l">
              <a:lnSpc>
                <a:spcPct val="90000"/>
              </a:lnSpc>
              <a:spcBef>
                <a:spcPts val="1000"/>
              </a:spcBef>
              <a:spcAft>
                <a:spcPts val="0"/>
              </a:spcAft>
              <a:buClr>
                <a:schemeClr val="dk1"/>
              </a:buClr>
              <a:buSzPts val="2800"/>
              <a:buChar char="•"/>
            </a:pPr>
            <a:r>
              <a:rPr lang="en-IN"/>
              <a:t>P(Sunny)= 0.35</a:t>
            </a:r>
            <a:endParaRPr/>
          </a:p>
          <a:p>
            <a:pPr indent="-228600" lvl="0" marL="228600" rtl="0" algn="l">
              <a:lnSpc>
                <a:spcPct val="90000"/>
              </a:lnSpc>
              <a:spcBef>
                <a:spcPts val="1000"/>
              </a:spcBef>
              <a:spcAft>
                <a:spcPts val="0"/>
              </a:spcAft>
              <a:buClr>
                <a:schemeClr val="dk1"/>
              </a:buClr>
              <a:buSzPts val="2800"/>
              <a:buChar char="•"/>
            </a:pPr>
            <a:r>
              <a:rPr lang="en-IN"/>
              <a:t>So P(No|Sunny)= 0.5*0.29/0.35 = </a:t>
            </a:r>
            <a:r>
              <a:rPr b="1" lang="en-IN"/>
              <a:t>0.41</a:t>
            </a:r>
            <a:endParaRPr/>
          </a:p>
          <a:p>
            <a:pPr indent="-228600" lvl="0" marL="228600" rtl="0" algn="l">
              <a:lnSpc>
                <a:spcPct val="90000"/>
              </a:lnSpc>
              <a:spcBef>
                <a:spcPts val="1000"/>
              </a:spcBef>
              <a:spcAft>
                <a:spcPts val="0"/>
              </a:spcAft>
              <a:buClr>
                <a:schemeClr val="dk1"/>
              </a:buClr>
              <a:buSzPts val="2800"/>
              <a:buChar char="•"/>
            </a:pPr>
            <a:r>
              <a:rPr lang="en-IN"/>
              <a:t>So as we can see from the above calculation that </a:t>
            </a:r>
            <a:r>
              <a:rPr b="1" lang="en-IN"/>
              <a:t>P(Yes|Sunny)&gt;P(No|Sunny)</a:t>
            </a:r>
            <a:endParaRPr/>
          </a:p>
          <a:p>
            <a:pPr indent="-228600" lvl="0" marL="228600" rtl="0" algn="l">
              <a:lnSpc>
                <a:spcPct val="90000"/>
              </a:lnSpc>
              <a:spcBef>
                <a:spcPts val="1000"/>
              </a:spcBef>
              <a:spcAft>
                <a:spcPts val="0"/>
              </a:spcAft>
              <a:buClr>
                <a:schemeClr val="dk1"/>
              </a:buClr>
              <a:buSzPts val="2800"/>
              <a:buChar char="•"/>
            </a:pPr>
            <a:r>
              <a:rPr b="1" lang="en-IN"/>
              <a:t>Hence on a Sunny day, Player can play the game.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IN"/>
              <a:t>Advantages of Naïve Bayes Classifier:</a:t>
            </a:r>
            <a:br>
              <a:rPr b="1" lang="en-IN"/>
            </a:br>
            <a:endParaRPr b="1"/>
          </a:p>
        </p:txBody>
      </p:sp>
      <p:sp>
        <p:nvSpPr>
          <p:cNvPr id="145" name="Google Shape;145;p13"/>
          <p:cNvSpPr txBox="1"/>
          <p:nvPr>
            <p:ph idx="1" type="body"/>
          </p:nvPr>
        </p:nvSpPr>
        <p:spPr>
          <a:xfrm>
            <a:off x="838200" y="1825625"/>
            <a:ext cx="10515600" cy="48783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IN"/>
              <a:t>Naïve Bayes is one of the fast and easy ML algorithms to predict a class of datasets.</a:t>
            </a:r>
            <a:endParaRPr/>
          </a:p>
          <a:p>
            <a:pPr indent="-228600" lvl="0" marL="228600" rtl="0" algn="l">
              <a:lnSpc>
                <a:spcPct val="90000"/>
              </a:lnSpc>
              <a:spcBef>
                <a:spcPts val="1000"/>
              </a:spcBef>
              <a:spcAft>
                <a:spcPts val="0"/>
              </a:spcAft>
              <a:buClr>
                <a:schemeClr val="dk1"/>
              </a:buClr>
              <a:buSzPts val="2800"/>
              <a:buChar char="•"/>
            </a:pPr>
            <a:r>
              <a:rPr lang="en-IN"/>
              <a:t>It can be used for Binary as well as Multi-class Classifications.</a:t>
            </a:r>
            <a:endParaRPr/>
          </a:p>
          <a:p>
            <a:pPr indent="-228600" lvl="0" marL="228600" rtl="0" algn="l">
              <a:lnSpc>
                <a:spcPct val="90000"/>
              </a:lnSpc>
              <a:spcBef>
                <a:spcPts val="1000"/>
              </a:spcBef>
              <a:spcAft>
                <a:spcPts val="0"/>
              </a:spcAft>
              <a:buClr>
                <a:schemeClr val="dk1"/>
              </a:buClr>
              <a:buSzPts val="2800"/>
              <a:buChar char="•"/>
            </a:pPr>
            <a:r>
              <a:rPr lang="en-IN"/>
              <a:t>It </a:t>
            </a:r>
            <a:r>
              <a:rPr b="1" lang="en-IN"/>
              <a:t>performs well in Multi-class predictions as compared to the other Algorithms.</a:t>
            </a:r>
            <a:endParaRPr b="1"/>
          </a:p>
          <a:p>
            <a:pPr indent="-228600" lvl="0" marL="228600" rtl="0" algn="l">
              <a:lnSpc>
                <a:spcPct val="90000"/>
              </a:lnSpc>
              <a:spcBef>
                <a:spcPts val="1000"/>
              </a:spcBef>
              <a:spcAft>
                <a:spcPts val="0"/>
              </a:spcAft>
              <a:buClr>
                <a:schemeClr val="dk1"/>
              </a:buClr>
              <a:buSzPts val="2800"/>
              <a:buChar char="•"/>
            </a:pPr>
            <a:r>
              <a:rPr lang="en-IN"/>
              <a:t>It is the most popular choice for text classification problems.</a:t>
            </a:r>
            <a:endParaRPr/>
          </a:p>
          <a:p>
            <a:pPr indent="-228600" lvl="0" marL="228600" rtl="0" algn="l">
              <a:lnSpc>
                <a:spcPct val="90000"/>
              </a:lnSpc>
              <a:spcBef>
                <a:spcPts val="1000"/>
              </a:spcBef>
              <a:spcAft>
                <a:spcPts val="0"/>
              </a:spcAft>
              <a:buClr>
                <a:schemeClr val="dk1"/>
              </a:buClr>
              <a:buSzPts val="2800"/>
              <a:buChar char="•"/>
            </a:pPr>
            <a:r>
              <a:rPr b="1" lang="en-IN"/>
              <a:t>Disadvantages of Naïve Bayes Classifier:</a:t>
            </a:r>
            <a:endParaRPr/>
          </a:p>
          <a:p>
            <a:pPr indent="-228600" lvl="0" marL="228600" rtl="0" algn="l">
              <a:lnSpc>
                <a:spcPct val="90000"/>
              </a:lnSpc>
              <a:spcBef>
                <a:spcPts val="1000"/>
              </a:spcBef>
              <a:spcAft>
                <a:spcPts val="0"/>
              </a:spcAft>
              <a:buClr>
                <a:schemeClr val="dk1"/>
              </a:buClr>
              <a:buSzPts val="2800"/>
              <a:buChar char="•"/>
            </a:pPr>
            <a:r>
              <a:rPr lang="en-IN"/>
              <a:t>Naive Bayes assumes that all features are independent or unrelated, so it cannot learn the relationship between features.</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IN"/>
              <a:t>Applications of Naïve Bayes Classifier:</a:t>
            </a:r>
            <a:br>
              <a:rPr b="1" lang="en-IN"/>
            </a:br>
            <a:endParaRPr b="1"/>
          </a:p>
        </p:txBody>
      </p:sp>
      <p:sp>
        <p:nvSpPr>
          <p:cNvPr id="151" name="Google Shape;151;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IN"/>
              <a:t>It is used for Credit Scoring.</a:t>
            </a:r>
            <a:endParaRPr/>
          </a:p>
          <a:p>
            <a:pPr indent="-228600" lvl="0" marL="228600" rtl="0" algn="l">
              <a:lnSpc>
                <a:spcPct val="90000"/>
              </a:lnSpc>
              <a:spcBef>
                <a:spcPts val="1000"/>
              </a:spcBef>
              <a:spcAft>
                <a:spcPts val="0"/>
              </a:spcAft>
              <a:buClr>
                <a:schemeClr val="dk1"/>
              </a:buClr>
              <a:buSzPts val="2800"/>
              <a:buChar char="•"/>
            </a:pPr>
            <a:r>
              <a:rPr lang="en-IN"/>
              <a:t>It is used in medical data classification.</a:t>
            </a:r>
            <a:endParaRPr/>
          </a:p>
          <a:p>
            <a:pPr indent="-228600" lvl="0" marL="228600" rtl="0" algn="l">
              <a:lnSpc>
                <a:spcPct val="90000"/>
              </a:lnSpc>
              <a:spcBef>
                <a:spcPts val="1000"/>
              </a:spcBef>
              <a:spcAft>
                <a:spcPts val="0"/>
              </a:spcAft>
              <a:buClr>
                <a:schemeClr val="dk1"/>
              </a:buClr>
              <a:buSzPts val="2800"/>
              <a:buChar char="•"/>
            </a:pPr>
            <a:r>
              <a:rPr lang="en-IN"/>
              <a:t>It can be used in real-time predictions because Naïve Bayes Classifier is an eager learner.</a:t>
            </a:r>
            <a:endParaRPr/>
          </a:p>
          <a:p>
            <a:pPr indent="-228600" lvl="0" marL="228600" rtl="0" algn="l">
              <a:lnSpc>
                <a:spcPct val="90000"/>
              </a:lnSpc>
              <a:spcBef>
                <a:spcPts val="1000"/>
              </a:spcBef>
              <a:spcAft>
                <a:spcPts val="0"/>
              </a:spcAft>
              <a:buClr>
                <a:schemeClr val="dk1"/>
              </a:buClr>
              <a:buSzPts val="2800"/>
              <a:buChar char="•"/>
            </a:pPr>
            <a:r>
              <a:rPr lang="en-IN"/>
              <a:t>It is used in Text classification such as Spam filtering and Sentiment analysis.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IN"/>
              <a:t>Types of Naïve Bayes Model:</a:t>
            </a:r>
            <a:br>
              <a:rPr lang="en-IN"/>
            </a:br>
            <a:endParaRPr/>
          </a:p>
        </p:txBody>
      </p:sp>
      <p:sp>
        <p:nvSpPr>
          <p:cNvPr id="157" name="Google Shape;157;p15"/>
          <p:cNvSpPr txBox="1"/>
          <p:nvPr>
            <p:ph idx="1" type="body"/>
          </p:nvPr>
        </p:nvSpPr>
        <p:spPr>
          <a:xfrm>
            <a:off x="838200" y="1505576"/>
            <a:ext cx="10515600" cy="4671300"/>
          </a:xfrm>
          <a:prstGeom prst="rect">
            <a:avLst/>
          </a:prstGeom>
          <a:noFill/>
          <a:ln>
            <a:noFill/>
          </a:ln>
        </p:spPr>
        <p:txBody>
          <a:bodyPr anchorCtr="0" anchor="t" bIns="45700" lIns="91425" spcFirstLastPara="1" rIns="91425" wrap="square" tIns="45700">
            <a:normAutofit lnSpcReduction="20000"/>
          </a:bodyPr>
          <a:lstStyle/>
          <a:p>
            <a:pPr indent="-241934" lvl="0" marL="228600" rtl="0" algn="l">
              <a:lnSpc>
                <a:spcPct val="90000"/>
              </a:lnSpc>
              <a:spcBef>
                <a:spcPts val="0"/>
              </a:spcBef>
              <a:spcAft>
                <a:spcPts val="0"/>
              </a:spcAft>
              <a:buClr>
                <a:schemeClr val="dk1"/>
              </a:buClr>
              <a:buSzPts val="2800"/>
              <a:buChar char="•"/>
            </a:pPr>
            <a:r>
              <a:rPr b="1" lang="en-IN"/>
              <a:t>Gaussian: </a:t>
            </a:r>
            <a:r>
              <a:rPr lang="en-IN"/>
              <a:t>The Gaussian model assumes that features follow a normal distribution. This means if predictors take continuous values instead of discrete, then the model assumes that these values are sampled from the Gaussian distribution.</a:t>
            </a:r>
            <a:endParaRPr/>
          </a:p>
          <a:p>
            <a:pPr indent="-241934" lvl="0" marL="228600" rtl="0" algn="l">
              <a:lnSpc>
                <a:spcPct val="90000"/>
              </a:lnSpc>
              <a:spcBef>
                <a:spcPts val="1000"/>
              </a:spcBef>
              <a:spcAft>
                <a:spcPts val="0"/>
              </a:spcAft>
              <a:buClr>
                <a:schemeClr val="dk1"/>
              </a:buClr>
              <a:buSzPts val="2800"/>
              <a:buChar char="•"/>
            </a:pPr>
            <a:r>
              <a:rPr b="1" lang="en-IN"/>
              <a:t>Multinomial: </a:t>
            </a:r>
            <a:r>
              <a:rPr lang="en-IN"/>
              <a:t>The Multinomial Naïve Bayes classifier is used when the data is multinomial distributed. It is primarily used for document classification problems, it means a particular document belongs to which category such as Sports, Politics, education, etc.</a:t>
            </a:r>
            <a:endParaRPr/>
          </a:p>
          <a:p>
            <a:pPr indent="-241934" lvl="0" marL="228600" rtl="0" algn="l">
              <a:lnSpc>
                <a:spcPct val="90000"/>
              </a:lnSpc>
              <a:spcBef>
                <a:spcPts val="1000"/>
              </a:spcBef>
              <a:spcAft>
                <a:spcPts val="0"/>
              </a:spcAft>
              <a:buClr>
                <a:schemeClr val="dk1"/>
              </a:buClr>
              <a:buSzPts val="2800"/>
              <a:buChar char="•"/>
            </a:pPr>
            <a:r>
              <a:rPr lang="en-IN"/>
              <a:t>The classifier uses the frequency of words for the predictors.</a:t>
            </a:r>
            <a:endParaRPr/>
          </a:p>
          <a:p>
            <a:pPr indent="-241934" lvl="0" marL="228600" rtl="0" algn="l">
              <a:lnSpc>
                <a:spcPct val="90000"/>
              </a:lnSpc>
              <a:spcBef>
                <a:spcPts val="1000"/>
              </a:spcBef>
              <a:spcAft>
                <a:spcPts val="0"/>
              </a:spcAft>
              <a:buClr>
                <a:schemeClr val="dk1"/>
              </a:buClr>
              <a:buSzPts val="2800"/>
              <a:buChar char="•"/>
            </a:pPr>
            <a:r>
              <a:rPr b="1" lang="en-IN"/>
              <a:t>Bernoulli: </a:t>
            </a:r>
            <a:r>
              <a:rPr lang="en-IN"/>
              <a:t>The Bernoulli classifier works similar to the Multinomial classifier, but the predictor variables are the independent Booleans variables. Such as if a particular word is present or not in a document. This model is also famous for document classification tasks.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2024-06-02T17:28:57Z</dcterms:created>
  <dc:creator>Radhe</dc:creator>
</cp:coreProperties>
</file>