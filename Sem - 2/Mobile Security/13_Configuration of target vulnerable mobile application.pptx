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57" r:id="rId3"/>
    <p:sldId id="408" r:id="rId4"/>
    <p:sldId id="589" r:id="rId5"/>
    <p:sldId id="593" r:id="rId6"/>
    <p:sldId id="594" r:id="rId7"/>
    <p:sldId id="595" r:id="rId8"/>
    <p:sldId id="597" r:id="rId9"/>
    <p:sldId id="596" r:id="rId10"/>
    <p:sldId id="598" r:id="rId11"/>
    <p:sldId id="599" r:id="rId12"/>
    <p:sldId id="52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2"/>
        <p:guide pos="28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genymotion.com/" TargetMode="External"/><Relationship Id="rId2" Type="http://schemas.openxmlformats.org/officeDocument/2006/relationships/hyperlink" Target="http://www.genymotion.com/" TargetMode="External"/><Relationship Id="rId1" Type="http://schemas.openxmlformats.org/officeDocument/2006/relationships/hyperlink" Target="https://santoku-linux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nymotion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nymotion.c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nymotion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nymotion.com/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genymotion.com/" TargetMode="External"/><Relationship Id="rId2" Type="http://schemas.openxmlformats.org/officeDocument/2006/relationships/hyperlink" Target="https://github.com/nvisium-jack-mannino/OWASP-GoatDroid-Project/wiki/Getting-Started" TargetMode="External"/><Relationship Id="rId1" Type="http://schemas.openxmlformats.org/officeDocument/2006/relationships/hyperlink" Target="https://github.com/jackMannino/OWASP-GoatDroid-Project/download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nymotion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genymotion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  <a:endParaRPr lang="en-IN" sz="4800" b="1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  <a:endParaRPr lang="en-U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related 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of target vulnerable mobile application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Understanding of Android Application architecture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 -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https://santoku-linux.com/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Gynimotion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www.genymotion.com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Mobile Application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DIVA - Damn insecure and vulnerable App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Security Shepherd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IN" sz="2400" b="1" dirty="0">
                <a:sym typeface="+mn-ea"/>
              </a:rPr>
              <a:t>Configuration of target vulnerable mobile application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210" y="418680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DIVA (Damn insecure and vulnerable App) is an App intentionally designed to be insecure.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the App is to teach developers/QA/security professionals, flaws that are generally present in the Apps due poor or insecure coding practices.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can use Diva?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 developers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Penetration testers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professionals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DIVA - Damn insecure and vulnerable App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30382" y="6092396"/>
            <a:ext cx="4387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https://github.com/payatu/diva-android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2968" y="613920"/>
            <a:ext cx="8546121" cy="5467320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include:</a:t>
            </a:r>
            <a:endParaRPr lang="en-IN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Logging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Hardcoding Issues – Part 1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– Part 1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– Part 2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– Part 3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– Part 4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Issues – Part 1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Issues – Part 2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Issues – Part 1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Issues – Part 2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Issues – Part 3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Hardcoding Issues – Part 2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Issues – Part 3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US" sz="2400" b="1" dirty="0">
                <a:sym typeface="+mn-ea"/>
              </a:rPr>
              <a:t>What is included in Diva?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Mobile Application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self-contained training environment for educating developers and testers on Android security.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minimal dependencies and is ideal for both Android beginners as well as more advanced users.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currently includes two applications: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location-based social network, and 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 Financial, a mobile banking application.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sz="2400" b="1" dirty="0">
                <a:sym typeface="+mn-ea"/>
              </a:rPr>
              <a:t>OWASP </a:t>
            </a:r>
            <a:r>
              <a:rPr lang="en-IN" sz="2400" b="1" dirty="0" err="1">
                <a:sym typeface="+mn-ea"/>
              </a:rPr>
              <a:t>GoatDroid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server control panel, in the bottom there are several security flaws which are there in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FourGoats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Client-Side Injection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Server-Side Authorization Issues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 Channel Information Leakage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Transport Layer Protection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IPC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sz="2400" b="1" dirty="0">
                <a:sym typeface="+mn-ea"/>
              </a:rPr>
              <a:t>OWASP </a:t>
            </a:r>
            <a:r>
              <a:rPr lang="en-IN" sz="2400" b="1" dirty="0" err="1">
                <a:sym typeface="+mn-ea"/>
              </a:rPr>
              <a:t>GoatDroid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GoatDroid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https://github.com/jackMannino/OWASP-GoatDroid-Project/downloads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https://github.com/nvisium-jack-mannino/OWASP-GoatDroid-Project/wiki/Getting-Started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sz="2400" b="1" dirty="0">
                <a:sym typeface="+mn-ea"/>
              </a:rPr>
              <a:t>OWASP </a:t>
            </a:r>
            <a:r>
              <a:rPr lang="en-IN" sz="2400" b="1" dirty="0" err="1">
                <a:sym typeface="+mn-ea"/>
              </a:rPr>
              <a:t>GoatDroid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Security Shepherd is a web and mobile application security training platform.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Shepherd project is free software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https://owasp.org/www-project-security-shepherd/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sz="2400" b="1" dirty="0">
                <a:sym typeface="+mn-ea"/>
              </a:rPr>
              <a:t>OWASP Security Shepherd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of DIVA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link: https://payatu.com/damn-insecure-and-vulnerable-app/ or 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https://payatu.com/wp-content/uploads/2016/01/diva-beta.tar.gz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fr-CA" sz="2400" b="1" dirty="0"/>
              <a:t>DIVA Configuration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  <a:endParaRPr lang="en-US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000" b="0" i="0" u="sng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www.genymotion.com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C40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  <a:endParaRPr lang="en-IN" sz="4800" b="1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  <a:endParaRPr lang="en-U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3252</Words>
  <Application>WPS Presentation</Application>
  <PresentationFormat>On-screen Show (4:3)</PresentationFormat>
  <Paragraphs>168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user</cp:lastModifiedBy>
  <cp:revision>615</cp:revision>
  <dcterms:created xsi:type="dcterms:W3CDTF">2018-03-30T10:15:00Z</dcterms:created>
  <dcterms:modified xsi:type="dcterms:W3CDTF">2020-10-19T06:17:41Z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