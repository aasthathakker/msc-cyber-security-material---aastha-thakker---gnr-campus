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658" r:id="rId2"/>
    <p:sldId id="408" r:id="rId3"/>
    <p:sldId id="593" r:id="rId4"/>
    <p:sldId id="677" r:id="rId5"/>
    <p:sldId id="678" r:id="rId6"/>
    <p:sldId id="679" r:id="rId7"/>
    <p:sldId id="680" r:id="rId8"/>
    <p:sldId id="681" r:id="rId9"/>
    <p:sldId id="683" r:id="rId10"/>
    <p:sldId id="685" r:id="rId11"/>
    <p:sldId id="68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200" b="1" dirty="0">
                <a:solidFill>
                  <a:schemeClr val="tx1"/>
                </a:solidFill>
              </a:rPr>
              <a:t>Mobile Phone Security and Forensics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1890612"/>
            <a:ext cx="8546121" cy="90436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partition layout</a:t>
            </a:r>
          </a:p>
          <a:p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file hierarchy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697984"/>
            <a:ext cx="8892480" cy="5467320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partition layout varies between vendors and versions. However, a few partitions are present in all the Android devices.</a:t>
            </a: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 Loader :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partition stores the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phone's boot loader program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program takes care of initializing the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low-level hardware when the phone boots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28750" lvl="2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it is responsible for booting the Android kernel and booting into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boot modes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the recovery mode, download mode, and so 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0726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name suggests, this partition has the information and files required for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to boot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and RAM disk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So, without this partition, the phone cannot start its processes.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partition allows the device to boot into the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console 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which activities such as phone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 and other maintenance operations are performed.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this purpose, a minimal Android boot image is stored.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Userdata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partition is usually called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partition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device's internal storage for application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bulk of user data is stored here, and this is where most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forensic evidence will reside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stores all app data and standard communications as well.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573" y="595745"/>
            <a:ext cx="8585766" cy="4791842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major components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than kernel and RAM disk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present here.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Android system image here contains the Android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framework, libraries, system binaries, and preinstalled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this partition, the device cannot boot into normal mode.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partition is used to store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frequently accessed data 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various other files, such as recovery logs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update packages downloaded over the cellular network.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 with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telephony capabilities have a baseband image stored in 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partition that takes care of various telephony activities.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10553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cat proc/partition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cat /proc/mounts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/proc/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mtd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lists the filesystem path alias and size info as seen below (total size, used, free and block size)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Identifying partition layout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20688"/>
            <a:ext cx="8869649" cy="5037407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get the mapping between the partition alias and the path of actual partition file (you also get the owner, their user group,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ls -al /dev/block/platform/msm_sdcc.1/by-name</a:t>
            </a:r>
          </a:p>
          <a:p>
            <a:pPr lvl="1" algn="l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cat /proc/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emmc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/proc/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dumchar_info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cat  /dev/block/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plateform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dw_mmc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 mapping between the partition alias and the path of actual partition file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284" y="6192863"/>
            <a:ext cx="854612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500" dirty="0"/>
              <a:t>https://android.stackexchange.com/questions/5232/how-can-i-view-the-android-internal-partition-table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69381"/>
            <a:ext cx="8546121" cy="4919859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ls -l $(find /dev/block -name by-name)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cover all possible paths (which of course varies for other devices)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fdisk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[the various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fdisk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options...]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busybox fdisk -l /dev/block/sda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busybox you can find it in the /proc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suite that provides several Unix utilities in a single executable file.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 mapping between the partition alias and the path of actual partition file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664</Words>
  <Application>Microsoft Office PowerPoint</Application>
  <PresentationFormat>On-screen Show (4:3)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791</cp:revision>
  <dcterms:created xsi:type="dcterms:W3CDTF">2018-03-30T10:15:00Z</dcterms:created>
  <dcterms:modified xsi:type="dcterms:W3CDTF">2026-04-21T16:49:35Z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