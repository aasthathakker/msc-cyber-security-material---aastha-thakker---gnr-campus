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625" r:id="rId2"/>
    <p:sldId id="408" r:id="rId3"/>
    <p:sldId id="593" r:id="rId4"/>
    <p:sldId id="602" r:id="rId5"/>
    <p:sldId id="603" r:id="rId6"/>
    <p:sldId id="604" r:id="rId7"/>
    <p:sldId id="605" r:id="rId8"/>
    <p:sldId id="609" r:id="rId9"/>
    <p:sldId id="606" r:id="rId10"/>
    <p:sldId id="608" r:id="rId11"/>
    <p:sldId id="610" r:id="rId12"/>
    <p:sldId id="611" r:id="rId13"/>
    <p:sldId id="612" r:id="rId14"/>
    <p:sldId id="613" r:id="rId15"/>
    <p:sldId id="620" r:id="rId16"/>
    <p:sldId id="616" r:id="rId17"/>
    <p:sldId id="617" r:id="rId18"/>
    <p:sldId id="61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neshshetty/Android-InsecureBankv2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neshshetty/Android-InsecureBankv2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2636912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InsecureBankv2 – Vulnerable Android Application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https://github.com/dineshshetty/Android-InsecureBankv2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vulnerable Android application is made for security enthusiasts and developers to learn the Android insecurities by testing this vulnerable application</a:t>
            </a:r>
          </a:p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back-end server component is written in python.</a:t>
            </a:r>
          </a:p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compatible with Python2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of vulnerabilities that are currently included in this release are: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Flawed Broadcast Receivers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Sniffing and Injection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Authorization mechanism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Encryption issues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Activity Components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Detection and Bypass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Emulator Detection and Bypass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Content Provider access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Cryptography implementation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of vulnerabilities that are currently included in this release are: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Patching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in Memory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Logging mechanism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Pasteboard vulnerability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Debuggable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keyboard cache issues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Backup vulnerability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Manipulation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SDCard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HTTP connections</a:t>
            </a:r>
          </a:p>
          <a:p>
            <a:pPr marL="914400" lvl="1" indent="-457200" algn="l">
              <a:buFont typeface="+mj-lt"/>
              <a:buAutoNum type="arabicPeriod" startAt="11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Manipulation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of vulnerabilities that are currently included in this release are:</a:t>
            </a:r>
          </a:p>
          <a:p>
            <a:pPr marL="914400" lvl="1" indent="-457200" algn="l">
              <a:buFont typeface="+mj-lt"/>
              <a:buAutoNum type="arabicPeriod" startAt="22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Hardcoded secrets</a:t>
            </a:r>
          </a:p>
          <a:p>
            <a:pPr marL="914400" lvl="1" indent="-457200" algn="l">
              <a:buFont typeface="+mj-lt"/>
              <a:buAutoNum type="arabicPeriod" startAt="22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 Enumeration issue</a:t>
            </a:r>
          </a:p>
          <a:p>
            <a:pPr marL="914400" lvl="1" indent="-457200" algn="l">
              <a:buFont typeface="+mj-lt"/>
              <a:buAutoNum type="arabicPeriod" startAt="22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 Backdoors</a:t>
            </a:r>
          </a:p>
          <a:p>
            <a:pPr marL="914400" lvl="1" indent="-457200" algn="l">
              <a:buFont typeface="+mj-lt"/>
              <a:buAutoNum type="arabicPeriod" startAt="22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change password implementation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zip file from 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https://github.com/dineshshetty/Android-InsecureBankv2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Unzip it.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InsecureBankv2.apk and install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-address (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devicecs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(This shows that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161" y="431264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you don't find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 or if you finds message like 	“unable to connect” using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check then check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settings of the virtual box is NAT or not. If it is Bridge Network then change to NAT.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if you want to run the server in the santoku and would like to connect android app running in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set the adapter of the santoku to Bridge adapter.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161" y="431264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if you wants to connect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set adapter of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“NAT”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the server is running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would like to connect android application running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set adapter as “Bridge Adapter”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161" y="43126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access the adapter option of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61" y="1057462"/>
            <a:ext cx="8698451" cy="4810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213" y="42345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README.markdown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for installation steps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InsecureBankv2.apk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to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folder where you have downloaded the InsecureBank2 code.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AndroLabServer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find requirements.txt which has configuration files to configure dependences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6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59600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buFont typeface="+mj-lt"/>
              <a:buAutoNum type="arabicPeriod" startAt="11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version of python: python –V (it has to be &gt;=  2.0 &lt; 3.0) because this application is developed using python 2.7.0</a:t>
            </a:r>
          </a:p>
          <a:p>
            <a:pPr marL="971550" lvl="1" indent="-514350" algn="just">
              <a:buFont typeface="+mj-lt"/>
              <a:buAutoNum type="arabicPeriod" startAt="11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 apt install python-pip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 the version of pip also: pip –V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 you can try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apt install python-pip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Now you can install the dependences from requirements.txt files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7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7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6356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install –r requirements.txt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want you can open the requirement.txt file and also can install individual components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5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5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5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109" y="453375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install flask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web.py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cherrypie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app.py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find message that requirement already satisfied it means that it is already installed.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run the server in the santoku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graphicFrame>
        <p:nvGraphicFramePr>
          <p:cNvPr id="9" name="Object 8"/>
          <p:cNvGraphicFramePr/>
          <p:nvPr/>
        </p:nvGraphicFramePr>
        <p:xfrm>
          <a:off x="261620" y="791210"/>
          <a:ext cx="8546465" cy="548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981690" imgH="4981575" progId="Paint.Picture">
                  <p:embed/>
                </p:oleObj>
              </mc:Choice>
              <mc:Fallback>
                <p:oleObj r:id="rId2" imgW="10981690" imgH="4981575" progId="Paint.Picture">
                  <p:embed/>
                  <p:pic>
                    <p:nvPicPr>
                      <p:cNvPr id="0" name="Picture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1620" y="791210"/>
                        <a:ext cx="8546465" cy="548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17040" y="693377"/>
            <a:ext cx="9361040" cy="5467320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23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run the server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23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app.py this will show that server started at port 8080.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23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show the error at print statement it means that you are using python version &gt; 2.X. or you have installed dependences using &gt; pip2.X.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23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receive error related to cheroot then try 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23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install cheroot</a:t>
            </a: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7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13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lnSpc>
                <a:spcPct val="150000"/>
              </a:lnSpc>
              <a:buFont typeface="+mj-lt"/>
              <a:buAutoNum type="arabicPeriod" startAt="13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645145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also tried following commands to resolve the error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python-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setuptools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install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jaraco-functools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&gt;=1.20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–m pip install more-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itertools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==5.0.0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your server started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the installed InsecureBankv2 application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3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3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645145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steps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left top corner open setting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preferences  Sever IP (set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of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and server port (set 8080)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receive message connection that connect successful with server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credentials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dinesh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/Dinesh@123$ or jack/Jack@123$ and start using the application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13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InsecureBankv2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840</Words>
  <Application>Microsoft Office PowerPoint</Application>
  <PresentationFormat>On-screen Show (4:3)</PresentationFormat>
  <Paragraphs>144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Paintbrush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699</cp:revision>
  <dcterms:created xsi:type="dcterms:W3CDTF">2018-03-30T10:15:00Z</dcterms:created>
  <dcterms:modified xsi:type="dcterms:W3CDTF">2026-04-26T17:37:48Z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