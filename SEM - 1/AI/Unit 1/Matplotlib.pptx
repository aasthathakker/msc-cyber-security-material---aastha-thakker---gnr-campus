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t3OLaOhXA16fqPJzIp8aNaDYW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830c590b8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f830c590b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830c590b8_1_7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f830c590b8_1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830c590b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830c590b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830c590b8_1_7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f830c590b8_1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830c590b8_1_7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f830c590b8_1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f830c590b8_1_7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f830c590b8_1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Matplotlib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54"/>
            <a:ext cx="9566700" cy="22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Data visualization helps to tell stories by curating data into a form easier to understand, highlighting the trends and outliers. A good visualization tells a story, removing the noise from data and highlighting useful information.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30c590b8_1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Importance of data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2f830c590b8_1_5"/>
          <p:cNvSpPr txBox="1"/>
          <p:nvPr>
            <p:ph idx="1" type="body"/>
          </p:nvPr>
        </p:nvSpPr>
        <p:spPr>
          <a:xfrm>
            <a:off x="838200" y="1825625"/>
            <a:ext cx="5716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Faster decision-making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Data visualization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Identify patterns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Data visualization presents data beautifully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Improved data understanding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Interactive visualizations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Communication and collaboration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2f830c590b8_1_5"/>
          <p:cNvSpPr txBox="1"/>
          <p:nvPr/>
        </p:nvSpPr>
        <p:spPr>
          <a:xfrm>
            <a:off x="6733000" y="1867025"/>
            <a:ext cx="5572200" cy="4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Effective communication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Enhanced data analysis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Simplifies complex data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Storytelling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identify misleading information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Increases accessibility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Saves time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2f830c590b8_1_722"/>
          <p:cNvPicPr preferRelativeResize="0"/>
          <p:nvPr/>
        </p:nvPicPr>
        <p:blipFill rotWithShape="1">
          <a:blip r:embed="rId3">
            <a:alphaModFix/>
          </a:blip>
          <a:srcRect b="11302" l="16603" r="12954" t="3395"/>
          <a:stretch/>
        </p:blipFill>
        <p:spPr>
          <a:xfrm>
            <a:off x="3232525" y="191750"/>
            <a:ext cx="6465126" cy="640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830c590b8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Matplotlib?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2f830c590b8_1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Matplotlib is a low level graph plotting library in python that serves as a visualization utility.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Matplotlib was created by John D. Hunter.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Matplotlib is open source and we can use it freely.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Matplotlib is mostly written in python, a few segments are written in C, Objective-C and Javascript for Platform compatibility.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830c590b8_1_7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Installation of Matplotlib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2f830c590b8_1_7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pip install matplotlib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import matplotlib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print(matplotlib.__version__)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Note: two underscore characters are used in __version__.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import matplotlib.pyplot as plt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/>
        </p:nvSpPr>
        <p:spPr>
          <a:xfrm>
            <a:off x="6768700" y="972425"/>
            <a:ext cx="4839900" cy="39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xpoints = np.array([0, 6])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ypoints = np.array([0, 250])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plt.plot(xpoints, ypoints)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50" y="743600"/>
            <a:ext cx="60960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/>
        </p:nvSpPr>
        <p:spPr>
          <a:xfrm>
            <a:off x="7380225" y="1192275"/>
            <a:ext cx="4887300" cy="4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ypoints = np.array([3, 8, 1, 10])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plt.plot(ypoints, marker = 'o')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4700"/>
            <a:ext cx="60960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6779175" y="679900"/>
            <a:ext cx="5241900" cy="46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ypoints = np.array([3, 8, 1, 10])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plt.plot(ypoints, linestyle = 'dotted')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50" y="807250"/>
            <a:ext cx="60960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/>
        </p:nvSpPr>
        <p:spPr>
          <a:xfrm>
            <a:off x="5468675" y="88675"/>
            <a:ext cx="6586500" cy="5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np.array([80, 85, 90, 95, 100, 105, 110, 115, 120, 125])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np.array([240, 250, 260, 270, 280, 290, 300, 310, 320, 330])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font1 = {'family':'serif','color':'blue','size':20}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font2 = {'family':'serif','color':'darkred','size':15}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plt.title("Sports Watch Data", fontdict = font1)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plt.xlabel("Average Pulse", fontdict = font2)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plt.ylabel("Calorie Burnage", fontdict = font2)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plt.plot(x,y)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25" y="1127900"/>
            <a:ext cx="5163875" cy="3872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817825" y="236475"/>
            <a:ext cx="99618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</a:rPr>
              <a:t>Scatter Plots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6030300" y="1103575"/>
            <a:ext cx="5941800" cy="42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mport matplotlib.pyplot as plt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np.array([5,7,8,7,2,17,2,9,4,11,12,9,6])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np.array([99,86,87,88,111,86,103,87,94,78,77,85,86])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plt.scatter(x, y)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3475"/>
            <a:ext cx="5725501" cy="429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/>
        </p:nvSpPr>
        <p:spPr>
          <a:xfrm>
            <a:off x="6946675" y="1340075"/>
            <a:ext cx="4936500" cy="44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np.array(["A", "B", "C", "D"])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np.array([3, 8, 1, 10])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plt.bar(x,y)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25" y="1285550"/>
            <a:ext cx="609600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985350" y="197075"/>
            <a:ext cx="66315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/>
        </p:nvSpPr>
        <p:spPr>
          <a:xfrm>
            <a:off x="7626575" y="1497725"/>
            <a:ext cx="4443900" cy="50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np.array([35, 25, 25, 15])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plt.pie(y)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25" y="1453050"/>
            <a:ext cx="609600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 txBox="1"/>
          <p:nvPr/>
        </p:nvSpPr>
        <p:spPr>
          <a:xfrm>
            <a:off x="640475" y="305450"/>
            <a:ext cx="6907200" cy="11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Pie Chart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7271825" y="147800"/>
            <a:ext cx="4384800" cy="5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#plot 1: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np.array([0, 1, 2, 3])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np.array([3, 8, 1, 10])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plt.subplot(1, 2, 1)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plt.plot(x,y)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#plot 2: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np.array([0, 1, 2, 3])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np.array([10, 20, 30, 40])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plt.subplot(1, 2, 2)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plt.plot(x,y)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925" y="881550"/>
            <a:ext cx="60960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2f830c590b8_1_711"/>
          <p:cNvPicPr preferRelativeResize="0"/>
          <p:nvPr/>
        </p:nvPicPr>
        <p:blipFill rotWithShape="1">
          <a:blip r:embed="rId3">
            <a:alphaModFix/>
          </a:blip>
          <a:srcRect b="9665" l="0" r="0" t="0"/>
          <a:stretch/>
        </p:blipFill>
        <p:spPr>
          <a:xfrm>
            <a:off x="2018775" y="170250"/>
            <a:ext cx="8893299" cy="65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830c590b8_1_7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Categories</a:t>
            </a:r>
            <a:r>
              <a:rPr lang="en-US"/>
              <a:t> of </a:t>
            </a:r>
            <a:r>
              <a:rPr lang="en-US"/>
              <a:t>Visualization</a:t>
            </a:r>
            <a:endParaRPr/>
          </a:p>
        </p:txBody>
      </p:sp>
      <p:sp>
        <p:nvSpPr>
          <p:cNvPr id="171" name="Google Shape;171;g2f830c590b8_1_7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Geospatial:</a:t>
            </a:r>
            <a:r>
              <a:rPr lang="en-US"/>
              <a:t> Geospatial data visualization combines maps and data points to represent real-world locations. Geospatial data visualization is frequently used in market penetration studies.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Hierarchical:</a:t>
            </a:r>
            <a:r>
              <a:rPr lang="en-US"/>
              <a:t> When presenting data clusters, the hierarchical technique classes data within larger groups and is frequently used, especially if the data comes from a solitary site of origin.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Multi-dimensional:</a:t>
            </a:r>
            <a:r>
              <a:rPr lang="en-US"/>
              <a:t> This method creates a three-dimensional data visualization by combining two or more variables.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Temporal: </a:t>
            </a:r>
            <a:r>
              <a:rPr lang="en-US"/>
              <a:t>Visualizations of temporal data should be sequential and one-dimensional. This method employs lines that can stand by themselves or coincide and a start and end time frame.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Network:</a:t>
            </a:r>
            <a:r>
              <a:rPr lang="en-US"/>
              <a:t> The network method demonstrates relationships between datasets without resorting to lengthy explanations.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2022-04-19T10:05:09Z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1B9955A604C54682B29F7DCA8B1FBF87</vt:lpwstr>
  </property>
  <property fmtid="{D5CDD505-2E9C-101B-9397-08002B2CF9AE}" pid="3" name="KSOProductBuildVer">
    <vt:lpwstr>1033-11.2.0.11074</vt:lpwstr>
  </property>
</Properties>
</file>