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1" roundtripDataSignature="AMtx7mjSyVwcznTovqsYBt9qL9KnxepF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2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85000"/>
              </a:lnSpc>
              <a:spcBef>
                <a:spcPts val="0"/>
              </a:spcBef>
              <a:spcAft>
                <a:spcPts val="0"/>
              </a:spcAft>
              <a:buClr>
                <a:srgbClr val="3F3F3F"/>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1" name="Google Shape;61;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SzPts val="1800"/>
              <a:buChar char="●"/>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0"/>
              </a:spcBef>
              <a:spcAft>
                <a:spcPts val="0"/>
              </a:spcAft>
              <a:buSzPts val="1400"/>
              <a:buChar char="■"/>
              <a:defRPr/>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SzPts val="1400"/>
              <a:buChar char="■"/>
              <a:defRPr/>
            </a:lvl6pPr>
            <a:lvl7pPr indent="-317500" lvl="6" marL="3200400" algn="l">
              <a:lnSpc>
                <a:spcPct val="90000"/>
              </a:lnSpc>
              <a:spcBef>
                <a:spcPts val="0"/>
              </a:spcBef>
              <a:spcAft>
                <a:spcPts val="0"/>
              </a:spcAft>
              <a:buSzPts val="1400"/>
              <a:buChar char="●"/>
              <a:defRPr/>
            </a:lvl7pPr>
            <a:lvl8pPr indent="-317500" lvl="7" marL="3657600" algn="l">
              <a:lnSpc>
                <a:spcPct val="90000"/>
              </a:lnSpc>
              <a:spcBef>
                <a:spcPts val="0"/>
              </a:spcBef>
              <a:spcAft>
                <a:spcPts val="0"/>
              </a:spcAft>
              <a:buSzPts val="1400"/>
              <a:buChar char="○"/>
              <a:defRPr/>
            </a:lvl8pPr>
            <a:lvl9pPr indent="-317500" lvl="8" marL="4114800" algn="l">
              <a:lnSpc>
                <a:spcPct val="90000"/>
              </a:lnSpc>
              <a:spcBef>
                <a:spcPts val="0"/>
              </a:spcBef>
              <a:spcAft>
                <a:spcPts val="0"/>
              </a:spcAft>
              <a:buSzPts val="1400"/>
              <a:buChar char="■"/>
              <a:defRPr/>
            </a:lvl9pPr>
          </a:lstStyle>
          <a:p/>
        </p:txBody>
      </p:sp>
      <p:sp>
        <p:nvSpPr>
          <p:cNvPr id="62" name="Google Shape;62;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3" name="Shape 63"/>
        <p:cNvGrpSpPr/>
        <p:nvPr/>
      </p:nvGrpSpPr>
      <p:grpSpPr>
        <a:xfrm>
          <a:off x="0" y="0"/>
          <a:ext cx="0" cy="0"/>
          <a:chOff x="0" y="0"/>
          <a:chExt cx="0" cy="0"/>
        </a:xfrm>
      </p:grpSpPr>
      <p:sp>
        <p:nvSpPr>
          <p:cNvPr id="64" name="Google Shape;64;p31"/>
          <p:cNvSpPr txBox="1"/>
          <p:nvPr>
            <p:ph type="title"/>
          </p:nvPr>
        </p:nvSpPr>
        <p:spPr>
          <a:xfrm>
            <a:off x="822960" y="214953"/>
            <a:ext cx="7543800" cy="108806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1"/>
          <p:cNvSpPr txBox="1"/>
          <p:nvPr>
            <p:ph idx="1" type="body"/>
          </p:nvPr>
        </p:nvSpPr>
        <p:spPr>
          <a:xfrm>
            <a:off x="822960" y="1384301"/>
            <a:ext cx="7543800" cy="301752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66" name="Google Shape;66;p31"/>
          <p:cNvSpPr txBox="1"/>
          <p:nvPr>
            <p:ph idx="10" type="dt"/>
          </p:nvPr>
        </p:nvSpPr>
        <p:spPr>
          <a:xfrm>
            <a:off x="822961" y="4844839"/>
            <a:ext cx="1854203"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1" type="ftr"/>
          </p:nvPr>
        </p:nvSpPr>
        <p:spPr>
          <a:xfrm>
            <a:off x="2764639" y="4844839"/>
            <a:ext cx="3617103"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1"/>
          <p:cNvSpPr txBox="1"/>
          <p:nvPr>
            <p:ph idx="12" type="sldNum"/>
          </p:nvPr>
        </p:nvSpPr>
        <p:spPr>
          <a:xfrm>
            <a:off x="7425344" y="4844839"/>
            <a:ext cx="984019"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69" name="Shape 69"/>
        <p:cNvGrpSpPr/>
        <p:nvPr/>
      </p:nvGrpSpPr>
      <p:grpSpPr>
        <a:xfrm>
          <a:off x="0" y="0"/>
          <a:ext cx="0" cy="0"/>
          <a:chOff x="0" y="0"/>
          <a:chExt cx="0" cy="0"/>
        </a:xfrm>
      </p:grpSpPr>
      <p:sp>
        <p:nvSpPr>
          <p:cNvPr id="70" name="Google Shape;70;p32"/>
          <p:cNvSpPr/>
          <p:nvPr/>
        </p:nvSpPr>
        <p:spPr>
          <a:xfrm>
            <a:off x="2382" y="4800600"/>
            <a:ext cx="9141619"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2"/>
          <p:cNvSpPr/>
          <p:nvPr/>
        </p:nvSpPr>
        <p:spPr>
          <a:xfrm>
            <a:off x="12" y="4750737"/>
            <a:ext cx="9141619" cy="48006"/>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2"/>
          <p:cNvSpPr txBox="1"/>
          <p:nvPr>
            <p:ph type="title"/>
          </p:nvPr>
        </p:nvSpPr>
        <p:spPr>
          <a:xfrm>
            <a:off x="822960" y="569214"/>
            <a:ext cx="7543800" cy="267462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6000"/>
              <a:buFont typeface="Calibri"/>
              <a:buNone/>
              <a:defRPr b="0" sz="6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 type="body"/>
          </p:nvPr>
        </p:nvSpPr>
        <p:spPr>
          <a:xfrm>
            <a:off x="822960" y="3339846"/>
            <a:ext cx="7543800" cy="8572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indent="-228600" lvl="1" marL="914400" algn="l">
              <a:lnSpc>
                <a:spcPct val="90000"/>
              </a:lnSpc>
              <a:spcBef>
                <a:spcPts val="150"/>
              </a:spcBef>
              <a:spcAft>
                <a:spcPts val="0"/>
              </a:spcAft>
              <a:buSzPts val="1350"/>
              <a:buNone/>
              <a:defRPr sz="1350">
                <a:solidFill>
                  <a:srgbClr val="888888"/>
                </a:solidFill>
              </a:defRPr>
            </a:lvl2pPr>
            <a:lvl3pPr indent="-228600" lvl="2" marL="1371600" algn="l">
              <a:lnSpc>
                <a:spcPct val="90000"/>
              </a:lnSpc>
              <a:spcBef>
                <a:spcPts val="300"/>
              </a:spcBef>
              <a:spcAft>
                <a:spcPts val="0"/>
              </a:spcAft>
              <a:buSzPts val="1200"/>
              <a:buNone/>
              <a:defRPr sz="1200">
                <a:solidFill>
                  <a:srgbClr val="888888"/>
                </a:solidFill>
              </a:defRPr>
            </a:lvl3pPr>
            <a:lvl4pPr indent="-228600" lvl="3" marL="1828800" algn="l">
              <a:lnSpc>
                <a:spcPct val="90000"/>
              </a:lnSpc>
              <a:spcBef>
                <a:spcPts val="300"/>
              </a:spcBef>
              <a:spcAft>
                <a:spcPts val="0"/>
              </a:spcAft>
              <a:buSzPts val="1050"/>
              <a:buNone/>
              <a:defRPr sz="1050">
                <a:solidFill>
                  <a:srgbClr val="888888"/>
                </a:solidFill>
              </a:defRPr>
            </a:lvl4pPr>
            <a:lvl5pPr indent="-228600" lvl="4" marL="2286000" algn="l">
              <a:lnSpc>
                <a:spcPct val="90000"/>
              </a:lnSpc>
              <a:spcBef>
                <a:spcPts val="300"/>
              </a:spcBef>
              <a:spcAft>
                <a:spcPts val="0"/>
              </a:spcAft>
              <a:buSzPts val="1050"/>
              <a:buNone/>
              <a:defRPr sz="1050">
                <a:solidFill>
                  <a:srgbClr val="888888"/>
                </a:solidFill>
              </a:defRPr>
            </a:lvl5pPr>
            <a:lvl6pPr indent="-228600" lvl="5" marL="2743200" algn="l">
              <a:lnSpc>
                <a:spcPct val="90000"/>
              </a:lnSpc>
              <a:spcBef>
                <a:spcPts val="300"/>
              </a:spcBef>
              <a:spcAft>
                <a:spcPts val="0"/>
              </a:spcAft>
              <a:buSzPts val="1050"/>
              <a:buNone/>
              <a:defRPr sz="1050">
                <a:solidFill>
                  <a:srgbClr val="888888"/>
                </a:solidFill>
              </a:defRPr>
            </a:lvl6pPr>
            <a:lvl7pPr indent="-228600" lvl="6" marL="3200400" algn="l">
              <a:lnSpc>
                <a:spcPct val="90000"/>
              </a:lnSpc>
              <a:spcBef>
                <a:spcPts val="300"/>
              </a:spcBef>
              <a:spcAft>
                <a:spcPts val="0"/>
              </a:spcAft>
              <a:buSzPts val="1050"/>
              <a:buNone/>
              <a:defRPr sz="1050">
                <a:solidFill>
                  <a:srgbClr val="888888"/>
                </a:solidFill>
              </a:defRPr>
            </a:lvl7pPr>
            <a:lvl8pPr indent="-228600" lvl="7" marL="3657600" algn="l">
              <a:lnSpc>
                <a:spcPct val="90000"/>
              </a:lnSpc>
              <a:spcBef>
                <a:spcPts val="300"/>
              </a:spcBef>
              <a:spcAft>
                <a:spcPts val="0"/>
              </a:spcAft>
              <a:buSzPts val="1050"/>
              <a:buNone/>
              <a:defRPr sz="1050">
                <a:solidFill>
                  <a:srgbClr val="888888"/>
                </a:solidFill>
              </a:defRPr>
            </a:lvl8pPr>
            <a:lvl9pPr indent="-228600" lvl="8" marL="4114800" algn="l">
              <a:lnSpc>
                <a:spcPct val="90000"/>
              </a:lnSpc>
              <a:spcBef>
                <a:spcPts val="300"/>
              </a:spcBef>
              <a:spcAft>
                <a:spcPts val="300"/>
              </a:spcAft>
              <a:buSzPts val="1050"/>
              <a:buNone/>
              <a:defRPr sz="1050">
                <a:solidFill>
                  <a:srgbClr val="888888"/>
                </a:solidFill>
              </a:defRPr>
            </a:lvl9pPr>
          </a:lstStyle>
          <a:p/>
        </p:txBody>
      </p:sp>
      <p:sp>
        <p:nvSpPr>
          <p:cNvPr id="74" name="Google Shape;74;p32"/>
          <p:cNvSpPr txBox="1"/>
          <p:nvPr>
            <p:ph idx="10" type="dt"/>
          </p:nvPr>
        </p:nvSpPr>
        <p:spPr>
          <a:xfrm>
            <a:off x="822961" y="4844839"/>
            <a:ext cx="1854203"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2"/>
          <p:cNvSpPr txBox="1"/>
          <p:nvPr>
            <p:ph idx="11" type="ftr"/>
          </p:nvPr>
        </p:nvSpPr>
        <p:spPr>
          <a:xfrm>
            <a:off x="2764639" y="4844839"/>
            <a:ext cx="3617103"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2" type="sldNum"/>
          </p:nvPr>
        </p:nvSpPr>
        <p:spPr>
          <a:xfrm>
            <a:off x="7425344" y="4844839"/>
            <a:ext cx="984019"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77" name="Google Shape;77;p32"/>
          <p:cNvCxnSpPr/>
          <p:nvPr/>
        </p:nvCxnSpPr>
        <p:spPr>
          <a:xfrm>
            <a:off x="905744" y="325755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33"/>
          <p:cNvSpPr txBox="1"/>
          <p:nvPr>
            <p:ph type="title"/>
          </p:nvPr>
        </p:nvSpPr>
        <p:spPr>
          <a:xfrm>
            <a:off x="822960" y="214953"/>
            <a:ext cx="7543800" cy="108806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 type="body"/>
          </p:nvPr>
        </p:nvSpPr>
        <p:spPr>
          <a:xfrm>
            <a:off x="822959" y="1384301"/>
            <a:ext cx="3703320" cy="301752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81" name="Google Shape;81;p33"/>
          <p:cNvSpPr txBox="1"/>
          <p:nvPr>
            <p:ph idx="2" type="body"/>
          </p:nvPr>
        </p:nvSpPr>
        <p:spPr>
          <a:xfrm>
            <a:off x="4663440" y="1384301"/>
            <a:ext cx="3703320" cy="301752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82" name="Google Shape;82;p33"/>
          <p:cNvSpPr txBox="1"/>
          <p:nvPr>
            <p:ph idx="10" type="dt"/>
          </p:nvPr>
        </p:nvSpPr>
        <p:spPr>
          <a:xfrm>
            <a:off x="822961" y="4844839"/>
            <a:ext cx="1854203"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1" type="ftr"/>
          </p:nvPr>
        </p:nvSpPr>
        <p:spPr>
          <a:xfrm>
            <a:off x="2764639" y="4844839"/>
            <a:ext cx="3617103"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3"/>
          <p:cNvSpPr txBox="1"/>
          <p:nvPr>
            <p:ph idx="12" type="sldNum"/>
          </p:nvPr>
        </p:nvSpPr>
        <p:spPr>
          <a:xfrm>
            <a:off x="7425344" y="4844839"/>
            <a:ext cx="984019"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34"/>
          <p:cNvSpPr txBox="1"/>
          <p:nvPr>
            <p:ph type="title"/>
          </p:nvPr>
        </p:nvSpPr>
        <p:spPr>
          <a:xfrm>
            <a:off x="822960" y="214953"/>
            <a:ext cx="7543800" cy="108806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4"/>
          <p:cNvSpPr txBox="1"/>
          <p:nvPr>
            <p:ph idx="1" type="body"/>
          </p:nvPr>
        </p:nvSpPr>
        <p:spPr>
          <a:xfrm>
            <a:off x="822960" y="1384539"/>
            <a:ext cx="3703320" cy="55221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150"/>
              </a:spcBef>
              <a:spcAft>
                <a:spcPts val="0"/>
              </a:spcAft>
              <a:buSzPts val="1500"/>
              <a:buNone/>
              <a:defRPr b="1" sz="1500"/>
            </a:lvl2pPr>
            <a:lvl3pPr indent="-228600" lvl="2" marL="1371600" algn="l">
              <a:lnSpc>
                <a:spcPct val="90000"/>
              </a:lnSpc>
              <a:spcBef>
                <a:spcPts val="300"/>
              </a:spcBef>
              <a:spcAft>
                <a:spcPts val="0"/>
              </a:spcAft>
              <a:buSzPts val="1350"/>
              <a:buNone/>
              <a:defRPr b="1" sz="135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88" name="Google Shape;88;p34"/>
          <p:cNvSpPr txBox="1"/>
          <p:nvPr>
            <p:ph idx="2" type="body"/>
          </p:nvPr>
        </p:nvSpPr>
        <p:spPr>
          <a:xfrm>
            <a:off x="822960" y="1936751"/>
            <a:ext cx="3703320" cy="253365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89" name="Google Shape;89;p34"/>
          <p:cNvSpPr txBox="1"/>
          <p:nvPr>
            <p:ph idx="3" type="body"/>
          </p:nvPr>
        </p:nvSpPr>
        <p:spPr>
          <a:xfrm>
            <a:off x="4663440" y="1384539"/>
            <a:ext cx="3703320" cy="55221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150"/>
              </a:spcBef>
              <a:spcAft>
                <a:spcPts val="0"/>
              </a:spcAft>
              <a:buSzPts val="1500"/>
              <a:buNone/>
              <a:defRPr b="1" sz="1500"/>
            </a:lvl2pPr>
            <a:lvl3pPr indent="-228600" lvl="2" marL="1371600" algn="l">
              <a:lnSpc>
                <a:spcPct val="90000"/>
              </a:lnSpc>
              <a:spcBef>
                <a:spcPts val="300"/>
              </a:spcBef>
              <a:spcAft>
                <a:spcPts val="0"/>
              </a:spcAft>
              <a:buSzPts val="1350"/>
              <a:buNone/>
              <a:defRPr b="1" sz="135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90" name="Google Shape;90;p34"/>
          <p:cNvSpPr txBox="1"/>
          <p:nvPr>
            <p:ph idx="4" type="body"/>
          </p:nvPr>
        </p:nvSpPr>
        <p:spPr>
          <a:xfrm>
            <a:off x="4663440" y="1936751"/>
            <a:ext cx="3703320" cy="253365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91" name="Google Shape;91;p34"/>
          <p:cNvSpPr txBox="1"/>
          <p:nvPr>
            <p:ph idx="10" type="dt"/>
          </p:nvPr>
        </p:nvSpPr>
        <p:spPr>
          <a:xfrm>
            <a:off x="822961" y="4844839"/>
            <a:ext cx="1854203"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4"/>
          <p:cNvSpPr txBox="1"/>
          <p:nvPr>
            <p:ph idx="11" type="ftr"/>
          </p:nvPr>
        </p:nvSpPr>
        <p:spPr>
          <a:xfrm>
            <a:off x="2764639" y="4844839"/>
            <a:ext cx="3617103"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4"/>
          <p:cNvSpPr txBox="1"/>
          <p:nvPr>
            <p:ph idx="12" type="sldNum"/>
          </p:nvPr>
        </p:nvSpPr>
        <p:spPr>
          <a:xfrm>
            <a:off x="7425344" y="4844839"/>
            <a:ext cx="984019"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35"/>
          <p:cNvSpPr txBox="1"/>
          <p:nvPr>
            <p:ph type="title"/>
          </p:nvPr>
        </p:nvSpPr>
        <p:spPr>
          <a:xfrm>
            <a:off x="822960" y="214953"/>
            <a:ext cx="7543800" cy="108806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5"/>
          <p:cNvSpPr txBox="1"/>
          <p:nvPr>
            <p:ph idx="10" type="dt"/>
          </p:nvPr>
        </p:nvSpPr>
        <p:spPr>
          <a:xfrm>
            <a:off x="822961" y="4844839"/>
            <a:ext cx="1854203"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5"/>
          <p:cNvSpPr txBox="1"/>
          <p:nvPr>
            <p:ph idx="11" type="ftr"/>
          </p:nvPr>
        </p:nvSpPr>
        <p:spPr>
          <a:xfrm>
            <a:off x="2764639" y="4844839"/>
            <a:ext cx="3617103"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5"/>
          <p:cNvSpPr txBox="1"/>
          <p:nvPr>
            <p:ph idx="12" type="sldNum"/>
          </p:nvPr>
        </p:nvSpPr>
        <p:spPr>
          <a:xfrm>
            <a:off x="7425344" y="4844839"/>
            <a:ext cx="984019"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99" name="Shape 99"/>
        <p:cNvGrpSpPr/>
        <p:nvPr/>
      </p:nvGrpSpPr>
      <p:grpSpPr>
        <a:xfrm>
          <a:off x="0" y="0"/>
          <a:ext cx="0" cy="0"/>
          <a:chOff x="0" y="0"/>
          <a:chExt cx="0" cy="0"/>
        </a:xfrm>
      </p:grpSpPr>
      <p:sp>
        <p:nvSpPr>
          <p:cNvPr id="100" name="Google Shape;100;p36"/>
          <p:cNvSpPr/>
          <p:nvPr/>
        </p:nvSpPr>
        <p:spPr>
          <a:xfrm>
            <a:off x="13" y="0"/>
            <a:ext cx="3038093"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6"/>
          <p:cNvSpPr/>
          <p:nvPr/>
        </p:nvSpPr>
        <p:spPr>
          <a:xfrm>
            <a:off x="3030053" y="0"/>
            <a:ext cx="48006"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6"/>
          <p:cNvSpPr txBox="1"/>
          <p:nvPr>
            <p:ph type="title"/>
          </p:nvPr>
        </p:nvSpPr>
        <p:spPr>
          <a:xfrm>
            <a:off x="342900" y="445769"/>
            <a:ext cx="2400300" cy="17145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6"/>
          <p:cNvSpPr txBox="1"/>
          <p:nvPr>
            <p:ph idx="1" type="body"/>
          </p:nvPr>
        </p:nvSpPr>
        <p:spPr>
          <a:xfrm>
            <a:off x="3600450" y="548640"/>
            <a:ext cx="4869180" cy="394335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04" name="Google Shape;104;p36"/>
          <p:cNvSpPr txBox="1"/>
          <p:nvPr>
            <p:ph idx="2" type="body"/>
          </p:nvPr>
        </p:nvSpPr>
        <p:spPr>
          <a:xfrm>
            <a:off x="342900" y="2194560"/>
            <a:ext cx="2400300" cy="25343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00"/>
              </a:spcBef>
              <a:spcAft>
                <a:spcPts val="0"/>
              </a:spcAft>
              <a:buSzPts val="1125"/>
              <a:buNone/>
              <a:defRPr sz="1125">
                <a:solidFill>
                  <a:srgbClr val="FFFFFF"/>
                </a:solidFill>
              </a:defRPr>
            </a:lvl1pPr>
            <a:lvl2pPr indent="-228600" lvl="1" marL="914400" algn="l">
              <a:lnSpc>
                <a:spcPct val="90000"/>
              </a:lnSpc>
              <a:spcBef>
                <a:spcPts val="150"/>
              </a:spcBef>
              <a:spcAft>
                <a:spcPts val="0"/>
              </a:spcAft>
              <a:buSzPts val="900"/>
              <a:buNone/>
              <a:defRPr sz="900"/>
            </a:lvl2pPr>
            <a:lvl3pPr indent="-228600" lvl="2" marL="1371600" algn="l">
              <a:lnSpc>
                <a:spcPct val="90000"/>
              </a:lnSpc>
              <a:spcBef>
                <a:spcPts val="300"/>
              </a:spcBef>
              <a:spcAft>
                <a:spcPts val="0"/>
              </a:spcAft>
              <a:buSzPts val="750"/>
              <a:buNone/>
              <a:defRPr sz="750"/>
            </a:lvl3pPr>
            <a:lvl4pPr indent="-228600" lvl="3" marL="1828800" algn="l">
              <a:lnSpc>
                <a:spcPct val="90000"/>
              </a:lnSpc>
              <a:spcBef>
                <a:spcPts val="300"/>
              </a:spcBef>
              <a:spcAft>
                <a:spcPts val="0"/>
              </a:spcAft>
              <a:buSzPts val="675"/>
              <a:buNone/>
              <a:defRPr sz="675"/>
            </a:lvl4pPr>
            <a:lvl5pPr indent="-228600" lvl="4" marL="2286000" algn="l">
              <a:lnSpc>
                <a:spcPct val="90000"/>
              </a:lnSpc>
              <a:spcBef>
                <a:spcPts val="300"/>
              </a:spcBef>
              <a:spcAft>
                <a:spcPts val="0"/>
              </a:spcAft>
              <a:buSzPts val="675"/>
              <a:buNone/>
              <a:defRPr sz="675"/>
            </a:lvl5pPr>
            <a:lvl6pPr indent="-228600" lvl="5" marL="2743200" algn="l">
              <a:lnSpc>
                <a:spcPct val="90000"/>
              </a:lnSpc>
              <a:spcBef>
                <a:spcPts val="300"/>
              </a:spcBef>
              <a:spcAft>
                <a:spcPts val="0"/>
              </a:spcAft>
              <a:buSzPts val="675"/>
              <a:buNone/>
              <a:defRPr sz="675"/>
            </a:lvl6pPr>
            <a:lvl7pPr indent="-228600" lvl="6" marL="3200400" algn="l">
              <a:lnSpc>
                <a:spcPct val="90000"/>
              </a:lnSpc>
              <a:spcBef>
                <a:spcPts val="300"/>
              </a:spcBef>
              <a:spcAft>
                <a:spcPts val="0"/>
              </a:spcAft>
              <a:buSzPts val="675"/>
              <a:buNone/>
              <a:defRPr sz="675"/>
            </a:lvl7pPr>
            <a:lvl8pPr indent="-228600" lvl="7" marL="3657600" algn="l">
              <a:lnSpc>
                <a:spcPct val="90000"/>
              </a:lnSpc>
              <a:spcBef>
                <a:spcPts val="300"/>
              </a:spcBef>
              <a:spcAft>
                <a:spcPts val="0"/>
              </a:spcAft>
              <a:buSzPts val="675"/>
              <a:buNone/>
              <a:defRPr sz="675"/>
            </a:lvl8pPr>
            <a:lvl9pPr indent="-228600" lvl="8" marL="4114800" algn="l">
              <a:lnSpc>
                <a:spcPct val="90000"/>
              </a:lnSpc>
              <a:spcBef>
                <a:spcPts val="300"/>
              </a:spcBef>
              <a:spcAft>
                <a:spcPts val="300"/>
              </a:spcAft>
              <a:buSzPts val="675"/>
              <a:buNone/>
              <a:defRPr sz="675"/>
            </a:lvl9pPr>
          </a:lstStyle>
          <a:p/>
        </p:txBody>
      </p:sp>
      <p:sp>
        <p:nvSpPr>
          <p:cNvPr id="105" name="Google Shape;105;p36"/>
          <p:cNvSpPr txBox="1"/>
          <p:nvPr>
            <p:ph idx="10" type="dt"/>
          </p:nvPr>
        </p:nvSpPr>
        <p:spPr>
          <a:xfrm>
            <a:off x="349134" y="4844839"/>
            <a:ext cx="1963883"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6"/>
          <p:cNvSpPr txBox="1"/>
          <p:nvPr>
            <p:ph idx="11" type="ftr"/>
          </p:nvPr>
        </p:nvSpPr>
        <p:spPr>
          <a:xfrm>
            <a:off x="3600450" y="4844839"/>
            <a:ext cx="348615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36"/>
          <p:cNvSpPr txBox="1"/>
          <p:nvPr>
            <p:ph idx="12" type="sldNum"/>
          </p:nvPr>
        </p:nvSpPr>
        <p:spPr>
          <a:xfrm>
            <a:off x="7425344" y="4844839"/>
            <a:ext cx="984019"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88"/>
              <a:buFont typeface="Arial"/>
              <a:buNone/>
              <a:defRPr b="0" i="0" sz="788"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8" name="Shape 108"/>
        <p:cNvGrpSpPr/>
        <p:nvPr/>
      </p:nvGrpSpPr>
      <p:grpSpPr>
        <a:xfrm>
          <a:off x="0" y="0"/>
          <a:ext cx="0" cy="0"/>
          <a:chOff x="0" y="0"/>
          <a:chExt cx="0" cy="0"/>
        </a:xfrm>
      </p:grpSpPr>
      <p:sp>
        <p:nvSpPr>
          <p:cNvPr id="109" name="Google Shape;109;p37"/>
          <p:cNvSpPr/>
          <p:nvPr/>
        </p:nvSpPr>
        <p:spPr>
          <a:xfrm>
            <a:off x="0" y="3714750"/>
            <a:ext cx="9141619" cy="142875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7"/>
          <p:cNvSpPr/>
          <p:nvPr/>
        </p:nvSpPr>
        <p:spPr>
          <a:xfrm>
            <a:off x="12" y="3686307"/>
            <a:ext cx="9141619" cy="48006"/>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7"/>
          <p:cNvSpPr txBox="1"/>
          <p:nvPr>
            <p:ph type="title"/>
          </p:nvPr>
        </p:nvSpPr>
        <p:spPr>
          <a:xfrm>
            <a:off x="822960" y="3806190"/>
            <a:ext cx="7584948" cy="61722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37"/>
          <p:cNvSpPr/>
          <p:nvPr>
            <p:ph idx="2" type="pic"/>
          </p:nvPr>
        </p:nvSpPr>
        <p:spPr>
          <a:xfrm>
            <a:off x="12" y="0"/>
            <a:ext cx="9143989" cy="3686307"/>
          </a:xfrm>
          <a:prstGeom prst="rect">
            <a:avLst/>
          </a:prstGeom>
          <a:noFill/>
          <a:ln>
            <a:noFill/>
          </a:ln>
        </p:spPr>
      </p:sp>
      <p:sp>
        <p:nvSpPr>
          <p:cNvPr id="113" name="Google Shape;113;p37"/>
          <p:cNvSpPr txBox="1"/>
          <p:nvPr>
            <p:ph idx="1" type="body"/>
          </p:nvPr>
        </p:nvSpPr>
        <p:spPr>
          <a:xfrm>
            <a:off x="822960" y="4430267"/>
            <a:ext cx="7584948" cy="44577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125"/>
              <a:buNone/>
              <a:defRPr sz="1125">
                <a:solidFill>
                  <a:srgbClr val="FFFFFF"/>
                </a:solidFill>
              </a:defRPr>
            </a:lvl1pPr>
            <a:lvl2pPr indent="-228600" lvl="1" marL="914400" algn="l">
              <a:lnSpc>
                <a:spcPct val="90000"/>
              </a:lnSpc>
              <a:spcBef>
                <a:spcPts val="450"/>
              </a:spcBef>
              <a:spcAft>
                <a:spcPts val="0"/>
              </a:spcAft>
              <a:buSzPts val="900"/>
              <a:buNone/>
              <a:defRPr sz="900"/>
            </a:lvl2pPr>
            <a:lvl3pPr indent="-228600" lvl="2" marL="1371600" algn="l">
              <a:lnSpc>
                <a:spcPct val="90000"/>
              </a:lnSpc>
              <a:spcBef>
                <a:spcPts val="300"/>
              </a:spcBef>
              <a:spcAft>
                <a:spcPts val="0"/>
              </a:spcAft>
              <a:buSzPts val="750"/>
              <a:buNone/>
              <a:defRPr sz="750"/>
            </a:lvl3pPr>
            <a:lvl4pPr indent="-228600" lvl="3" marL="1828800" algn="l">
              <a:lnSpc>
                <a:spcPct val="90000"/>
              </a:lnSpc>
              <a:spcBef>
                <a:spcPts val="300"/>
              </a:spcBef>
              <a:spcAft>
                <a:spcPts val="0"/>
              </a:spcAft>
              <a:buSzPts val="675"/>
              <a:buNone/>
              <a:defRPr sz="675"/>
            </a:lvl4pPr>
            <a:lvl5pPr indent="-228600" lvl="4" marL="2286000" algn="l">
              <a:lnSpc>
                <a:spcPct val="90000"/>
              </a:lnSpc>
              <a:spcBef>
                <a:spcPts val="300"/>
              </a:spcBef>
              <a:spcAft>
                <a:spcPts val="0"/>
              </a:spcAft>
              <a:buSzPts val="675"/>
              <a:buNone/>
              <a:defRPr sz="675"/>
            </a:lvl5pPr>
            <a:lvl6pPr indent="-228600" lvl="5" marL="2743200" algn="l">
              <a:lnSpc>
                <a:spcPct val="90000"/>
              </a:lnSpc>
              <a:spcBef>
                <a:spcPts val="300"/>
              </a:spcBef>
              <a:spcAft>
                <a:spcPts val="0"/>
              </a:spcAft>
              <a:buSzPts val="675"/>
              <a:buNone/>
              <a:defRPr sz="675"/>
            </a:lvl6pPr>
            <a:lvl7pPr indent="-228600" lvl="6" marL="3200400" algn="l">
              <a:lnSpc>
                <a:spcPct val="90000"/>
              </a:lnSpc>
              <a:spcBef>
                <a:spcPts val="300"/>
              </a:spcBef>
              <a:spcAft>
                <a:spcPts val="0"/>
              </a:spcAft>
              <a:buSzPts val="675"/>
              <a:buNone/>
              <a:defRPr sz="675"/>
            </a:lvl7pPr>
            <a:lvl8pPr indent="-228600" lvl="7" marL="3657600" algn="l">
              <a:lnSpc>
                <a:spcPct val="90000"/>
              </a:lnSpc>
              <a:spcBef>
                <a:spcPts val="300"/>
              </a:spcBef>
              <a:spcAft>
                <a:spcPts val="0"/>
              </a:spcAft>
              <a:buSzPts val="675"/>
              <a:buNone/>
              <a:defRPr sz="675"/>
            </a:lvl8pPr>
            <a:lvl9pPr indent="-228600" lvl="8" marL="4114800" algn="l">
              <a:lnSpc>
                <a:spcPct val="90000"/>
              </a:lnSpc>
              <a:spcBef>
                <a:spcPts val="300"/>
              </a:spcBef>
              <a:spcAft>
                <a:spcPts val="300"/>
              </a:spcAft>
              <a:buSzPts val="675"/>
              <a:buNone/>
              <a:defRPr sz="675"/>
            </a:lvl9pPr>
          </a:lstStyle>
          <a:p/>
        </p:txBody>
      </p:sp>
      <p:sp>
        <p:nvSpPr>
          <p:cNvPr id="114" name="Google Shape;114;p37"/>
          <p:cNvSpPr txBox="1"/>
          <p:nvPr>
            <p:ph idx="10" type="dt"/>
          </p:nvPr>
        </p:nvSpPr>
        <p:spPr>
          <a:xfrm>
            <a:off x="822961" y="4844839"/>
            <a:ext cx="1854203"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7"/>
          <p:cNvSpPr txBox="1"/>
          <p:nvPr>
            <p:ph idx="11" type="ftr"/>
          </p:nvPr>
        </p:nvSpPr>
        <p:spPr>
          <a:xfrm>
            <a:off x="2764639" y="4844839"/>
            <a:ext cx="3617103"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37"/>
          <p:cNvSpPr txBox="1"/>
          <p:nvPr>
            <p:ph idx="12" type="sldNum"/>
          </p:nvPr>
        </p:nvSpPr>
        <p:spPr>
          <a:xfrm>
            <a:off x="7425344" y="4844839"/>
            <a:ext cx="984019"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7" name="Shape 117"/>
        <p:cNvGrpSpPr/>
        <p:nvPr/>
      </p:nvGrpSpPr>
      <p:grpSpPr>
        <a:xfrm>
          <a:off x="0" y="0"/>
          <a:ext cx="0" cy="0"/>
          <a:chOff x="0" y="0"/>
          <a:chExt cx="0" cy="0"/>
        </a:xfrm>
      </p:grpSpPr>
      <p:sp>
        <p:nvSpPr>
          <p:cNvPr id="118" name="Google Shape;118;p38"/>
          <p:cNvSpPr txBox="1"/>
          <p:nvPr>
            <p:ph type="title"/>
          </p:nvPr>
        </p:nvSpPr>
        <p:spPr>
          <a:xfrm>
            <a:off x="822960" y="214953"/>
            <a:ext cx="7543800" cy="108806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8"/>
          <p:cNvSpPr txBox="1"/>
          <p:nvPr>
            <p:ph idx="1" type="body"/>
          </p:nvPr>
        </p:nvSpPr>
        <p:spPr>
          <a:xfrm rot="5400000">
            <a:off x="3086100" y="-878839"/>
            <a:ext cx="3017520" cy="75438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20" name="Google Shape;120;p38"/>
          <p:cNvSpPr txBox="1"/>
          <p:nvPr>
            <p:ph idx="10" type="dt"/>
          </p:nvPr>
        </p:nvSpPr>
        <p:spPr>
          <a:xfrm>
            <a:off x="822961" y="4844839"/>
            <a:ext cx="1854203"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8"/>
          <p:cNvSpPr txBox="1"/>
          <p:nvPr>
            <p:ph idx="11" type="ftr"/>
          </p:nvPr>
        </p:nvSpPr>
        <p:spPr>
          <a:xfrm>
            <a:off x="2764639" y="4844839"/>
            <a:ext cx="3617103"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38"/>
          <p:cNvSpPr txBox="1"/>
          <p:nvPr>
            <p:ph idx="12" type="sldNum"/>
          </p:nvPr>
        </p:nvSpPr>
        <p:spPr>
          <a:xfrm>
            <a:off x="7425344" y="4844839"/>
            <a:ext cx="984019"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23" name="Shape 123"/>
        <p:cNvGrpSpPr/>
        <p:nvPr/>
      </p:nvGrpSpPr>
      <p:grpSpPr>
        <a:xfrm>
          <a:off x="0" y="0"/>
          <a:ext cx="0" cy="0"/>
          <a:chOff x="0" y="0"/>
          <a:chExt cx="0" cy="0"/>
        </a:xfrm>
      </p:grpSpPr>
      <p:sp>
        <p:nvSpPr>
          <p:cNvPr id="124" name="Google Shape;124;p39"/>
          <p:cNvSpPr/>
          <p:nvPr/>
        </p:nvSpPr>
        <p:spPr>
          <a:xfrm>
            <a:off x="2382" y="4800600"/>
            <a:ext cx="9141619"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9"/>
          <p:cNvSpPr/>
          <p:nvPr/>
        </p:nvSpPr>
        <p:spPr>
          <a:xfrm>
            <a:off x="12" y="4750737"/>
            <a:ext cx="9141619" cy="48006"/>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9"/>
          <p:cNvSpPr txBox="1"/>
          <p:nvPr>
            <p:ph type="title"/>
          </p:nvPr>
        </p:nvSpPr>
        <p:spPr>
          <a:xfrm rot="5400000">
            <a:off x="5370480" y="1484280"/>
            <a:ext cx="4318066" cy="1971675"/>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39"/>
          <p:cNvSpPr txBox="1"/>
          <p:nvPr>
            <p:ph idx="1" type="body"/>
          </p:nvPr>
        </p:nvSpPr>
        <p:spPr>
          <a:xfrm rot="5400000">
            <a:off x="1369979" y="-430246"/>
            <a:ext cx="4318067"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900"/>
              </a:spcBef>
              <a:spcAft>
                <a:spcPts val="0"/>
              </a:spcAft>
              <a:buSzPts val="1800"/>
              <a:buChar char=" "/>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28" name="Google Shape;128;p39"/>
          <p:cNvSpPr txBox="1"/>
          <p:nvPr>
            <p:ph idx="10" type="dt"/>
          </p:nvPr>
        </p:nvSpPr>
        <p:spPr>
          <a:xfrm>
            <a:off x="822961" y="4844839"/>
            <a:ext cx="1854203"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9"/>
          <p:cNvSpPr txBox="1"/>
          <p:nvPr>
            <p:ph idx="11" type="ftr"/>
          </p:nvPr>
        </p:nvSpPr>
        <p:spPr>
          <a:xfrm>
            <a:off x="2764639" y="4844839"/>
            <a:ext cx="3617103"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39"/>
          <p:cNvSpPr txBox="1"/>
          <p:nvPr>
            <p:ph idx="12" type="sldNum"/>
          </p:nvPr>
        </p:nvSpPr>
        <p:spPr>
          <a:xfrm>
            <a:off x="7425344" y="4844839"/>
            <a:ext cx="984019"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88"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2.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9"/>
          <p:cNvSpPr/>
          <p:nvPr/>
        </p:nvSpPr>
        <p:spPr>
          <a:xfrm>
            <a:off x="1" y="4800600"/>
            <a:ext cx="9144000" cy="342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9"/>
          <p:cNvSpPr/>
          <p:nvPr/>
        </p:nvSpPr>
        <p:spPr>
          <a:xfrm>
            <a:off x="0" y="4750737"/>
            <a:ext cx="9144001" cy="49499"/>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9"/>
          <p:cNvSpPr txBox="1"/>
          <p:nvPr>
            <p:ph type="title"/>
          </p:nvPr>
        </p:nvSpPr>
        <p:spPr>
          <a:xfrm>
            <a:off x="822960" y="214953"/>
            <a:ext cx="7543800" cy="1088068"/>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3600"/>
              <a:buFont typeface="Calibri"/>
              <a:buNone/>
              <a:defRPr b="0" i="0" sz="36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4" name="Google Shape;54;p19"/>
          <p:cNvSpPr txBox="1"/>
          <p:nvPr>
            <p:ph idx="1" type="body"/>
          </p:nvPr>
        </p:nvSpPr>
        <p:spPr>
          <a:xfrm>
            <a:off x="822960" y="1384301"/>
            <a:ext cx="7543800" cy="3017520"/>
          </a:xfrm>
          <a:prstGeom prst="rect">
            <a:avLst/>
          </a:prstGeom>
          <a:noFill/>
          <a:ln>
            <a:noFill/>
          </a:ln>
        </p:spPr>
        <p:txBody>
          <a:bodyPr anchorCtr="0" anchor="t" bIns="45700" lIns="0" spcFirstLastPara="1" rIns="0" wrap="square" tIns="45700">
            <a:normAutofit/>
          </a:bodyPr>
          <a:lstStyle>
            <a:lvl1pPr indent="-323850" lvl="0" marL="457200" marR="0" rtl="0" algn="l">
              <a:lnSpc>
                <a:spcPct val="90000"/>
              </a:lnSpc>
              <a:spcBef>
                <a:spcPts val="900"/>
              </a:spcBef>
              <a:spcAft>
                <a:spcPts val="0"/>
              </a:spcAft>
              <a:buClr>
                <a:schemeClr val="accent1"/>
              </a:buClr>
              <a:buSzPts val="1500"/>
              <a:buFont typeface="Calibri"/>
              <a:buChar char=" "/>
              <a:defRPr b="0" i="0" sz="1500" u="none" cap="none" strike="noStrike">
                <a:solidFill>
                  <a:srgbClr val="3F3F3F"/>
                </a:solidFill>
                <a:latin typeface="Calibri"/>
                <a:ea typeface="Calibri"/>
                <a:cs typeface="Calibri"/>
                <a:sym typeface="Calibri"/>
              </a:defRPr>
            </a:lvl1pPr>
            <a:lvl2pPr indent="-314325" lvl="1" marL="914400" marR="0" rtl="0" algn="l">
              <a:lnSpc>
                <a:spcPct val="90000"/>
              </a:lnSpc>
              <a:spcBef>
                <a:spcPts val="150"/>
              </a:spcBef>
              <a:spcAft>
                <a:spcPts val="0"/>
              </a:spcAft>
              <a:buClr>
                <a:schemeClr val="accent1"/>
              </a:buClr>
              <a:buSzPts val="1350"/>
              <a:buFont typeface="Calibri"/>
              <a:buChar char="◦"/>
              <a:defRPr b="0" i="0" sz="1350" u="none" cap="none" strike="noStrike">
                <a:solidFill>
                  <a:srgbClr val="3F3F3F"/>
                </a:solidFill>
                <a:latin typeface="Calibri"/>
                <a:ea typeface="Calibri"/>
                <a:cs typeface="Calibri"/>
                <a:sym typeface="Calibri"/>
              </a:defRPr>
            </a:lvl2pPr>
            <a:lvl3pPr indent="-295275" lvl="2" marL="13716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3pPr>
            <a:lvl4pPr indent="-295275" lvl="3" marL="18288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4pPr>
            <a:lvl5pPr indent="-295275" lvl="4" marL="22860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5pPr>
            <a:lvl6pPr indent="-295275" lvl="5" marL="27432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6pPr>
            <a:lvl7pPr indent="-295275" lvl="6" marL="32004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7pPr>
            <a:lvl8pPr indent="-295275" lvl="7" marL="3657600" marR="0" rtl="0" algn="l">
              <a:lnSpc>
                <a:spcPct val="90000"/>
              </a:lnSpc>
              <a:spcBef>
                <a:spcPts val="300"/>
              </a:spcBef>
              <a:spcAft>
                <a:spcPts val="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8pPr>
            <a:lvl9pPr indent="-295275" lvl="8" marL="4114800" marR="0" rtl="0" algn="l">
              <a:lnSpc>
                <a:spcPct val="90000"/>
              </a:lnSpc>
              <a:spcBef>
                <a:spcPts val="300"/>
              </a:spcBef>
              <a:spcAft>
                <a:spcPts val="300"/>
              </a:spcAft>
              <a:buClr>
                <a:schemeClr val="accent1"/>
              </a:buClr>
              <a:buSzPts val="1050"/>
              <a:buFont typeface="Calibri"/>
              <a:buChar char="◦"/>
              <a:defRPr b="0" i="0" sz="1050" u="none" cap="none" strike="noStrike">
                <a:solidFill>
                  <a:srgbClr val="3F3F3F"/>
                </a:solidFill>
                <a:latin typeface="Calibri"/>
                <a:ea typeface="Calibri"/>
                <a:cs typeface="Calibri"/>
                <a:sym typeface="Calibri"/>
              </a:defRPr>
            </a:lvl9pPr>
          </a:lstStyle>
          <a:p/>
        </p:txBody>
      </p:sp>
      <p:sp>
        <p:nvSpPr>
          <p:cNvPr id="55" name="Google Shape;55;p19"/>
          <p:cNvSpPr txBox="1"/>
          <p:nvPr>
            <p:ph idx="10" type="dt"/>
          </p:nvPr>
        </p:nvSpPr>
        <p:spPr>
          <a:xfrm>
            <a:off x="822961" y="4844839"/>
            <a:ext cx="1854203"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675" u="none" cap="none" strike="noStrike">
                <a:solidFill>
                  <a:srgbClr val="FFFFF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19"/>
          <p:cNvSpPr txBox="1"/>
          <p:nvPr>
            <p:ph idx="11" type="ftr"/>
          </p:nvPr>
        </p:nvSpPr>
        <p:spPr>
          <a:xfrm>
            <a:off x="2764639" y="4844839"/>
            <a:ext cx="3617103"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675" u="none" cap="none" strike="noStrike">
                <a:solidFill>
                  <a:srgbClr val="FFFFF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7" name="Google Shape;57;p19"/>
          <p:cNvSpPr txBox="1"/>
          <p:nvPr>
            <p:ph idx="12" type="sldNum"/>
          </p:nvPr>
        </p:nvSpPr>
        <p:spPr>
          <a:xfrm>
            <a:off x="7425344" y="4844839"/>
            <a:ext cx="984019"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88"/>
              <a:buFont typeface="Arial"/>
              <a:buNone/>
              <a:defRPr b="0" i="0" sz="788"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58" name="Google Shape;58;p19"/>
          <p:cNvCxnSpPr/>
          <p:nvPr/>
        </p:nvCxnSpPr>
        <p:spPr>
          <a:xfrm>
            <a:off x="895149" y="1303384"/>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
          <p:cNvSpPr txBox="1"/>
          <p:nvPr>
            <p:ph idx="1" type="subTitle"/>
          </p:nvPr>
        </p:nvSpPr>
        <p:spPr>
          <a:xfrm>
            <a:off x="146234" y="1219951"/>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US"/>
              <a:t>Reinforcement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Clr>
                <a:srgbClr val="3F3F3F"/>
              </a:buClr>
              <a:buSzPct val="86419"/>
              <a:buFont typeface="Calibri"/>
              <a:buNone/>
            </a:pPr>
            <a:r>
              <a:rPr lang="en-US"/>
              <a:t>Outline</a:t>
            </a:r>
            <a:endParaRPr/>
          </a:p>
        </p:txBody>
      </p:sp>
      <p:sp>
        <p:nvSpPr>
          <p:cNvPr id="141" name="Google Shape;141;p2"/>
          <p:cNvSpPr txBox="1"/>
          <p:nvPr>
            <p:ph idx="1" type="body"/>
          </p:nvPr>
        </p:nvSpPr>
        <p:spPr>
          <a:xfrm>
            <a:off x="311700" y="1357959"/>
            <a:ext cx="8520600" cy="3416400"/>
          </a:xfrm>
          <a:prstGeom prst="rect">
            <a:avLst/>
          </a:prstGeom>
          <a:noFill/>
          <a:ln>
            <a:noFill/>
          </a:ln>
        </p:spPr>
        <p:txBody>
          <a:bodyPr anchorCtr="0" anchor="t" bIns="91425" lIns="91425" spcFirstLastPara="1" rIns="91425" wrap="square" tIns="91425">
            <a:normAutofit/>
          </a:bodyPr>
          <a:lstStyle/>
          <a:p>
            <a:pPr indent="-285750" lvl="0" marL="285750" rtl="0" algn="l">
              <a:lnSpc>
                <a:spcPct val="90000"/>
              </a:lnSpc>
              <a:spcBef>
                <a:spcPts val="0"/>
              </a:spcBef>
              <a:spcAft>
                <a:spcPts val="0"/>
              </a:spcAft>
              <a:buSzPts val="1800"/>
              <a:buChar char="●"/>
            </a:pPr>
            <a:r>
              <a:rPr lang="en-US" sz="1800"/>
              <a:t>Introduction</a:t>
            </a:r>
            <a:endParaRPr sz="1800"/>
          </a:p>
          <a:p>
            <a:pPr indent="-285750" lvl="0" marL="285750" rtl="0" algn="l">
              <a:lnSpc>
                <a:spcPct val="90000"/>
              </a:lnSpc>
              <a:spcBef>
                <a:spcPts val="1200"/>
              </a:spcBef>
              <a:spcAft>
                <a:spcPts val="0"/>
              </a:spcAft>
              <a:buSzPts val="1800"/>
              <a:buChar char="●"/>
            </a:pPr>
            <a:r>
              <a:rPr lang="en-US" sz="1800"/>
              <a:t>How does Reinforcement Learning Work?</a:t>
            </a:r>
            <a:endParaRPr/>
          </a:p>
          <a:p>
            <a:pPr indent="-285750" lvl="0" marL="285750" rtl="0" algn="l">
              <a:lnSpc>
                <a:spcPct val="90000"/>
              </a:lnSpc>
              <a:spcBef>
                <a:spcPts val="1200"/>
              </a:spcBef>
              <a:spcAft>
                <a:spcPts val="0"/>
              </a:spcAft>
              <a:buSzPts val="1800"/>
              <a:buChar char="●"/>
            </a:pPr>
            <a:r>
              <a:rPr lang="en-US" sz="1800"/>
              <a:t>Process of RL</a:t>
            </a:r>
            <a:endParaRPr/>
          </a:p>
          <a:p>
            <a:pPr indent="-285750" lvl="0" marL="285750" rtl="0" algn="l">
              <a:lnSpc>
                <a:spcPct val="90000"/>
              </a:lnSpc>
              <a:spcBef>
                <a:spcPts val="1200"/>
              </a:spcBef>
              <a:spcAft>
                <a:spcPts val="0"/>
              </a:spcAft>
              <a:buSzPts val="1800"/>
              <a:buChar char="●"/>
            </a:pPr>
            <a:r>
              <a:rPr lang="en-US" sz="1800"/>
              <a:t>Exploration-exploitation trade-off</a:t>
            </a:r>
            <a:endParaRPr/>
          </a:p>
          <a:p>
            <a:pPr indent="-285750" lvl="0" marL="285750" rtl="0" algn="l">
              <a:lnSpc>
                <a:spcPct val="90000"/>
              </a:lnSpc>
              <a:spcBef>
                <a:spcPts val="1200"/>
              </a:spcBef>
              <a:spcAft>
                <a:spcPts val="0"/>
              </a:spcAft>
              <a:buSzPts val="1800"/>
              <a:buChar char="●"/>
            </a:pPr>
            <a:r>
              <a:rPr lang="en-US" sz="1800"/>
              <a:t>Core Components of RL</a:t>
            </a:r>
            <a:endParaRPr/>
          </a:p>
          <a:p>
            <a:pPr indent="-285750" lvl="0" marL="285750" rtl="0" algn="l">
              <a:lnSpc>
                <a:spcPct val="90000"/>
              </a:lnSpc>
              <a:spcBef>
                <a:spcPts val="1200"/>
              </a:spcBef>
              <a:spcAft>
                <a:spcPts val="0"/>
              </a:spcAft>
              <a:buSzPts val="1800"/>
              <a:buChar char="●"/>
            </a:pPr>
            <a:r>
              <a:rPr lang="en-US" sz="1800"/>
              <a:t>Online vs offline learning</a:t>
            </a:r>
            <a:endParaRPr/>
          </a:p>
          <a:p>
            <a:pPr indent="-285750" lvl="0" marL="285750" rtl="0" algn="l">
              <a:lnSpc>
                <a:spcPct val="90000"/>
              </a:lnSpc>
              <a:spcBef>
                <a:spcPts val="1200"/>
              </a:spcBef>
              <a:spcAft>
                <a:spcPts val="0"/>
              </a:spcAft>
              <a:buSzPts val="1800"/>
              <a:buChar char="●"/>
            </a:pPr>
            <a:r>
              <a:rPr lang="en-US" sz="1800"/>
              <a:t>Applications of Reinforcement Learning</a:t>
            </a:r>
            <a:endParaRPr/>
          </a:p>
          <a:p>
            <a:pPr indent="-285750" lvl="0" marL="285750" rtl="0" algn="l">
              <a:lnSpc>
                <a:spcPct val="90000"/>
              </a:lnSpc>
              <a:spcBef>
                <a:spcPts val="1200"/>
              </a:spcBef>
              <a:spcAft>
                <a:spcPts val="0"/>
              </a:spcAft>
              <a:buSzPts val="1800"/>
              <a:buChar char="●"/>
            </a:pPr>
            <a:r>
              <a:rPr lang="en-US" sz="1800"/>
              <a:t>Example</a:t>
            </a:r>
            <a:endParaRPr/>
          </a:p>
          <a:p>
            <a:pPr indent="0" lvl="0" marL="0" rtl="0" algn="l">
              <a:lnSpc>
                <a:spcPct val="90000"/>
              </a:lnSpc>
              <a:spcBef>
                <a:spcPts val="1200"/>
              </a:spcBef>
              <a:spcAft>
                <a:spcPts val="0"/>
              </a:spcAft>
              <a:buSzPts val="1800"/>
              <a:buNone/>
            </a:pPr>
            <a:r>
              <a:t/>
            </a:r>
            <a:endParaRPr/>
          </a:p>
          <a:p>
            <a:pPr indent="0" lvl="0" marL="0" rtl="0" algn="l">
              <a:lnSpc>
                <a:spcPct val="90000"/>
              </a:lnSpc>
              <a:spcBef>
                <a:spcPts val="1200"/>
              </a:spcBef>
              <a:spcAft>
                <a:spcPts val="0"/>
              </a:spcAft>
              <a:buSzPts val="1800"/>
              <a:buNone/>
            </a:pPr>
            <a:r>
              <a:t/>
            </a:r>
            <a:endParaRPr/>
          </a:p>
          <a:p>
            <a:pPr indent="0" lvl="0" marL="0" rtl="0" algn="l">
              <a:lnSpc>
                <a:spcPct val="90000"/>
              </a:lnSpc>
              <a:spcBef>
                <a:spcPts val="1200"/>
              </a:spcBef>
              <a:spcAft>
                <a:spcPts val="0"/>
              </a:spcAft>
              <a:buSzPts val="1800"/>
              <a:buNone/>
            </a:pPr>
            <a:r>
              <a:t/>
            </a:r>
            <a:endParaRPr/>
          </a:p>
          <a:p>
            <a:pPr indent="0" lvl="0" marL="0" rtl="0" algn="l">
              <a:lnSpc>
                <a:spcPct val="90000"/>
              </a:lnSpc>
              <a:spcBef>
                <a:spcPts val="1200"/>
              </a:spcBef>
              <a:spcAft>
                <a:spcPts val="0"/>
              </a:spcAft>
              <a:buSzPts val="1800"/>
              <a:buNone/>
            </a:pPr>
            <a:r>
              <a:t/>
            </a:r>
            <a:endParaRPr/>
          </a:p>
          <a:p>
            <a:pPr indent="0" lvl="0" marL="0" rtl="0" algn="l">
              <a:lnSpc>
                <a:spcPct val="90000"/>
              </a:lnSpc>
              <a:spcBef>
                <a:spcPts val="1200"/>
              </a:spcBef>
              <a:spcAft>
                <a:spcPts val="0"/>
              </a:spcAft>
              <a:buSzPts val="1800"/>
              <a:buNone/>
            </a:pPr>
            <a:r>
              <a:t/>
            </a:r>
            <a:endParaRPr/>
          </a:p>
          <a:p>
            <a:pPr indent="0" lvl="0" marL="0" rtl="0" algn="l">
              <a:lnSpc>
                <a:spcPct val="90000"/>
              </a:lnSpc>
              <a:spcBef>
                <a:spcPts val="1200"/>
              </a:spcBef>
              <a:spcAft>
                <a:spcPts val="1200"/>
              </a:spcAft>
              <a:buSzPts val="18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Reinforcement Learning - Introduction</a:t>
            </a:r>
            <a:endParaRPr/>
          </a:p>
        </p:txBody>
      </p:sp>
      <p:sp>
        <p:nvSpPr>
          <p:cNvPr id="147" name="Google Shape;147;p3"/>
          <p:cNvSpPr txBox="1"/>
          <p:nvPr>
            <p:ph idx="1" type="body"/>
          </p:nvPr>
        </p:nvSpPr>
        <p:spPr>
          <a:xfrm>
            <a:off x="311700" y="1357192"/>
            <a:ext cx="8520600" cy="3416400"/>
          </a:xfrm>
          <a:prstGeom prst="rect">
            <a:avLst/>
          </a:prstGeom>
          <a:noFill/>
          <a:ln>
            <a:noFill/>
          </a:ln>
        </p:spPr>
        <p:txBody>
          <a:bodyPr anchorCtr="0" anchor="t" bIns="91425" lIns="91425" spcFirstLastPara="1" rIns="91425" wrap="square" tIns="91425">
            <a:noAutofit/>
          </a:bodyPr>
          <a:lstStyle/>
          <a:p>
            <a:pPr indent="-285750" lvl="0" marL="285750" rtl="0" algn="just">
              <a:lnSpc>
                <a:spcPct val="90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Reinforcement Learning (RL) is the science of decision making.</a:t>
            </a:r>
            <a:endParaRPr/>
          </a:p>
          <a:p>
            <a:pPr indent="0" lvl="0" marL="0" rtl="0" algn="just">
              <a:lnSpc>
                <a:spcPct val="90000"/>
              </a:lnSpc>
              <a:spcBef>
                <a:spcPts val="0"/>
              </a:spcBef>
              <a:spcAft>
                <a:spcPts val="0"/>
              </a:spcAft>
              <a:buClr>
                <a:schemeClr val="dk1"/>
              </a:buClr>
              <a:buSzPts val="1100"/>
              <a:buNone/>
            </a:pPr>
            <a:r>
              <a:t/>
            </a:r>
            <a:endParaRPr sz="2000">
              <a:latin typeface="Times New Roman"/>
              <a:ea typeface="Times New Roman"/>
              <a:cs typeface="Times New Roman"/>
              <a:sym typeface="Times New Roman"/>
            </a:endParaRPr>
          </a:p>
          <a:p>
            <a:pPr indent="-285750" lvl="0" marL="285750" rtl="0" algn="just">
              <a:lnSpc>
                <a:spcPct val="90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It is about learning the optimal behavior in an environment to obtain maximum reward.</a:t>
            </a:r>
            <a:endParaRPr/>
          </a:p>
          <a:p>
            <a:pPr indent="0" lvl="0" marL="0" rtl="0" algn="just">
              <a:lnSpc>
                <a:spcPct val="90000"/>
              </a:lnSpc>
              <a:spcBef>
                <a:spcPts val="0"/>
              </a:spcBef>
              <a:spcAft>
                <a:spcPts val="0"/>
              </a:spcAft>
              <a:buClr>
                <a:schemeClr val="dk1"/>
              </a:buClr>
              <a:buSzPts val="1100"/>
              <a:buNone/>
            </a:pPr>
            <a:r>
              <a:t/>
            </a:r>
            <a:endParaRPr sz="2000">
              <a:latin typeface="Times New Roman"/>
              <a:ea typeface="Times New Roman"/>
              <a:cs typeface="Times New Roman"/>
              <a:sym typeface="Times New Roman"/>
            </a:endParaRPr>
          </a:p>
          <a:p>
            <a:pPr indent="-285750" lvl="0" marL="285750" rtl="0" algn="just">
              <a:lnSpc>
                <a:spcPct val="90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This optimal behavior is learned through interactions with the environment and observations of how it responds, similar to children exploring the world around them and learning the actions that help them achieve a goal.</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Reinforcement Learning - Introduction</a:t>
            </a:r>
            <a:endParaRPr/>
          </a:p>
        </p:txBody>
      </p:sp>
      <p:sp>
        <p:nvSpPr>
          <p:cNvPr id="153" name="Google Shape;153;p4"/>
          <p:cNvSpPr txBox="1"/>
          <p:nvPr>
            <p:ph idx="1" type="body"/>
          </p:nvPr>
        </p:nvSpPr>
        <p:spPr>
          <a:xfrm>
            <a:off x="311700" y="1357192"/>
            <a:ext cx="8520600" cy="3416400"/>
          </a:xfrm>
          <a:prstGeom prst="rect">
            <a:avLst/>
          </a:prstGeom>
          <a:noFill/>
          <a:ln>
            <a:noFill/>
          </a:ln>
        </p:spPr>
        <p:txBody>
          <a:bodyPr anchorCtr="0" anchor="t" bIns="91425" lIns="91425" spcFirstLastPara="1" rIns="91425" wrap="square" tIns="91425">
            <a:noAutofit/>
          </a:bodyPr>
          <a:lstStyle/>
          <a:p>
            <a:pPr indent="-285750" lvl="0" marL="285750" rtl="0" algn="just">
              <a:lnSpc>
                <a:spcPct val="90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In the absence of a supervisor, the learner must independently discover the sequence of actions that maximize the reward. </a:t>
            </a:r>
            <a:endParaRPr/>
          </a:p>
          <a:p>
            <a:pPr indent="0" lvl="0" marL="0" rtl="0" algn="just">
              <a:lnSpc>
                <a:spcPct val="90000"/>
              </a:lnSpc>
              <a:spcBef>
                <a:spcPts val="0"/>
              </a:spcBef>
              <a:spcAft>
                <a:spcPts val="0"/>
              </a:spcAft>
              <a:buClr>
                <a:schemeClr val="dk1"/>
              </a:buClr>
              <a:buSzPts val="1100"/>
              <a:buNone/>
            </a:pPr>
            <a:r>
              <a:t/>
            </a:r>
            <a:endParaRPr sz="2000">
              <a:latin typeface="Times New Roman"/>
              <a:ea typeface="Times New Roman"/>
              <a:cs typeface="Times New Roman"/>
              <a:sym typeface="Times New Roman"/>
            </a:endParaRPr>
          </a:p>
          <a:p>
            <a:pPr indent="-285750" lvl="0" marL="285750" rtl="0" algn="just">
              <a:lnSpc>
                <a:spcPct val="90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This discovery process is akin to a trial-and-error search. </a:t>
            </a:r>
            <a:endParaRPr/>
          </a:p>
          <a:p>
            <a:pPr indent="0" lvl="0" marL="0" rtl="0" algn="just">
              <a:lnSpc>
                <a:spcPct val="90000"/>
              </a:lnSpc>
              <a:spcBef>
                <a:spcPts val="0"/>
              </a:spcBef>
              <a:spcAft>
                <a:spcPts val="0"/>
              </a:spcAft>
              <a:buClr>
                <a:schemeClr val="dk1"/>
              </a:buClr>
              <a:buSzPts val="1100"/>
              <a:buNone/>
            </a:pPr>
            <a:r>
              <a:t/>
            </a:r>
            <a:endParaRPr sz="2000">
              <a:latin typeface="Times New Roman"/>
              <a:ea typeface="Times New Roman"/>
              <a:cs typeface="Times New Roman"/>
              <a:sym typeface="Times New Roman"/>
            </a:endParaRPr>
          </a:p>
          <a:p>
            <a:pPr indent="-285750" lvl="0" marL="285750" rtl="0" algn="just">
              <a:lnSpc>
                <a:spcPct val="90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The quality of actions is measured by not just the immediate reward they return, but also the delayed reward they might fetch.</a:t>
            </a:r>
            <a:endParaRPr/>
          </a:p>
          <a:p>
            <a:pPr indent="0" lvl="0" marL="0" rtl="0" algn="just">
              <a:lnSpc>
                <a:spcPct val="90000"/>
              </a:lnSpc>
              <a:spcBef>
                <a:spcPts val="0"/>
              </a:spcBef>
              <a:spcAft>
                <a:spcPts val="0"/>
              </a:spcAft>
              <a:buClr>
                <a:schemeClr val="dk1"/>
              </a:buClr>
              <a:buSzPts val="1100"/>
              <a:buNone/>
            </a:pPr>
            <a:r>
              <a:t/>
            </a:r>
            <a:endParaRPr sz="2000">
              <a:latin typeface="Times New Roman"/>
              <a:ea typeface="Times New Roman"/>
              <a:cs typeface="Times New Roman"/>
              <a:sym typeface="Times New Roman"/>
            </a:endParaRPr>
          </a:p>
          <a:p>
            <a:pPr indent="-285750" lvl="0" marL="285750" rtl="0" algn="just">
              <a:lnSpc>
                <a:spcPct val="90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As it can learn the actions that result in eventual success in an unseen environment without the help of a supervisor, reinforcement learning is a very powerful algorithm.</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How Does Reinforcement Learning Work?</a:t>
            </a:r>
            <a:endParaRPr/>
          </a:p>
        </p:txBody>
      </p:sp>
      <p:sp>
        <p:nvSpPr>
          <p:cNvPr id="159" name="Google Shape;159;p5"/>
          <p:cNvSpPr txBox="1"/>
          <p:nvPr>
            <p:ph idx="1" type="body"/>
          </p:nvPr>
        </p:nvSpPr>
        <p:spPr>
          <a:xfrm>
            <a:off x="311700" y="1357192"/>
            <a:ext cx="8520600" cy="3416400"/>
          </a:xfrm>
          <a:prstGeom prst="rect">
            <a:avLst/>
          </a:prstGeom>
          <a:noFill/>
          <a:ln>
            <a:noFill/>
          </a:ln>
        </p:spPr>
        <p:txBody>
          <a:bodyPr anchorCtr="0" anchor="t" bIns="91425" lIns="91425" spcFirstLastPara="1" rIns="91425" wrap="square" tIns="91425">
            <a:noAutofit/>
          </a:bodyPr>
          <a:lstStyle/>
          <a:p>
            <a:pPr indent="-285750" lvl="0" marL="285750" rtl="0" algn="just">
              <a:lnSpc>
                <a:spcPct val="90000"/>
              </a:lnSpc>
              <a:spcBef>
                <a:spcPts val="0"/>
              </a:spcBef>
              <a:spcAft>
                <a:spcPts val="0"/>
              </a:spcAft>
              <a:buClr>
                <a:schemeClr val="dk1"/>
              </a:buClr>
              <a:buSzPts val="1100"/>
              <a:buChar char="●"/>
            </a:pPr>
            <a:r>
              <a:rPr lang="en-US" sz="1800">
                <a:latin typeface="Times New Roman"/>
                <a:ea typeface="Times New Roman"/>
                <a:cs typeface="Times New Roman"/>
                <a:sym typeface="Times New Roman"/>
              </a:rPr>
              <a:t>Reinforcement Learning revolves around the idea that an agent (the learner or decision-maker) interacts with an environment to achieve a goal. </a:t>
            </a:r>
            <a:endParaRPr/>
          </a:p>
          <a:p>
            <a:pPr indent="0" lvl="0" marL="0" rtl="0" algn="just">
              <a:lnSpc>
                <a:spcPct val="90000"/>
              </a:lnSpc>
              <a:spcBef>
                <a:spcPts val="0"/>
              </a:spcBef>
              <a:spcAft>
                <a:spcPts val="0"/>
              </a:spcAft>
              <a:buClr>
                <a:schemeClr val="dk1"/>
              </a:buClr>
              <a:buSzPts val="1100"/>
              <a:buNone/>
            </a:pPr>
            <a:r>
              <a:t/>
            </a:r>
            <a:endParaRPr sz="1800">
              <a:latin typeface="Times New Roman"/>
              <a:ea typeface="Times New Roman"/>
              <a:cs typeface="Times New Roman"/>
              <a:sym typeface="Times New Roman"/>
            </a:endParaRPr>
          </a:p>
          <a:p>
            <a:pPr indent="-285750" lvl="0" marL="285750" rtl="0" algn="just">
              <a:lnSpc>
                <a:spcPct val="90000"/>
              </a:lnSpc>
              <a:spcBef>
                <a:spcPts val="0"/>
              </a:spcBef>
              <a:spcAft>
                <a:spcPts val="0"/>
              </a:spcAft>
              <a:buClr>
                <a:schemeClr val="dk1"/>
              </a:buClr>
              <a:buSzPts val="1100"/>
              <a:buChar char="●"/>
            </a:pPr>
            <a:r>
              <a:rPr lang="en-US" sz="1800">
                <a:latin typeface="Times New Roman"/>
                <a:ea typeface="Times New Roman"/>
                <a:cs typeface="Times New Roman"/>
                <a:sym typeface="Times New Roman"/>
              </a:rPr>
              <a:t>The agent performs actions and receives feedback to optimize its decision-making over time.</a:t>
            </a:r>
            <a:endParaRPr/>
          </a:p>
          <a:p>
            <a:pPr indent="-215900" lvl="0" marL="285750" rtl="0" algn="just">
              <a:lnSpc>
                <a:spcPct val="90000"/>
              </a:lnSpc>
              <a:spcBef>
                <a:spcPts val="0"/>
              </a:spcBef>
              <a:spcAft>
                <a:spcPts val="0"/>
              </a:spcAft>
              <a:buClr>
                <a:schemeClr val="dk1"/>
              </a:buClr>
              <a:buSzPts val="1100"/>
              <a:buNone/>
            </a:pPr>
            <a:r>
              <a:t/>
            </a:r>
            <a:endParaRPr sz="1800">
              <a:latin typeface="Times New Roman"/>
              <a:ea typeface="Times New Roman"/>
              <a:cs typeface="Times New Roman"/>
              <a:sym typeface="Times New Roman"/>
            </a:endParaRPr>
          </a:p>
          <a:p>
            <a:pPr indent="-285750" lvl="1" marL="742950" rtl="0" algn="just">
              <a:lnSpc>
                <a:spcPct val="90000"/>
              </a:lnSpc>
              <a:spcBef>
                <a:spcPts val="0"/>
              </a:spcBef>
              <a:spcAft>
                <a:spcPts val="0"/>
              </a:spcAft>
              <a:buClr>
                <a:schemeClr val="dk1"/>
              </a:buClr>
              <a:buSzPts val="1100"/>
              <a:buChar char="○"/>
            </a:pPr>
            <a:r>
              <a:rPr b="1" lang="en-US" sz="1800">
                <a:latin typeface="Times New Roman"/>
                <a:ea typeface="Times New Roman"/>
                <a:cs typeface="Times New Roman"/>
                <a:sym typeface="Times New Roman"/>
              </a:rPr>
              <a:t>Agent:</a:t>
            </a:r>
            <a:r>
              <a:rPr lang="en-US" sz="1800">
                <a:latin typeface="Times New Roman"/>
                <a:ea typeface="Times New Roman"/>
                <a:cs typeface="Times New Roman"/>
                <a:sym typeface="Times New Roman"/>
              </a:rPr>
              <a:t> The decision-maker that performs actions.</a:t>
            </a:r>
            <a:endParaRPr/>
          </a:p>
          <a:p>
            <a:pPr indent="-285750" lvl="1" marL="742950" rtl="0" algn="just">
              <a:lnSpc>
                <a:spcPct val="90000"/>
              </a:lnSpc>
              <a:spcBef>
                <a:spcPts val="0"/>
              </a:spcBef>
              <a:spcAft>
                <a:spcPts val="0"/>
              </a:spcAft>
              <a:buClr>
                <a:schemeClr val="dk1"/>
              </a:buClr>
              <a:buSzPts val="1100"/>
              <a:buChar char="○"/>
            </a:pPr>
            <a:r>
              <a:rPr b="1" lang="en-US" sz="1800">
                <a:latin typeface="Times New Roman"/>
                <a:ea typeface="Times New Roman"/>
                <a:cs typeface="Times New Roman"/>
                <a:sym typeface="Times New Roman"/>
              </a:rPr>
              <a:t>Environment</a:t>
            </a:r>
            <a:r>
              <a:rPr lang="en-US" sz="1800">
                <a:latin typeface="Times New Roman"/>
                <a:ea typeface="Times New Roman"/>
                <a:cs typeface="Times New Roman"/>
                <a:sym typeface="Times New Roman"/>
              </a:rPr>
              <a:t>: The world or system in which the agent operates.</a:t>
            </a:r>
            <a:endParaRPr/>
          </a:p>
          <a:p>
            <a:pPr indent="-285750" lvl="1" marL="742950" rtl="0" algn="just">
              <a:lnSpc>
                <a:spcPct val="90000"/>
              </a:lnSpc>
              <a:spcBef>
                <a:spcPts val="0"/>
              </a:spcBef>
              <a:spcAft>
                <a:spcPts val="0"/>
              </a:spcAft>
              <a:buClr>
                <a:schemeClr val="dk1"/>
              </a:buClr>
              <a:buSzPts val="1100"/>
              <a:buChar char="○"/>
            </a:pPr>
            <a:r>
              <a:rPr b="1" lang="en-US" sz="1800">
                <a:latin typeface="Times New Roman"/>
                <a:ea typeface="Times New Roman"/>
                <a:cs typeface="Times New Roman"/>
                <a:sym typeface="Times New Roman"/>
              </a:rPr>
              <a:t>State</a:t>
            </a:r>
            <a:r>
              <a:rPr lang="en-US" sz="1800">
                <a:latin typeface="Times New Roman"/>
                <a:ea typeface="Times New Roman"/>
                <a:cs typeface="Times New Roman"/>
                <a:sym typeface="Times New Roman"/>
              </a:rPr>
              <a:t>: The situation or condition the agent is currently in.</a:t>
            </a:r>
            <a:endParaRPr/>
          </a:p>
          <a:p>
            <a:pPr indent="-285750" lvl="1" marL="742950" rtl="0" algn="just">
              <a:lnSpc>
                <a:spcPct val="90000"/>
              </a:lnSpc>
              <a:spcBef>
                <a:spcPts val="0"/>
              </a:spcBef>
              <a:spcAft>
                <a:spcPts val="0"/>
              </a:spcAft>
              <a:buClr>
                <a:schemeClr val="dk1"/>
              </a:buClr>
              <a:buSzPts val="1100"/>
              <a:buChar char="○"/>
            </a:pPr>
            <a:r>
              <a:rPr b="1" lang="en-US" sz="1800">
                <a:latin typeface="Times New Roman"/>
                <a:ea typeface="Times New Roman"/>
                <a:cs typeface="Times New Roman"/>
                <a:sym typeface="Times New Roman"/>
              </a:rPr>
              <a:t>Action</a:t>
            </a:r>
            <a:r>
              <a:rPr lang="en-US" sz="1800">
                <a:latin typeface="Times New Roman"/>
                <a:ea typeface="Times New Roman"/>
                <a:cs typeface="Times New Roman"/>
                <a:sym typeface="Times New Roman"/>
              </a:rPr>
              <a:t>: The possible moves or decisions the agent can make.</a:t>
            </a:r>
            <a:endParaRPr/>
          </a:p>
          <a:p>
            <a:pPr indent="-285750" lvl="1" marL="742950" rtl="0" algn="just">
              <a:lnSpc>
                <a:spcPct val="90000"/>
              </a:lnSpc>
              <a:spcBef>
                <a:spcPts val="0"/>
              </a:spcBef>
              <a:spcAft>
                <a:spcPts val="0"/>
              </a:spcAft>
              <a:buClr>
                <a:schemeClr val="dk1"/>
              </a:buClr>
              <a:buSzPts val="1100"/>
              <a:buChar char="○"/>
            </a:pPr>
            <a:r>
              <a:rPr b="1" lang="en-US" sz="1800">
                <a:latin typeface="Times New Roman"/>
                <a:ea typeface="Times New Roman"/>
                <a:cs typeface="Times New Roman"/>
                <a:sym typeface="Times New Roman"/>
              </a:rPr>
              <a:t>Reward</a:t>
            </a:r>
            <a:r>
              <a:rPr lang="en-US" sz="1800">
                <a:latin typeface="Times New Roman"/>
                <a:ea typeface="Times New Roman"/>
                <a:cs typeface="Times New Roman"/>
                <a:sym typeface="Times New Roman"/>
              </a:rPr>
              <a:t>: The feedback or result from the environment based on the agent’s action.</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Reinforcement Learning Process</a:t>
            </a:r>
            <a:endParaRPr/>
          </a:p>
        </p:txBody>
      </p:sp>
      <p:sp>
        <p:nvSpPr>
          <p:cNvPr id="165" name="Google Shape;165;p6"/>
          <p:cNvSpPr/>
          <p:nvPr/>
        </p:nvSpPr>
        <p:spPr>
          <a:xfrm>
            <a:off x="3746086" y="1349476"/>
            <a:ext cx="1150375" cy="353963"/>
          </a:xfrm>
          <a:prstGeom prst="roundRect">
            <a:avLst>
              <a:gd fmla="val 16667" name="adj"/>
            </a:avLst>
          </a:prstGeom>
          <a:solidFill>
            <a:schemeClr val="accent1"/>
          </a:solidFill>
          <a:ln cap="flat" cmpd="sng" w="25400">
            <a:solidFill>
              <a:srgbClr val="A65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Agent</a:t>
            </a:r>
            <a:endParaRPr/>
          </a:p>
        </p:txBody>
      </p:sp>
      <p:sp>
        <p:nvSpPr>
          <p:cNvPr id="166" name="Google Shape;166;p6"/>
          <p:cNvSpPr/>
          <p:nvPr/>
        </p:nvSpPr>
        <p:spPr>
          <a:xfrm>
            <a:off x="3609663" y="3271682"/>
            <a:ext cx="1423220" cy="353963"/>
          </a:xfrm>
          <a:prstGeom prst="roundRect">
            <a:avLst>
              <a:gd fmla="val 16667" name="adj"/>
            </a:avLst>
          </a:prstGeom>
          <a:solidFill>
            <a:schemeClr val="accent1"/>
          </a:solidFill>
          <a:ln cap="flat" cmpd="sng" w="25400">
            <a:solidFill>
              <a:srgbClr val="A65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Environment</a:t>
            </a:r>
            <a:endParaRPr/>
          </a:p>
        </p:txBody>
      </p:sp>
      <p:cxnSp>
        <p:nvCxnSpPr>
          <p:cNvPr id="167" name="Google Shape;167;p6"/>
          <p:cNvCxnSpPr>
            <a:stCxn id="165" idx="3"/>
          </p:cNvCxnSpPr>
          <p:nvPr/>
        </p:nvCxnSpPr>
        <p:spPr>
          <a:xfrm>
            <a:off x="4896461" y="1526458"/>
            <a:ext cx="1474800" cy="0"/>
          </a:xfrm>
          <a:prstGeom prst="straightConnector1">
            <a:avLst/>
          </a:prstGeom>
          <a:noFill/>
          <a:ln cap="flat" cmpd="sng" w="28575">
            <a:solidFill>
              <a:srgbClr val="E37F0B"/>
            </a:solidFill>
            <a:prstDash val="solid"/>
            <a:round/>
            <a:headEnd len="sm" w="sm" type="none"/>
            <a:tailEnd len="sm" w="sm" type="none"/>
          </a:ln>
        </p:spPr>
      </p:cxnSp>
      <p:cxnSp>
        <p:nvCxnSpPr>
          <p:cNvPr id="168" name="Google Shape;168;p6"/>
          <p:cNvCxnSpPr/>
          <p:nvPr/>
        </p:nvCxnSpPr>
        <p:spPr>
          <a:xfrm flipH="1">
            <a:off x="6363925" y="1526457"/>
            <a:ext cx="7375" cy="1922206"/>
          </a:xfrm>
          <a:prstGeom prst="straightConnector1">
            <a:avLst/>
          </a:prstGeom>
          <a:noFill/>
          <a:ln cap="flat" cmpd="sng" w="28575">
            <a:solidFill>
              <a:srgbClr val="E37F0B"/>
            </a:solidFill>
            <a:prstDash val="solid"/>
            <a:round/>
            <a:headEnd len="sm" w="sm" type="none"/>
            <a:tailEnd len="sm" w="sm" type="none"/>
          </a:ln>
        </p:spPr>
      </p:cxnSp>
      <p:cxnSp>
        <p:nvCxnSpPr>
          <p:cNvPr id="169" name="Google Shape;169;p6"/>
          <p:cNvCxnSpPr>
            <a:endCxn id="166" idx="3"/>
          </p:cNvCxnSpPr>
          <p:nvPr/>
        </p:nvCxnSpPr>
        <p:spPr>
          <a:xfrm rot="10800000">
            <a:off x="5032883" y="3448664"/>
            <a:ext cx="1331100" cy="0"/>
          </a:xfrm>
          <a:prstGeom prst="straightConnector1">
            <a:avLst/>
          </a:prstGeom>
          <a:noFill/>
          <a:ln cap="flat" cmpd="sng" w="28575">
            <a:solidFill>
              <a:srgbClr val="E37F0B"/>
            </a:solidFill>
            <a:prstDash val="solid"/>
            <a:round/>
            <a:headEnd len="sm" w="sm" type="none"/>
            <a:tailEnd len="med" w="med" type="triangle"/>
          </a:ln>
        </p:spPr>
      </p:cxnSp>
      <p:cxnSp>
        <p:nvCxnSpPr>
          <p:cNvPr id="170" name="Google Shape;170;p6"/>
          <p:cNvCxnSpPr/>
          <p:nvPr/>
        </p:nvCxnSpPr>
        <p:spPr>
          <a:xfrm rot="10800000">
            <a:off x="2352364" y="3551901"/>
            <a:ext cx="1257299" cy="1"/>
          </a:xfrm>
          <a:prstGeom prst="straightConnector1">
            <a:avLst/>
          </a:prstGeom>
          <a:noFill/>
          <a:ln cap="flat" cmpd="sng" w="28575">
            <a:solidFill>
              <a:srgbClr val="E37F0B"/>
            </a:solidFill>
            <a:prstDash val="solid"/>
            <a:round/>
            <a:headEnd len="sm" w="sm" type="none"/>
            <a:tailEnd len="sm" w="sm" type="none"/>
          </a:ln>
        </p:spPr>
      </p:cxnSp>
      <p:cxnSp>
        <p:nvCxnSpPr>
          <p:cNvPr id="171" name="Google Shape;171;p6"/>
          <p:cNvCxnSpPr/>
          <p:nvPr/>
        </p:nvCxnSpPr>
        <p:spPr>
          <a:xfrm rot="10800000">
            <a:off x="2610461" y="3347884"/>
            <a:ext cx="999202" cy="0"/>
          </a:xfrm>
          <a:prstGeom prst="straightConnector1">
            <a:avLst/>
          </a:prstGeom>
          <a:noFill/>
          <a:ln cap="flat" cmpd="sng" w="28575">
            <a:solidFill>
              <a:srgbClr val="E37F0B"/>
            </a:solidFill>
            <a:prstDash val="solid"/>
            <a:round/>
            <a:headEnd len="sm" w="sm" type="none"/>
            <a:tailEnd len="sm" w="sm" type="none"/>
          </a:ln>
        </p:spPr>
      </p:cxnSp>
      <p:cxnSp>
        <p:nvCxnSpPr>
          <p:cNvPr id="172" name="Google Shape;172;p6"/>
          <p:cNvCxnSpPr/>
          <p:nvPr/>
        </p:nvCxnSpPr>
        <p:spPr>
          <a:xfrm>
            <a:off x="2617835" y="1622322"/>
            <a:ext cx="0" cy="1710813"/>
          </a:xfrm>
          <a:prstGeom prst="straightConnector1">
            <a:avLst/>
          </a:prstGeom>
          <a:noFill/>
          <a:ln cap="flat" cmpd="sng" w="28575">
            <a:solidFill>
              <a:srgbClr val="E37F0B"/>
            </a:solidFill>
            <a:prstDash val="solid"/>
            <a:round/>
            <a:headEnd len="sm" w="sm" type="none"/>
            <a:tailEnd len="sm" w="sm" type="none"/>
          </a:ln>
        </p:spPr>
      </p:cxnSp>
      <p:cxnSp>
        <p:nvCxnSpPr>
          <p:cNvPr id="173" name="Google Shape;173;p6"/>
          <p:cNvCxnSpPr/>
          <p:nvPr/>
        </p:nvCxnSpPr>
        <p:spPr>
          <a:xfrm flipH="1" rot="10800000">
            <a:off x="2617835" y="1602700"/>
            <a:ext cx="1130096" cy="19621"/>
          </a:xfrm>
          <a:prstGeom prst="straightConnector1">
            <a:avLst/>
          </a:prstGeom>
          <a:noFill/>
          <a:ln cap="flat" cmpd="sng" w="28575">
            <a:solidFill>
              <a:srgbClr val="E37F0B"/>
            </a:solidFill>
            <a:prstDash val="solid"/>
            <a:round/>
            <a:headEnd len="sm" w="sm" type="none"/>
            <a:tailEnd len="med" w="med" type="triangle"/>
          </a:ln>
        </p:spPr>
      </p:cxnSp>
      <p:cxnSp>
        <p:nvCxnSpPr>
          <p:cNvPr id="174" name="Google Shape;174;p6"/>
          <p:cNvCxnSpPr/>
          <p:nvPr/>
        </p:nvCxnSpPr>
        <p:spPr>
          <a:xfrm flipH="1">
            <a:off x="2348677" y="1418304"/>
            <a:ext cx="3687" cy="2133597"/>
          </a:xfrm>
          <a:prstGeom prst="straightConnector1">
            <a:avLst/>
          </a:prstGeom>
          <a:noFill/>
          <a:ln cap="flat" cmpd="sng" w="28575">
            <a:solidFill>
              <a:srgbClr val="E37F0B"/>
            </a:solidFill>
            <a:prstDash val="solid"/>
            <a:round/>
            <a:headEnd len="sm" w="sm" type="none"/>
            <a:tailEnd len="sm" w="sm" type="none"/>
          </a:ln>
        </p:spPr>
      </p:cxnSp>
      <p:cxnSp>
        <p:nvCxnSpPr>
          <p:cNvPr id="175" name="Google Shape;175;p6"/>
          <p:cNvCxnSpPr/>
          <p:nvPr/>
        </p:nvCxnSpPr>
        <p:spPr>
          <a:xfrm>
            <a:off x="2348677" y="1427014"/>
            <a:ext cx="1391880" cy="1"/>
          </a:xfrm>
          <a:prstGeom prst="straightConnector1">
            <a:avLst/>
          </a:prstGeom>
          <a:noFill/>
          <a:ln cap="flat" cmpd="sng" w="28575">
            <a:solidFill>
              <a:srgbClr val="E37F0B"/>
            </a:solidFill>
            <a:prstDash val="solid"/>
            <a:round/>
            <a:headEnd len="sm" w="sm" type="none"/>
            <a:tailEnd len="med" w="med" type="triangle"/>
          </a:ln>
        </p:spPr>
      </p:cxnSp>
      <p:sp>
        <p:nvSpPr>
          <p:cNvPr id="176" name="Google Shape;176;p6"/>
          <p:cNvSpPr txBox="1"/>
          <p:nvPr/>
        </p:nvSpPr>
        <p:spPr>
          <a:xfrm>
            <a:off x="6481913" y="2241755"/>
            <a:ext cx="742810" cy="4924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chemeClr val="accent1"/>
                </a:solidFill>
                <a:latin typeface="Arial"/>
                <a:ea typeface="Arial"/>
                <a:cs typeface="Arial"/>
                <a:sym typeface="Arial"/>
              </a:rPr>
              <a:t>Action</a:t>
            </a:r>
            <a:br>
              <a:rPr b="1" i="0" lang="en-US" sz="1400" u="none" cap="none" strike="noStrike">
                <a:solidFill>
                  <a:schemeClr val="accent1"/>
                </a:solidFill>
                <a:latin typeface="Arial"/>
                <a:ea typeface="Arial"/>
                <a:cs typeface="Arial"/>
                <a:sym typeface="Arial"/>
              </a:rPr>
            </a:br>
            <a:r>
              <a:rPr b="1" i="0" lang="en-US" sz="1200" u="none" cap="none" strike="noStrike">
                <a:solidFill>
                  <a:schemeClr val="accent1"/>
                </a:solidFill>
                <a:latin typeface="Arial"/>
                <a:ea typeface="Arial"/>
                <a:cs typeface="Arial"/>
                <a:sym typeface="Arial"/>
              </a:rPr>
              <a:t>A(t)</a:t>
            </a:r>
            <a:endParaRPr b="1" i="0" sz="1400" u="none" cap="none" strike="noStrike">
              <a:solidFill>
                <a:schemeClr val="accent1"/>
              </a:solidFill>
              <a:latin typeface="Arial"/>
              <a:ea typeface="Arial"/>
              <a:cs typeface="Arial"/>
              <a:sym typeface="Arial"/>
            </a:endParaRPr>
          </a:p>
        </p:txBody>
      </p:sp>
      <p:sp>
        <p:nvSpPr>
          <p:cNvPr id="177" name="Google Shape;177;p6"/>
          <p:cNvSpPr txBox="1"/>
          <p:nvPr/>
        </p:nvSpPr>
        <p:spPr>
          <a:xfrm>
            <a:off x="1539501" y="2395643"/>
            <a:ext cx="74281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chemeClr val="accent1"/>
                </a:solidFill>
                <a:latin typeface="Arial"/>
                <a:ea typeface="Arial"/>
                <a:cs typeface="Arial"/>
                <a:sym typeface="Arial"/>
              </a:rPr>
              <a:t>State</a:t>
            </a:r>
            <a:br>
              <a:rPr b="1" i="0" lang="en-US" sz="1400" u="none" cap="none" strike="noStrike">
                <a:solidFill>
                  <a:schemeClr val="accent1"/>
                </a:solidFill>
                <a:latin typeface="Arial"/>
                <a:ea typeface="Arial"/>
                <a:cs typeface="Arial"/>
                <a:sym typeface="Arial"/>
              </a:rPr>
            </a:br>
            <a:r>
              <a:rPr b="1" i="0" lang="en-US" sz="1400" u="none" cap="none" strike="noStrike">
                <a:solidFill>
                  <a:schemeClr val="accent1"/>
                </a:solidFill>
                <a:latin typeface="Arial"/>
                <a:ea typeface="Arial"/>
                <a:cs typeface="Arial"/>
                <a:sym typeface="Arial"/>
              </a:rPr>
              <a:t>S(t)</a:t>
            </a:r>
            <a:endParaRPr/>
          </a:p>
        </p:txBody>
      </p:sp>
      <p:sp>
        <p:nvSpPr>
          <p:cNvPr id="178" name="Google Shape;178;p6"/>
          <p:cNvSpPr txBox="1"/>
          <p:nvPr/>
        </p:nvSpPr>
        <p:spPr>
          <a:xfrm>
            <a:off x="2588337" y="2079672"/>
            <a:ext cx="921775" cy="4924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chemeClr val="accent1"/>
                </a:solidFill>
                <a:latin typeface="Arial"/>
                <a:ea typeface="Arial"/>
                <a:cs typeface="Arial"/>
                <a:sym typeface="Arial"/>
              </a:rPr>
              <a:t>Reward</a:t>
            </a:r>
            <a:br>
              <a:rPr b="1" i="0" lang="en-US" sz="1400" u="none" cap="none" strike="noStrike">
                <a:solidFill>
                  <a:schemeClr val="accent1"/>
                </a:solidFill>
                <a:latin typeface="Arial"/>
                <a:ea typeface="Arial"/>
                <a:cs typeface="Arial"/>
                <a:sym typeface="Arial"/>
              </a:rPr>
            </a:br>
            <a:r>
              <a:rPr b="1" i="0" lang="en-US" sz="1200" u="none" cap="none" strike="noStrike">
                <a:solidFill>
                  <a:schemeClr val="accent1"/>
                </a:solidFill>
                <a:latin typeface="Arial"/>
                <a:ea typeface="Arial"/>
                <a:cs typeface="Arial"/>
                <a:sym typeface="Arial"/>
              </a:rPr>
              <a:t>R(t)</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Reinforcement Learning Process</a:t>
            </a:r>
            <a:endParaRPr/>
          </a:p>
        </p:txBody>
      </p:sp>
      <p:sp>
        <p:nvSpPr>
          <p:cNvPr id="184" name="Google Shape;184;p7"/>
          <p:cNvSpPr txBox="1"/>
          <p:nvPr>
            <p:ph idx="1" type="body"/>
          </p:nvPr>
        </p:nvSpPr>
        <p:spPr>
          <a:xfrm>
            <a:off x="311700" y="1357192"/>
            <a:ext cx="8520600" cy="3416400"/>
          </a:xfrm>
          <a:prstGeom prst="rect">
            <a:avLst/>
          </a:prstGeom>
          <a:noFill/>
          <a:ln>
            <a:noFill/>
          </a:ln>
        </p:spPr>
        <p:txBody>
          <a:bodyPr anchorCtr="0" anchor="t" bIns="91425" lIns="91425" spcFirstLastPara="1" rIns="91425" wrap="square" tIns="91425">
            <a:noAutofit/>
          </a:bodyPr>
          <a:lstStyle/>
          <a:p>
            <a:pPr indent="-304800" lvl="0" marL="285750" rtl="0" algn="just">
              <a:lnSpc>
                <a:spcPct val="150000"/>
              </a:lnSpc>
              <a:spcBef>
                <a:spcPts val="0"/>
              </a:spcBef>
              <a:spcAft>
                <a:spcPts val="0"/>
              </a:spcAft>
              <a:buClr>
                <a:schemeClr val="dk1"/>
              </a:buClr>
              <a:buSzPts val="1400"/>
              <a:buChar char="●"/>
            </a:pPr>
            <a:r>
              <a:rPr lang="en-US" sz="1700">
                <a:latin typeface="Times New Roman"/>
                <a:ea typeface="Times New Roman"/>
                <a:cs typeface="Times New Roman"/>
                <a:sym typeface="Times New Roman"/>
              </a:rPr>
              <a:t>The reinforcement learning agent learns about a problem by interacting with its environment. </a:t>
            </a:r>
            <a:endParaRPr sz="1800"/>
          </a:p>
          <a:p>
            <a:pPr indent="-304800" lvl="0" marL="285750" rtl="0" algn="just">
              <a:lnSpc>
                <a:spcPct val="150000"/>
              </a:lnSpc>
              <a:spcBef>
                <a:spcPts val="0"/>
              </a:spcBef>
              <a:spcAft>
                <a:spcPts val="0"/>
              </a:spcAft>
              <a:buClr>
                <a:schemeClr val="dk1"/>
              </a:buClr>
              <a:buSzPts val="1400"/>
              <a:buChar char="●"/>
            </a:pPr>
            <a:r>
              <a:rPr lang="en-US" sz="1700">
                <a:latin typeface="Times New Roman"/>
                <a:ea typeface="Times New Roman"/>
                <a:cs typeface="Times New Roman"/>
                <a:sym typeface="Times New Roman"/>
              </a:rPr>
              <a:t>The environment provides information on its current state. </a:t>
            </a:r>
            <a:endParaRPr sz="1800"/>
          </a:p>
          <a:p>
            <a:pPr indent="-304800" lvl="0" marL="285750" rtl="0" algn="just">
              <a:lnSpc>
                <a:spcPct val="150000"/>
              </a:lnSpc>
              <a:spcBef>
                <a:spcPts val="0"/>
              </a:spcBef>
              <a:spcAft>
                <a:spcPts val="0"/>
              </a:spcAft>
              <a:buClr>
                <a:schemeClr val="dk1"/>
              </a:buClr>
              <a:buSzPts val="1400"/>
              <a:buChar char="●"/>
            </a:pPr>
            <a:r>
              <a:rPr lang="en-US" sz="1700">
                <a:latin typeface="Times New Roman"/>
                <a:ea typeface="Times New Roman"/>
                <a:cs typeface="Times New Roman"/>
                <a:sym typeface="Times New Roman"/>
              </a:rPr>
              <a:t>The agent then uses that information to determine which actions(s) to take. </a:t>
            </a:r>
            <a:endParaRPr sz="1800"/>
          </a:p>
          <a:p>
            <a:pPr indent="-304800" lvl="0" marL="285750" rtl="0" algn="just">
              <a:lnSpc>
                <a:spcPct val="150000"/>
              </a:lnSpc>
              <a:spcBef>
                <a:spcPts val="0"/>
              </a:spcBef>
              <a:spcAft>
                <a:spcPts val="0"/>
              </a:spcAft>
              <a:buClr>
                <a:schemeClr val="dk1"/>
              </a:buClr>
              <a:buSzPts val="1400"/>
              <a:buChar char="●"/>
            </a:pPr>
            <a:r>
              <a:rPr lang="en-US" sz="1700">
                <a:latin typeface="Times New Roman"/>
                <a:ea typeface="Times New Roman"/>
                <a:cs typeface="Times New Roman"/>
                <a:sym typeface="Times New Roman"/>
              </a:rPr>
              <a:t>If that action obtains a reward signal from the surrounding environment, the agent is encouraged to take that action again when in a similar future state. </a:t>
            </a:r>
            <a:endParaRPr sz="1800"/>
          </a:p>
          <a:p>
            <a:pPr indent="-304800" lvl="0" marL="285750" rtl="0" algn="just">
              <a:lnSpc>
                <a:spcPct val="150000"/>
              </a:lnSpc>
              <a:spcBef>
                <a:spcPts val="0"/>
              </a:spcBef>
              <a:spcAft>
                <a:spcPts val="0"/>
              </a:spcAft>
              <a:buClr>
                <a:schemeClr val="dk1"/>
              </a:buClr>
              <a:buSzPts val="1400"/>
              <a:buChar char="●"/>
            </a:pPr>
            <a:r>
              <a:rPr lang="en-US" sz="1700">
                <a:latin typeface="Times New Roman"/>
                <a:ea typeface="Times New Roman"/>
                <a:cs typeface="Times New Roman"/>
                <a:sym typeface="Times New Roman"/>
              </a:rPr>
              <a:t>This process repeats for every new state thereafter. </a:t>
            </a:r>
            <a:endParaRPr sz="1800"/>
          </a:p>
          <a:p>
            <a:pPr indent="-304800" lvl="0" marL="285750" rtl="0" algn="just">
              <a:lnSpc>
                <a:spcPct val="150000"/>
              </a:lnSpc>
              <a:spcBef>
                <a:spcPts val="0"/>
              </a:spcBef>
              <a:spcAft>
                <a:spcPts val="0"/>
              </a:spcAft>
              <a:buClr>
                <a:schemeClr val="dk1"/>
              </a:buClr>
              <a:buSzPts val="1400"/>
              <a:buChar char="●"/>
            </a:pPr>
            <a:r>
              <a:rPr lang="en-US" sz="1700">
                <a:latin typeface="Times New Roman"/>
                <a:ea typeface="Times New Roman"/>
                <a:cs typeface="Times New Roman"/>
                <a:sym typeface="Times New Roman"/>
              </a:rPr>
              <a:t>Over time, the agent learns from rewards and punishments to take actions within the environment that meet a specified goal</a:t>
            </a:r>
            <a:endParaRPr sz="1800"/>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Exploration-exploitation trade-off</a:t>
            </a:r>
            <a:endParaRPr/>
          </a:p>
        </p:txBody>
      </p:sp>
      <p:sp>
        <p:nvSpPr>
          <p:cNvPr id="190" name="Google Shape;190;p8"/>
          <p:cNvSpPr txBox="1"/>
          <p:nvPr>
            <p:ph idx="1" type="body"/>
          </p:nvPr>
        </p:nvSpPr>
        <p:spPr>
          <a:xfrm>
            <a:off x="311700" y="1357192"/>
            <a:ext cx="8520600" cy="3416400"/>
          </a:xfrm>
          <a:prstGeom prst="rect">
            <a:avLst/>
          </a:prstGeom>
          <a:noFill/>
          <a:ln>
            <a:noFill/>
          </a:ln>
        </p:spPr>
        <p:txBody>
          <a:bodyPr anchorCtr="0" anchor="t" bIns="91425" lIns="91425" spcFirstLastPara="1" rIns="91425" wrap="square" tIns="91425">
            <a:noAutofit/>
          </a:bodyPr>
          <a:lstStyle/>
          <a:p>
            <a:pPr indent="-298450" lvl="0" marL="285750" rtl="0" algn="just">
              <a:lnSpc>
                <a:spcPct val="150000"/>
              </a:lnSpc>
              <a:spcBef>
                <a:spcPts val="0"/>
              </a:spcBef>
              <a:spcAft>
                <a:spcPts val="0"/>
              </a:spcAft>
              <a:buClr>
                <a:schemeClr val="dk1"/>
              </a:buClr>
              <a:buSzPts val="1300"/>
              <a:buChar char="●"/>
            </a:pPr>
            <a:r>
              <a:rPr lang="en-US" sz="1600">
                <a:latin typeface="Times New Roman"/>
                <a:ea typeface="Times New Roman"/>
                <a:cs typeface="Times New Roman"/>
                <a:sym typeface="Times New Roman"/>
              </a:rPr>
              <a:t>Because an RL agent has no manually labeled input data guiding its behavior, it must explore its environment, attempting new actions to discover those that receive rewards. </a:t>
            </a:r>
            <a:endParaRPr sz="1700"/>
          </a:p>
          <a:p>
            <a:pPr indent="-298450" lvl="0" marL="285750" rtl="0" algn="just">
              <a:lnSpc>
                <a:spcPct val="150000"/>
              </a:lnSpc>
              <a:spcBef>
                <a:spcPts val="0"/>
              </a:spcBef>
              <a:spcAft>
                <a:spcPts val="0"/>
              </a:spcAft>
              <a:buClr>
                <a:schemeClr val="dk1"/>
              </a:buClr>
              <a:buSzPts val="1300"/>
              <a:buChar char="●"/>
            </a:pPr>
            <a:r>
              <a:rPr lang="en-US" sz="1600">
                <a:latin typeface="Times New Roman"/>
                <a:ea typeface="Times New Roman"/>
                <a:cs typeface="Times New Roman"/>
                <a:sym typeface="Times New Roman"/>
              </a:rPr>
              <a:t>From these reward signals, the agent learns to prefer actions for which it was rewarded in order to maximize its gain. </a:t>
            </a:r>
            <a:endParaRPr sz="1700"/>
          </a:p>
          <a:p>
            <a:pPr indent="-298450" lvl="0" marL="285750" rtl="0" algn="just">
              <a:lnSpc>
                <a:spcPct val="150000"/>
              </a:lnSpc>
              <a:spcBef>
                <a:spcPts val="0"/>
              </a:spcBef>
              <a:spcAft>
                <a:spcPts val="0"/>
              </a:spcAft>
              <a:buClr>
                <a:schemeClr val="dk1"/>
              </a:buClr>
              <a:buSzPts val="1300"/>
              <a:buChar char="●"/>
            </a:pPr>
            <a:r>
              <a:rPr lang="en-US" sz="1600">
                <a:latin typeface="Times New Roman"/>
                <a:ea typeface="Times New Roman"/>
                <a:cs typeface="Times New Roman"/>
                <a:sym typeface="Times New Roman"/>
              </a:rPr>
              <a:t>But the agent must continue exploring new states and actions as well. In doing so, it can then use that experience to improve its decision-making. </a:t>
            </a:r>
            <a:endParaRPr sz="1700"/>
          </a:p>
          <a:p>
            <a:pPr indent="-298450" lvl="0" marL="285750" rtl="0" algn="just">
              <a:lnSpc>
                <a:spcPct val="150000"/>
              </a:lnSpc>
              <a:spcBef>
                <a:spcPts val="0"/>
              </a:spcBef>
              <a:spcAft>
                <a:spcPts val="0"/>
              </a:spcAft>
              <a:buClr>
                <a:schemeClr val="dk1"/>
              </a:buClr>
              <a:buSzPts val="1300"/>
              <a:buChar char="●"/>
            </a:pPr>
            <a:r>
              <a:rPr lang="en-US" sz="1600">
                <a:latin typeface="Times New Roman"/>
                <a:ea typeface="Times New Roman"/>
                <a:cs typeface="Times New Roman"/>
                <a:sym typeface="Times New Roman"/>
              </a:rPr>
              <a:t>The agent cannot exclusively pursue exploration or exploitation. </a:t>
            </a:r>
            <a:endParaRPr sz="1700"/>
          </a:p>
          <a:p>
            <a:pPr indent="-298450" lvl="0" marL="285750" rtl="0" algn="just">
              <a:lnSpc>
                <a:spcPct val="150000"/>
              </a:lnSpc>
              <a:spcBef>
                <a:spcPts val="0"/>
              </a:spcBef>
              <a:spcAft>
                <a:spcPts val="0"/>
              </a:spcAft>
              <a:buClr>
                <a:schemeClr val="dk1"/>
              </a:buClr>
              <a:buSzPts val="1300"/>
              <a:buChar char="●"/>
            </a:pPr>
            <a:r>
              <a:rPr lang="en-US" sz="1600">
                <a:latin typeface="Times New Roman"/>
                <a:ea typeface="Times New Roman"/>
                <a:cs typeface="Times New Roman"/>
                <a:sym typeface="Times New Roman"/>
              </a:rPr>
              <a:t>It must continuously try new actions while also preferring single (or chains of) actions that produce the largest cumulative reward.</a:t>
            </a:r>
            <a:endParaRPr sz="1700"/>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Core Components</a:t>
            </a:r>
            <a:endParaRPr/>
          </a:p>
        </p:txBody>
      </p:sp>
      <p:sp>
        <p:nvSpPr>
          <p:cNvPr id="196" name="Google Shape;196;p9"/>
          <p:cNvSpPr txBox="1"/>
          <p:nvPr>
            <p:ph idx="1" type="body"/>
          </p:nvPr>
        </p:nvSpPr>
        <p:spPr>
          <a:xfrm>
            <a:off x="413057" y="1263957"/>
            <a:ext cx="8520600" cy="3416400"/>
          </a:xfrm>
          <a:prstGeom prst="rect">
            <a:avLst/>
          </a:prstGeom>
          <a:noFill/>
          <a:ln>
            <a:noFill/>
          </a:ln>
        </p:spPr>
        <p:txBody>
          <a:bodyPr anchorCtr="0" anchor="t" bIns="91425" lIns="91425" spcFirstLastPara="1" rIns="91425" wrap="square" tIns="91425">
            <a:noAutofit/>
          </a:bodyPr>
          <a:lstStyle/>
          <a:p>
            <a:pPr indent="-317500" lvl="0" marL="285750" rtl="0" algn="just">
              <a:lnSpc>
                <a:spcPct val="90000"/>
              </a:lnSpc>
              <a:spcBef>
                <a:spcPts val="0"/>
              </a:spcBef>
              <a:spcAft>
                <a:spcPts val="0"/>
              </a:spcAft>
              <a:buClr>
                <a:schemeClr val="dk1"/>
              </a:buClr>
              <a:buSzPts val="1600"/>
              <a:buChar char="●"/>
            </a:pPr>
            <a:r>
              <a:rPr lang="en-US" sz="1900">
                <a:latin typeface="Times New Roman"/>
                <a:ea typeface="Times New Roman"/>
                <a:cs typeface="Times New Roman"/>
                <a:sym typeface="Times New Roman"/>
              </a:rPr>
              <a:t>Let's see the core components of Reinforcement Learning</a:t>
            </a:r>
            <a:endParaRPr sz="2000"/>
          </a:p>
          <a:p>
            <a:pPr indent="0" lvl="1" marL="457200" rtl="0" algn="just">
              <a:lnSpc>
                <a:spcPct val="90000"/>
              </a:lnSpc>
              <a:spcBef>
                <a:spcPts val="0"/>
              </a:spcBef>
              <a:spcAft>
                <a:spcPts val="0"/>
              </a:spcAft>
              <a:buClr>
                <a:schemeClr val="dk1"/>
              </a:buClr>
              <a:buSzPts val="1100"/>
              <a:buNone/>
            </a:pPr>
            <a:r>
              <a:rPr b="1" lang="en-US" sz="1900">
                <a:latin typeface="Times New Roman"/>
                <a:ea typeface="Times New Roman"/>
                <a:cs typeface="Times New Roman"/>
                <a:sym typeface="Times New Roman"/>
              </a:rPr>
              <a:t>1. Policy</a:t>
            </a:r>
            <a:endParaRPr sz="1850"/>
          </a:p>
          <a:p>
            <a:pPr indent="-215900" lvl="1" marL="742950" rtl="0" algn="just">
              <a:lnSpc>
                <a:spcPct val="90000"/>
              </a:lnSpc>
              <a:spcBef>
                <a:spcPts val="0"/>
              </a:spcBef>
              <a:spcAft>
                <a:spcPts val="0"/>
              </a:spcAft>
              <a:buClr>
                <a:schemeClr val="dk1"/>
              </a:buClr>
              <a:buSzPts val="1100"/>
              <a:buNone/>
            </a:pPr>
            <a:r>
              <a:t/>
            </a:r>
            <a:endParaRPr b="1" sz="1900">
              <a:latin typeface="Times New Roman"/>
              <a:ea typeface="Times New Roman"/>
              <a:cs typeface="Times New Roman"/>
              <a:sym typeface="Times New Roman"/>
            </a:endParaRPr>
          </a:p>
          <a:p>
            <a:pPr indent="-317500" lvl="1" marL="742950" rtl="0" algn="just">
              <a:lnSpc>
                <a:spcPct val="90000"/>
              </a:lnSpc>
              <a:spcBef>
                <a:spcPts val="0"/>
              </a:spcBef>
              <a:spcAft>
                <a:spcPts val="0"/>
              </a:spcAft>
              <a:buClr>
                <a:schemeClr val="dk1"/>
              </a:buClr>
              <a:buSzPts val="1600"/>
              <a:buChar char="○"/>
            </a:pPr>
            <a:r>
              <a:rPr lang="en-US" sz="1900">
                <a:latin typeface="Times New Roman"/>
                <a:ea typeface="Times New Roman"/>
                <a:cs typeface="Times New Roman"/>
                <a:sym typeface="Times New Roman"/>
              </a:rPr>
              <a:t>Defines the agent’s behavior i.e maps states for actions.</a:t>
            </a:r>
            <a:endParaRPr sz="1850"/>
          </a:p>
          <a:p>
            <a:pPr indent="-317500" lvl="1" marL="742950" rtl="0" algn="just">
              <a:lnSpc>
                <a:spcPct val="90000"/>
              </a:lnSpc>
              <a:spcBef>
                <a:spcPts val="0"/>
              </a:spcBef>
              <a:spcAft>
                <a:spcPts val="0"/>
              </a:spcAft>
              <a:buClr>
                <a:schemeClr val="dk1"/>
              </a:buClr>
              <a:buSzPts val="1600"/>
              <a:buChar char="○"/>
            </a:pPr>
            <a:r>
              <a:rPr lang="en-US" sz="1900">
                <a:latin typeface="Times New Roman"/>
                <a:ea typeface="Times New Roman"/>
                <a:cs typeface="Times New Roman"/>
                <a:sym typeface="Times New Roman"/>
              </a:rPr>
              <a:t>Can be simple rules or complex computations.</a:t>
            </a:r>
            <a:endParaRPr sz="1850"/>
          </a:p>
          <a:p>
            <a:pPr indent="-317500" lvl="1" marL="742950" rtl="0" algn="just">
              <a:lnSpc>
                <a:spcPct val="90000"/>
              </a:lnSpc>
              <a:spcBef>
                <a:spcPts val="0"/>
              </a:spcBef>
              <a:spcAft>
                <a:spcPts val="0"/>
              </a:spcAft>
              <a:buClr>
                <a:schemeClr val="dk1"/>
              </a:buClr>
              <a:buSzPts val="1600"/>
              <a:buChar char="○"/>
            </a:pPr>
            <a:r>
              <a:rPr b="1" lang="en-US" sz="1900">
                <a:latin typeface="Times New Roman"/>
                <a:ea typeface="Times New Roman"/>
                <a:cs typeface="Times New Roman"/>
                <a:sym typeface="Times New Roman"/>
              </a:rPr>
              <a:t>Example:</a:t>
            </a:r>
            <a:r>
              <a:rPr lang="en-US" sz="1900">
                <a:latin typeface="Times New Roman"/>
                <a:ea typeface="Times New Roman"/>
                <a:cs typeface="Times New Roman"/>
                <a:sym typeface="Times New Roman"/>
              </a:rPr>
              <a:t> An autonomous car maps pedestrian detection to make necessary stops.</a:t>
            </a:r>
            <a:endParaRPr sz="1850"/>
          </a:p>
          <a:p>
            <a:pPr indent="-215900" lvl="1" marL="742950" rtl="0" algn="just">
              <a:lnSpc>
                <a:spcPct val="90000"/>
              </a:lnSpc>
              <a:spcBef>
                <a:spcPts val="0"/>
              </a:spcBef>
              <a:spcAft>
                <a:spcPts val="0"/>
              </a:spcAft>
              <a:buClr>
                <a:schemeClr val="dk1"/>
              </a:buClr>
              <a:buSzPts val="1100"/>
              <a:buNone/>
            </a:pPr>
            <a:r>
              <a:t/>
            </a:r>
            <a:endParaRPr sz="1900">
              <a:latin typeface="Times New Roman"/>
              <a:ea typeface="Times New Roman"/>
              <a:cs typeface="Times New Roman"/>
              <a:sym typeface="Times New Roman"/>
            </a:endParaRPr>
          </a:p>
          <a:p>
            <a:pPr indent="0" lvl="1" marL="457200" rtl="0" algn="just">
              <a:lnSpc>
                <a:spcPct val="90000"/>
              </a:lnSpc>
              <a:spcBef>
                <a:spcPts val="0"/>
              </a:spcBef>
              <a:spcAft>
                <a:spcPts val="0"/>
              </a:spcAft>
              <a:buClr>
                <a:schemeClr val="dk1"/>
              </a:buClr>
              <a:buSzPts val="1100"/>
              <a:buNone/>
            </a:pPr>
            <a:r>
              <a:rPr b="1" lang="en-US" sz="1900">
                <a:latin typeface="Times New Roman"/>
                <a:ea typeface="Times New Roman"/>
                <a:cs typeface="Times New Roman"/>
                <a:sym typeface="Times New Roman"/>
              </a:rPr>
              <a:t>2. Reward Signal</a:t>
            </a:r>
            <a:endParaRPr sz="1850"/>
          </a:p>
          <a:p>
            <a:pPr indent="-317500" lvl="1" marL="742950" rtl="0" algn="just">
              <a:lnSpc>
                <a:spcPct val="90000"/>
              </a:lnSpc>
              <a:spcBef>
                <a:spcPts val="0"/>
              </a:spcBef>
              <a:spcAft>
                <a:spcPts val="0"/>
              </a:spcAft>
              <a:buClr>
                <a:schemeClr val="dk1"/>
              </a:buClr>
              <a:buSzPts val="1600"/>
              <a:buChar char="○"/>
            </a:pPr>
            <a:r>
              <a:rPr lang="en-US" sz="1900">
                <a:latin typeface="Times New Roman"/>
                <a:ea typeface="Times New Roman"/>
                <a:cs typeface="Times New Roman"/>
                <a:sym typeface="Times New Roman"/>
              </a:rPr>
              <a:t>Represents the goal of the RL problem.</a:t>
            </a:r>
            <a:endParaRPr sz="1850"/>
          </a:p>
          <a:p>
            <a:pPr indent="-317500" lvl="1" marL="742950" rtl="0" algn="just">
              <a:lnSpc>
                <a:spcPct val="90000"/>
              </a:lnSpc>
              <a:spcBef>
                <a:spcPts val="0"/>
              </a:spcBef>
              <a:spcAft>
                <a:spcPts val="0"/>
              </a:spcAft>
              <a:buClr>
                <a:schemeClr val="dk1"/>
              </a:buClr>
              <a:buSzPts val="1600"/>
              <a:buChar char="○"/>
            </a:pPr>
            <a:r>
              <a:rPr lang="en-US" sz="1900">
                <a:latin typeface="Times New Roman"/>
                <a:ea typeface="Times New Roman"/>
                <a:cs typeface="Times New Roman"/>
                <a:sym typeface="Times New Roman"/>
              </a:rPr>
              <a:t>Guides the agent by providing feedback (positive/negative rewards).</a:t>
            </a:r>
            <a:endParaRPr sz="1850"/>
          </a:p>
          <a:p>
            <a:pPr indent="-317500" lvl="1" marL="742950" rtl="0" algn="just">
              <a:lnSpc>
                <a:spcPct val="90000"/>
              </a:lnSpc>
              <a:spcBef>
                <a:spcPts val="0"/>
              </a:spcBef>
              <a:spcAft>
                <a:spcPts val="0"/>
              </a:spcAft>
              <a:buClr>
                <a:schemeClr val="dk1"/>
              </a:buClr>
              <a:buSzPts val="1600"/>
              <a:buChar char="○"/>
            </a:pPr>
            <a:r>
              <a:rPr b="1" lang="en-US" sz="1900">
                <a:latin typeface="Times New Roman"/>
                <a:ea typeface="Times New Roman"/>
                <a:cs typeface="Times New Roman"/>
                <a:sym typeface="Times New Roman"/>
              </a:rPr>
              <a:t>Example: </a:t>
            </a:r>
            <a:r>
              <a:rPr lang="en-US" sz="1900">
                <a:latin typeface="Times New Roman"/>
                <a:ea typeface="Times New Roman"/>
                <a:cs typeface="Times New Roman"/>
                <a:sym typeface="Times New Roman"/>
              </a:rPr>
              <a:t>For self-driving cars rewards can be fewer collisions, shorter travel time, lane discipline.</a:t>
            </a:r>
            <a:endParaRPr sz="1850"/>
          </a:p>
          <a:p>
            <a:pPr indent="-215900" lvl="1" marL="742950" rtl="0" algn="just">
              <a:lnSpc>
                <a:spcPct val="90000"/>
              </a:lnSpc>
              <a:spcBef>
                <a:spcPts val="0"/>
              </a:spcBef>
              <a:spcAft>
                <a:spcPts val="0"/>
              </a:spcAft>
              <a:buClr>
                <a:schemeClr val="dk1"/>
              </a:buClr>
              <a:buSzPts val="1100"/>
              <a:buNone/>
            </a:pPr>
            <a:r>
              <a:t/>
            </a:r>
            <a:endParaRPr sz="25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Core Components</a:t>
            </a:r>
            <a:endParaRPr/>
          </a:p>
        </p:txBody>
      </p:sp>
      <p:sp>
        <p:nvSpPr>
          <p:cNvPr id="202" name="Google Shape;202;p10"/>
          <p:cNvSpPr txBox="1"/>
          <p:nvPr>
            <p:ph idx="1" type="body"/>
          </p:nvPr>
        </p:nvSpPr>
        <p:spPr>
          <a:xfrm>
            <a:off x="372032" y="1236600"/>
            <a:ext cx="8520600" cy="3416400"/>
          </a:xfrm>
          <a:prstGeom prst="rect">
            <a:avLst/>
          </a:prstGeom>
          <a:noFill/>
          <a:ln>
            <a:noFill/>
          </a:ln>
        </p:spPr>
        <p:txBody>
          <a:bodyPr anchorCtr="0" anchor="t" bIns="91425" lIns="91425" spcFirstLastPara="1" rIns="91425" wrap="square" tIns="91425">
            <a:noAutofit/>
          </a:bodyPr>
          <a:lstStyle/>
          <a:p>
            <a:pPr indent="0" lvl="0" marL="0" rtl="0" algn="just">
              <a:lnSpc>
                <a:spcPct val="90000"/>
              </a:lnSpc>
              <a:spcBef>
                <a:spcPts val="0"/>
              </a:spcBef>
              <a:spcAft>
                <a:spcPts val="0"/>
              </a:spcAft>
              <a:buClr>
                <a:schemeClr val="dk1"/>
              </a:buClr>
              <a:buSzPts val="1100"/>
              <a:buNone/>
            </a:pPr>
            <a:r>
              <a:t/>
            </a:r>
            <a:endParaRPr sz="2400">
              <a:latin typeface="Times New Roman"/>
              <a:ea typeface="Times New Roman"/>
              <a:cs typeface="Times New Roman"/>
              <a:sym typeface="Times New Roman"/>
            </a:endParaRPr>
          </a:p>
          <a:p>
            <a:pPr indent="0" lvl="1" marL="457200" rtl="0" algn="just">
              <a:lnSpc>
                <a:spcPct val="90000"/>
              </a:lnSpc>
              <a:spcBef>
                <a:spcPts val="0"/>
              </a:spcBef>
              <a:spcAft>
                <a:spcPts val="0"/>
              </a:spcAft>
              <a:buClr>
                <a:schemeClr val="dk1"/>
              </a:buClr>
              <a:buSzPts val="1100"/>
              <a:buNone/>
            </a:pPr>
            <a:r>
              <a:rPr b="1" lang="en-US" sz="1800">
                <a:latin typeface="Times New Roman"/>
                <a:ea typeface="Times New Roman"/>
                <a:cs typeface="Times New Roman"/>
                <a:sym typeface="Times New Roman"/>
              </a:rPr>
              <a:t>3. Value Function</a:t>
            </a:r>
            <a:endParaRPr sz="1750"/>
          </a:p>
          <a:p>
            <a:pPr indent="-368300" lvl="1" marL="800100" rtl="0" algn="just">
              <a:lnSpc>
                <a:spcPct val="90000"/>
              </a:lnSpc>
              <a:spcBef>
                <a:spcPts val="0"/>
              </a:spcBef>
              <a:spcAft>
                <a:spcPts val="0"/>
              </a:spcAft>
              <a:buClr>
                <a:schemeClr val="dk1"/>
              </a:buClr>
              <a:buSzPts val="1500"/>
              <a:buFont typeface="Courier New"/>
              <a:buChar char="o"/>
            </a:pPr>
            <a:r>
              <a:rPr lang="en-US" sz="1800">
                <a:latin typeface="Times New Roman"/>
                <a:ea typeface="Times New Roman"/>
                <a:cs typeface="Times New Roman"/>
                <a:sym typeface="Times New Roman"/>
              </a:rPr>
              <a:t>Evaluates long-term benefits, not just immediate rewards.</a:t>
            </a:r>
            <a:endParaRPr sz="1750"/>
          </a:p>
          <a:p>
            <a:pPr indent="-368300" lvl="1" marL="800100" rtl="0" algn="just">
              <a:lnSpc>
                <a:spcPct val="90000"/>
              </a:lnSpc>
              <a:spcBef>
                <a:spcPts val="0"/>
              </a:spcBef>
              <a:spcAft>
                <a:spcPts val="0"/>
              </a:spcAft>
              <a:buClr>
                <a:schemeClr val="dk1"/>
              </a:buClr>
              <a:buSzPts val="1500"/>
              <a:buFont typeface="Courier New"/>
              <a:buChar char="o"/>
            </a:pPr>
            <a:r>
              <a:rPr lang="en-US" sz="1800">
                <a:latin typeface="Times New Roman"/>
                <a:ea typeface="Times New Roman"/>
                <a:cs typeface="Times New Roman"/>
                <a:sym typeface="Times New Roman"/>
              </a:rPr>
              <a:t>Measures desirability of a state considering future outcomes.</a:t>
            </a:r>
            <a:endParaRPr sz="1750"/>
          </a:p>
          <a:p>
            <a:pPr indent="-368300" lvl="1" marL="800100" rtl="0" algn="just">
              <a:lnSpc>
                <a:spcPct val="90000"/>
              </a:lnSpc>
              <a:spcBef>
                <a:spcPts val="0"/>
              </a:spcBef>
              <a:spcAft>
                <a:spcPts val="0"/>
              </a:spcAft>
              <a:buClr>
                <a:schemeClr val="dk1"/>
              </a:buClr>
              <a:buSzPts val="1500"/>
              <a:buFont typeface="Courier New"/>
              <a:buChar char="o"/>
            </a:pPr>
            <a:r>
              <a:rPr b="1" lang="en-US" sz="1800">
                <a:latin typeface="Times New Roman"/>
                <a:ea typeface="Times New Roman"/>
                <a:cs typeface="Times New Roman"/>
                <a:sym typeface="Times New Roman"/>
              </a:rPr>
              <a:t>Example: </a:t>
            </a:r>
            <a:r>
              <a:rPr lang="en-US" sz="1800">
                <a:latin typeface="Times New Roman"/>
                <a:ea typeface="Times New Roman"/>
                <a:cs typeface="Times New Roman"/>
                <a:sym typeface="Times New Roman"/>
              </a:rPr>
              <a:t>A vehicle may avoid reckless maneuvers (short-term gain) to maximize overall safety and efficiency.</a:t>
            </a:r>
            <a:endParaRPr sz="1750"/>
          </a:p>
          <a:p>
            <a:pPr indent="0" lvl="1" marL="457200" rtl="0" algn="just">
              <a:lnSpc>
                <a:spcPct val="90000"/>
              </a:lnSpc>
              <a:spcBef>
                <a:spcPts val="0"/>
              </a:spcBef>
              <a:spcAft>
                <a:spcPts val="0"/>
              </a:spcAft>
              <a:buClr>
                <a:schemeClr val="dk1"/>
              </a:buClr>
              <a:buSzPts val="1100"/>
              <a:buNone/>
            </a:pPr>
            <a:r>
              <a:t/>
            </a:r>
            <a:endParaRPr sz="1800">
              <a:latin typeface="Times New Roman"/>
              <a:ea typeface="Times New Roman"/>
              <a:cs typeface="Times New Roman"/>
              <a:sym typeface="Times New Roman"/>
            </a:endParaRPr>
          </a:p>
          <a:p>
            <a:pPr indent="0" lvl="1" marL="457200" rtl="0" algn="just">
              <a:lnSpc>
                <a:spcPct val="90000"/>
              </a:lnSpc>
              <a:spcBef>
                <a:spcPts val="0"/>
              </a:spcBef>
              <a:spcAft>
                <a:spcPts val="0"/>
              </a:spcAft>
              <a:buClr>
                <a:schemeClr val="dk1"/>
              </a:buClr>
              <a:buSzPts val="1100"/>
              <a:buNone/>
            </a:pPr>
            <a:r>
              <a:rPr b="1" lang="en-US" sz="1800">
                <a:latin typeface="Times New Roman"/>
                <a:ea typeface="Times New Roman"/>
                <a:cs typeface="Times New Roman"/>
                <a:sym typeface="Times New Roman"/>
              </a:rPr>
              <a:t>4. Model</a:t>
            </a:r>
            <a:endParaRPr sz="1750"/>
          </a:p>
          <a:p>
            <a:pPr indent="-311150" lvl="1" marL="742950" rtl="0" algn="just">
              <a:lnSpc>
                <a:spcPct val="90000"/>
              </a:lnSpc>
              <a:spcBef>
                <a:spcPts val="0"/>
              </a:spcBef>
              <a:spcAft>
                <a:spcPts val="0"/>
              </a:spcAft>
              <a:buClr>
                <a:schemeClr val="dk1"/>
              </a:buClr>
              <a:buSzPts val="1500"/>
              <a:buChar char="○"/>
            </a:pPr>
            <a:r>
              <a:rPr lang="en-US" sz="1800">
                <a:latin typeface="Times New Roman"/>
                <a:ea typeface="Times New Roman"/>
                <a:cs typeface="Times New Roman"/>
                <a:sym typeface="Times New Roman"/>
              </a:rPr>
              <a:t>Simulates the environment to predict outcomes of actions.</a:t>
            </a:r>
            <a:endParaRPr sz="1750"/>
          </a:p>
          <a:p>
            <a:pPr indent="-311150" lvl="1" marL="742950" rtl="0" algn="just">
              <a:lnSpc>
                <a:spcPct val="90000"/>
              </a:lnSpc>
              <a:spcBef>
                <a:spcPts val="0"/>
              </a:spcBef>
              <a:spcAft>
                <a:spcPts val="0"/>
              </a:spcAft>
              <a:buClr>
                <a:schemeClr val="dk1"/>
              </a:buClr>
              <a:buSzPts val="1500"/>
              <a:buChar char="○"/>
            </a:pPr>
            <a:r>
              <a:rPr lang="en-US" sz="1800">
                <a:latin typeface="Times New Roman"/>
                <a:ea typeface="Times New Roman"/>
                <a:cs typeface="Times New Roman"/>
                <a:sym typeface="Times New Roman"/>
              </a:rPr>
              <a:t>Enables planning and foresight.</a:t>
            </a:r>
            <a:endParaRPr sz="1750"/>
          </a:p>
          <a:p>
            <a:pPr indent="-311150" lvl="1" marL="742950" rtl="0" algn="just">
              <a:lnSpc>
                <a:spcPct val="90000"/>
              </a:lnSpc>
              <a:spcBef>
                <a:spcPts val="0"/>
              </a:spcBef>
              <a:spcAft>
                <a:spcPts val="0"/>
              </a:spcAft>
              <a:buClr>
                <a:schemeClr val="dk1"/>
              </a:buClr>
              <a:buSzPts val="1500"/>
              <a:buChar char="○"/>
            </a:pPr>
            <a:r>
              <a:rPr b="1" lang="en-US" sz="1800">
                <a:latin typeface="Times New Roman"/>
                <a:ea typeface="Times New Roman"/>
                <a:cs typeface="Times New Roman"/>
                <a:sym typeface="Times New Roman"/>
              </a:rPr>
              <a:t>Example: </a:t>
            </a:r>
            <a:r>
              <a:rPr lang="en-US" sz="1800">
                <a:latin typeface="Times New Roman"/>
                <a:ea typeface="Times New Roman"/>
                <a:cs typeface="Times New Roman"/>
                <a:sym typeface="Times New Roman"/>
              </a:rPr>
              <a:t>predicting other vehicle’s movements to plan safer routes.</a:t>
            </a:r>
            <a:endParaRPr sz="1750"/>
          </a:p>
          <a:p>
            <a:pPr indent="-215900" lvl="1" marL="742950" rtl="0" algn="just">
              <a:lnSpc>
                <a:spcPct val="90000"/>
              </a:lnSpc>
              <a:spcBef>
                <a:spcPts val="0"/>
              </a:spcBef>
              <a:spcAft>
                <a:spcPts val="0"/>
              </a:spcAft>
              <a:buClr>
                <a:schemeClr val="dk1"/>
              </a:buClr>
              <a:buSzPts val="1100"/>
              <a:buNone/>
            </a:pPr>
            <a:r>
              <a:t/>
            </a:r>
            <a:endParaRPr sz="24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Working of Reinforcement Learning</a:t>
            </a:r>
            <a:endParaRPr/>
          </a:p>
        </p:txBody>
      </p:sp>
      <p:sp>
        <p:nvSpPr>
          <p:cNvPr id="208" name="Google Shape;208;p11"/>
          <p:cNvSpPr txBox="1"/>
          <p:nvPr>
            <p:ph idx="1" type="body"/>
          </p:nvPr>
        </p:nvSpPr>
        <p:spPr>
          <a:xfrm>
            <a:off x="189150" y="1318675"/>
            <a:ext cx="8765700" cy="3416400"/>
          </a:xfrm>
          <a:prstGeom prst="rect">
            <a:avLst/>
          </a:prstGeom>
          <a:noFill/>
          <a:ln>
            <a:noFill/>
          </a:ln>
        </p:spPr>
        <p:txBody>
          <a:bodyPr anchorCtr="0" anchor="t" bIns="91425" lIns="91425" spcFirstLastPara="1" rIns="91425" wrap="square" tIns="91425">
            <a:noAutofit/>
          </a:bodyPr>
          <a:lstStyle/>
          <a:p>
            <a:pPr indent="0" lvl="1" marL="0" rtl="0" algn="just">
              <a:lnSpc>
                <a:spcPct val="90000"/>
              </a:lnSpc>
              <a:spcBef>
                <a:spcPts val="0"/>
              </a:spcBef>
              <a:spcAft>
                <a:spcPts val="0"/>
              </a:spcAft>
              <a:buClr>
                <a:schemeClr val="dk1"/>
              </a:buClr>
              <a:buSzPts val="1100"/>
              <a:buNone/>
            </a:pPr>
            <a:r>
              <a:rPr b="1" lang="en-US" sz="2200">
                <a:latin typeface="Times New Roman"/>
                <a:ea typeface="Times New Roman"/>
                <a:cs typeface="Times New Roman"/>
                <a:sym typeface="Times New Roman"/>
              </a:rPr>
              <a:t>The agent interacts iteratively with its environment in a feedback loop:</a:t>
            </a:r>
            <a:endParaRPr sz="2200"/>
          </a:p>
          <a:p>
            <a:pPr indent="0" lvl="1" marL="457200" rtl="0" algn="just">
              <a:lnSpc>
                <a:spcPct val="90000"/>
              </a:lnSpc>
              <a:spcBef>
                <a:spcPts val="0"/>
              </a:spcBef>
              <a:spcAft>
                <a:spcPts val="0"/>
              </a:spcAft>
              <a:buClr>
                <a:schemeClr val="dk1"/>
              </a:buClr>
              <a:buSzPts val="1100"/>
              <a:buNone/>
            </a:pPr>
            <a:r>
              <a:t/>
            </a:r>
            <a:endParaRPr b="1" sz="2200">
              <a:latin typeface="Times New Roman"/>
              <a:ea typeface="Times New Roman"/>
              <a:cs typeface="Times New Roman"/>
              <a:sym typeface="Times New Roman"/>
            </a:endParaRPr>
          </a:p>
          <a:p>
            <a:pPr indent="-412750" lvl="1" marL="800100" rtl="0" algn="just">
              <a:lnSpc>
                <a:spcPct val="90000"/>
              </a:lnSpc>
              <a:spcBef>
                <a:spcPts val="0"/>
              </a:spcBef>
              <a:spcAft>
                <a:spcPts val="0"/>
              </a:spcAft>
              <a:buClr>
                <a:schemeClr val="dk1"/>
              </a:buClr>
              <a:buSzPts val="2200"/>
              <a:buFont typeface="Courier New"/>
              <a:buChar char="o"/>
            </a:pPr>
            <a:r>
              <a:rPr lang="en-US" sz="2200">
                <a:latin typeface="Times New Roman"/>
                <a:ea typeface="Times New Roman"/>
                <a:cs typeface="Times New Roman"/>
                <a:sym typeface="Times New Roman"/>
              </a:rPr>
              <a:t>The agent observes the current state of the environment.</a:t>
            </a:r>
            <a:endParaRPr sz="2200"/>
          </a:p>
          <a:p>
            <a:pPr indent="-412750" lvl="1" marL="800100" rtl="0" algn="just">
              <a:lnSpc>
                <a:spcPct val="90000"/>
              </a:lnSpc>
              <a:spcBef>
                <a:spcPts val="0"/>
              </a:spcBef>
              <a:spcAft>
                <a:spcPts val="0"/>
              </a:spcAft>
              <a:buClr>
                <a:schemeClr val="dk1"/>
              </a:buClr>
              <a:buSzPts val="2200"/>
              <a:buFont typeface="Courier New"/>
              <a:buChar char="o"/>
            </a:pPr>
            <a:r>
              <a:rPr lang="en-US" sz="2200">
                <a:latin typeface="Times New Roman"/>
                <a:ea typeface="Times New Roman"/>
                <a:cs typeface="Times New Roman"/>
                <a:sym typeface="Times New Roman"/>
              </a:rPr>
              <a:t>It chooses and performs an action based on its policy.</a:t>
            </a:r>
            <a:endParaRPr sz="2200"/>
          </a:p>
          <a:p>
            <a:pPr indent="-412750" lvl="1" marL="800100" rtl="0" algn="just">
              <a:lnSpc>
                <a:spcPct val="90000"/>
              </a:lnSpc>
              <a:spcBef>
                <a:spcPts val="0"/>
              </a:spcBef>
              <a:spcAft>
                <a:spcPts val="0"/>
              </a:spcAft>
              <a:buClr>
                <a:schemeClr val="dk1"/>
              </a:buClr>
              <a:buSzPts val="2200"/>
              <a:buFont typeface="Courier New"/>
              <a:buChar char="o"/>
            </a:pPr>
            <a:r>
              <a:rPr lang="en-US" sz="2200">
                <a:latin typeface="Times New Roman"/>
                <a:ea typeface="Times New Roman"/>
                <a:cs typeface="Times New Roman"/>
                <a:sym typeface="Times New Roman"/>
              </a:rPr>
              <a:t>The environment responds by transitioning to a new state and providing a reward (or penalty).</a:t>
            </a:r>
            <a:endParaRPr sz="2200"/>
          </a:p>
          <a:p>
            <a:pPr indent="-412750" lvl="1" marL="800100" rtl="0" algn="just">
              <a:lnSpc>
                <a:spcPct val="90000"/>
              </a:lnSpc>
              <a:spcBef>
                <a:spcPts val="0"/>
              </a:spcBef>
              <a:spcAft>
                <a:spcPts val="0"/>
              </a:spcAft>
              <a:buClr>
                <a:schemeClr val="dk1"/>
              </a:buClr>
              <a:buSzPts val="2200"/>
              <a:buFont typeface="Courier New"/>
              <a:buChar char="o"/>
            </a:pPr>
            <a:r>
              <a:rPr lang="en-US" sz="2200">
                <a:latin typeface="Times New Roman"/>
                <a:ea typeface="Times New Roman"/>
                <a:cs typeface="Times New Roman"/>
                <a:sym typeface="Times New Roman"/>
              </a:rPr>
              <a:t>The agent updates its knowledge (policy, value function) based on the reward received and the new state.</a:t>
            </a:r>
            <a:endParaRPr sz="2200"/>
          </a:p>
          <a:p>
            <a:pPr indent="-412750" lvl="1" marL="800100" rtl="0" algn="just">
              <a:lnSpc>
                <a:spcPct val="90000"/>
              </a:lnSpc>
              <a:spcBef>
                <a:spcPts val="0"/>
              </a:spcBef>
              <a:spcAft>
                <a:spcPts val="0"/>
              </a:spcAft>
              <a:buClr>
                <a:schemeClr val="dk1"/>
              </a:buClr>
              <a:buSzPts val="2200"/>
              <a:buFont typeface="Courier New"/>
              <a:buChar char="o"/>
            </a:pPr>
            <a:r>
              <a:rPr lang="en-US" sz="2200">
                <a:latin typeface="Times New Roman"/>
                <a:ea typeface="Times New Roman"/>
                <a:cs typeface="Times New Roman"/>
                <a:sym typeface="Times New Roman"/>
              </a:rPr>
              <a:t>This cycle repeats with the agent balancing exploration (trying new actions) and exploitation (using known good actions) to maximize the cumulative reward over time.</a:t>
            </a:r>
            <a:endParaRPr sz="22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Online versus offline learning</a:t>
            </a:r>
            <a:endParaRPr/>
          </a:p>
        </p:txBody>
      </p:sp>
      <p:sp>
        <p:nvSpPr>
          <p:cNvPr id="214" name="Google Shape;214;p12"/>
          <p:cNvSpPr txBox="1"/>
          <p:nvPr>
            <p:ph idx="1" type="body"/>
          </p:nvPr>
        </p:nvSpPr>
        <p:spPr>
          <a:xfrm>
            <a:off x="311700" y="1252300"/>
            <a:ext cx="8520600" cy="1428900"/>
          </a:xfrm>
          <a:prstGeom prst="rect">
            <a:avLst/>
          </a:prstGeom>
          <a:noFill/>
          <a:ln>
            <a:noFill/>
          </a:ln>
        </p:spPr>
        <p:txBody>
          <a:bodyPr anchorCtr="0" anchor="t" bIns="91425" lIns="91425" spcFirstLastPara="1" rIns="91425" wrap="square" tIns="91425">
            <a:noAutofit/>
          </a:bodyPr>
          <a:lstStyle/>
          <a:p>
            <a:pPr indent="0" lvl="1" marL="88900" rtl="0" algn="just">
              <a:lnSpc>
                <a:spcPct val="90000"/>
              </a:lnSpc>
              <a:spcBef>
                <a:spcPts val="0"/>
              </a:spcBef>
              <a:spcAft>
                <a:spcPts val="0"/>
              </a:spcAft>
              <a:buClr>
                <a:schemeClr val="dk1"/>
              </a:buClr>
              <a:buSzPts val="1100"/>
              <a:buNone/>
            </a:pPr>
            <a:r>
              <a:rPr b="1" lang="en-US" sz="1800">
                <a:latin typeface="Times New Roman"/>
                <a:ea typeface="Times New Roman"/>
                <a:cs typeface="Times New Roman"/>
                <a:sym typeface="Times New Roman"/>
              </a:rPr>
              <a:t>Online Learning:- </a:t>
            </a:r>
            <a:endParaRPr sz="1750"/>
          </a:p>
          <a:p>
            <a:pPr indent="-311150" lvl="1" marL="374650" rtl="0" algn="just">
              <a:lnSpc>
                <a:spcPct val="90000"/>
              </a:lnSpc>
              <a:spcBef>
                <a:spcPts val="0"/>
              </a:spcBef>
              <a:spcAft>
                <a:spcPts val="0"/>
              </a:spcAft>
              <a:buClr>
                <a:schemeClr val="dk1"/>
              </a:buClr>
              <a:buSzPts val="1500"/>
              <a:buChar char="○"/>
            </a:pPr>
            <a:r>
              <a:rPr lang="en-US" sz="1800">
                <a:latin typeface="Times New Roman"/>
                <a:ea typeface="Times New Roman"/>
                <a:cs typeface="Times New Roman"/>
                <a:sym typeface="Times New Roman"/>
              </a:rPr>
              <a:t>Here, an agent collects data directly from interacting with its surrounding environment. </a:t>
            </a:r>
            <a:endParaRPr sz="1750"/>
          </a:p>
          <a:p>
            <a:pPr indent="-311150" lvl="1" marL="374650" rtl="0" algn="just">
              <a:lnSpc>
                <a:spcPct val="90000"/>
              </a:lnSpc>
              <a:spcBef>
                <a:spcPts val="0"/>
              </a:spcBef>
              <a:spcAft>
                <a:spcPts val="0"/>
              </a:spcAft>
              <a:buClr>
                <a:schemeClr val="dk1"/>
              </a:buClr>
              <a:buSzPts val="1500"/>
              <a:buChar char="○"/>
            </a:pPr>
            <a:r>
              <a:rPr lang="en-US" sz="1800">
                <a:latin typeface="Times New Roman"/>
                <a:ea typeface="Times New Roman"/>
                <a:cs typeface="Times New Roman"/>
                <a:sym typeface="Times New Roman"/>
              </a:rPr>
              <a:t>This data is processed and collected iteratively as the agent continues interacting with that environment.</a:t>
            </a:r>
            <a:endParaRPr sz="1750"/>
          </a:p>
          <a:p>
            <a:pPr indent="-215900" lvl="1" marL="374650" rtl="0" algn="just">
              <a:lnSpc>
                <a:spcPct val="90000"/>
              </a:lnSpc>
              <a:spcBef>
                <a:spcPts val="0"/>
              </a:spcBef>
              <a:spcAft>
                <a:spcPts val="0"/>
              </a:spcAft>
              <a:buClr>
                <a:schemeClr val="dk1"/>
              </a:buClr>
              <a:buSzPts val="1100"/>
              <a:buNone/>
            </a:pPr>
            <a:r>
              <a:t/>
            </a:r>
            <a:endParaRPr sz="1800">
              <a:latin typeface="Times New Roman"/>
              <a:ea typeface="Times New Roman"/>
              <a:cs typeface="Times New Roman"/>
              <a:sym typeface="Times New Roman"/>
            </a:endParaRPr>
          </a:p>
          <a:p>
            <a:pPr indent="-215900" lvl="1" marL="374650" rtl="0" algn="just">
              <a:lnSpc>
                <a:spcPct val="90000"/>
              </a:lnSpc>
              <a:spcBef>
                <a:spcPts val="0"/>
              </a:spcBef>
              <a:spcAft>
                <a:spcPts val="0"/>
              </a:spcAft>
              <a:buClr>
                <a:schemeClr val="dk1"/>
              </a:buClr>
              <a:buSzPts val="1100"/>
              <a:buNone/>
            </a:pPr>
            <a:r>
              <a:t/>
            </a:r>
            <a:endParaRPr sz="2400">
              <a:latin typeface="Times New Roman"/>
              <a:ea typeface="Times New Roman"/>
              <a:cs typeface="Times New Roman"/>
              <a:sym typeface="Times New Roman"/>
            </a:endParaRPr>
          </a:p>
        </p:txBody>
      </p:sp>
      <p:pic>
        <p:nvPicPr>
          <p:cNvPr descr="Diagram for reinforcement learning topic page" id="215" name="Google Shape;215;p12"/>
          <p:cNvPicPr preferRelativeResize="0"/>
          <p:nvPr/>
        </p:nvPicPr>
        <p:blipFill rotWithShape="1">
          <a:blip r:embed="rId3">
            <a:alphaModFix/>
          </a:blip>
          <a:srcRect b="51507" l="0" r="0" t="0"/>
          <a:stretch/>
        </p:blipFill>
        <p:spPr>
          <a:xfrm>
            <a:off x="722313" y="2681193"/>
            <a:ext cx="7699373" cy="21018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Online versus offline learning</a:t>
            </a:r>
            <a:endParaRPr/>
          </a:p>
        </p:txBody>
      </p:sp>
      <p:sp>
        <p:nvSpPr>
          <p:cNvPr id="221" name="Google Shape;221;p13"/>
          <p:cNvSpPr txBox="1"/>
          <p:nvPr>
            <p:ph idx="1" type="body"/>
          </p:nvPr>
        </p:nvSpPr>
        <p:spPr>
          <a:xfrm>
            <a:off x="399382" y="1017725"/>
            <a:ext cx="8520600" cy="3416400"/>
          </a:xfrm>
          <a:prstGeom prst="rect">
            <a:avLst/>
          </a:prstGeom>
          <a:noFill/>
          <a:ln>
            <a:noFill/>
          </a:ln>
        </p:spPr>
        <p:txBody>
          <a:bodyPr anchorCtr="0" anchor="t" bIns="91425" lIns="91425" spcFirstLastPara="1" rIns="91425" wrap="square" tIns="91425">
            <a:noAutofit/>
          </a:bodyPr>
          <a:lstStyle/>
          <a:p>
            <a:pPr indent="0" lvl="1" marL="457200" rtl="0" algn="just">
              <a:lnSpc>
                <a:spcPct val="90000"/>
              </a:lnSpc>
              <a:spcBef>
                <a:spcPts val="0"/>
              </a:spcBef>
              <a:spcAft>
                <a:spcPts val="0"/>
              </a:spcAft>
              <a:buClr>
                <a:schemeClr val="dk1"/>
              </a:buClr>
              <a:buSzPts val="1100"/>
              <a:buNone/>
            </a:pPr>
            <a:r>
              <a:t/>
            </a:r>
            <a:endParaRPr sz="2000">
              <a:latin typeface="Times New Roman"/>
              <a:ea typeface="Times New Roman"/>
              <a:cs typeface="Times New Roman"/>
              <a:sym typeface="Times New Roman"/>
            </a:endParaRPr>
          </a:p>
          <a:p>
            <a:pPr indent="0" lvl="1" marL="88900" rtl="0" algn="just">
              <a:lnSpc>
                <a:spcPct val="90000"/>
              </a:lnSpc>
              <a:spcBef>
                <a:spcPts val="0"/>
              </a:spcBef>
              <a:spcAft>
                <a:spcPts val="0"/>
              </a:spcAft>
              <a:buClr>
                <a:schemeClr val="dk1"/>
              </a:buClr>
              <a:buSzPts val="1100"/>
              <a:buNone/>
            </a:pPr>
            <a:r>
              <a:rPr b="1" lang="en-US" sz="1400">
                <a:latin typeface="Times New Roman"/>
                <a:ea typeface="Times New Roman"/>
                <a:cs typeface="Times New Roman"/>
                <a:sym typeface="Times New Roman"/>
              </a:rPr>
              <a:t>Offline Learning:-</a:t>
            </a:r>
            <a:endParaRPr/>
          </a:p>
          <a:p>
            <a:pPr indent="-285750" lvl="1" marL="374650" rtl="0" algn="just">
              <a:lnSpc>
                <a:spcPct val="90000"/>
              </a:lnSpc>
              <a:spcBef>
                <a:spcPts val="0"/>
              </a:spcBef>
              <a:spcAft>
                <a:spcPts val="0"/>
              </a:spcAft>
              <a:buClr>
                <a:schemeClr val="dk1"/>
              </a:buClr>
              <a:buSzPts val="1100"/>
              <a:buChar char="○"/>
            </a:pPr>
            <a:r>
              <a:rPr lang="en-US" sz="1400">
                <a:latin typeface="Times New Roman"/>
                <a:ea typeface="Times New Roman"/>
                <a:cs typeface="Times New Roman"/>
                <a:sym typeface="Times New Roman"/>
              </a:rPr>
              <a:t>When an agent does not have direct access to an environment, it can learn through logged data of that environment. </a:t>
            </a:r>
            <a:endParaRPr/>
          </a:p>
          <a:p>
            <a:pPr indent="-285750" lvl="1" marL="374650" rtl="0" algn="just">
              <a:lnSpc>
                <a:spcPct val="90000"/>
              </a:lnSpc>
              <a:spcBef>
                <a:spcPts val="0"/>
              </a:spcBef>
              <a:spcAft>
                <a:spcPts val="0"/>
              </a:spcAft>
              <a:buClr>
                <a:schemeClr val="dk1"/>
              </a:buClr>
              <a:buSzPts val="1100"/>
              <a:buChar char="○"/>
            </a:pPr>
            <a:r>
              <a:rPr lang="en-US" sz="1400">
                <a:latin typeface="Times New Roman"/>
                <a:ea typeface="Times New Roman"/>
                <a:cs typeface="Times New Roman"/>
                <a:sym typeface="Times New Roman"/>
              </a:rPr>
              <a:t>This is offline learning. </a:t>
            </a:r>
            <a:endParaRPr/>
          </a:p>
          <a:p>
            <a:pPr indent="-285750" lvl="1" marL="374650" rtl="0" algn="just">
              <a:lnSpc>
                <a:spcPct val="90000"/>
              </a:lnSpc>
              <a:spcBef>
                <a:spcPts val="0"/>
              </a:spcBef>
              <a:spcAft>
                <a:spcPts val="0"/>
              </a:spcAft>
              <a:buClr>
                <a:schemeClr val="dk1"/>
              </a:buClr>
              <a:buSzPts val="1100"/>
              <a:buChar char="○"/>
            </a:pPr>
            <a:r>
              <a:rPr lang="en-US" sz="1400">
                <a:latin typeface="Times New Roman"/>
                <a:ea typeface="Times New Roman"/>
                <a:cs typeface="Times New Roman"/>
                <a:sym typeface="Times New Roman"/>
              </a:rPr>
              <a:t>A large subset of research has turned to offline learning given practical difficulties in training models through direct interaction with environments.</a:t>
            </a:r>
            <a:endParaRPr/>
          </a:p>
          <a:p>
            <a:pPr indent="-215900" lvl="1" marL="374650" rtl="0" algn="just">
              <a:lnSpc>
                <a:spcPct val="90000"/>
              </a:lnSpc>
              <a:spcBef>
                <a:spcPts val="0"/>
              </a:spcBef>
              <a:spcAft>
                <a:spcPts val="0"/>
              </a:spcAft>
              <a:buClr>
                <a:schemeClr val="dk1"/>
              </a:buClr>
              <a:buSzPts val="1100"/>
              <a:buNone/>
            </a:pPr>
            <a:r>
              <a:t/>
            </a:r>
            <a:endParaRPr sz="2000">
              <a:latin typeface="Times New Roman"/>
              <a:ea typeface="Times New Roman"/>
              <a:cs typeface="Times New Roman"/>
              <a:sym typeface="Times New Roman"/>
            </a:endParaRPr>
          </a:p>
        </p:txBody>
      </p:sp>
      <p:pic>
        <p:nvPicPr>
          <p:cNvPr descr="Diagram for reinforcement learning topic page" id="222" name="Google Shape;222;p13"/>
          <p:cNvPicPr preferRelativeResize="0"/>
          <p:nvPr/>
        </p:nvPicPr>
        <p:blipFill rotWithShape="1">
          <a:blip r:embed="rId3">
            <a:alphaModFix/>
          </a:blip>
          <a:srcRect b="0" l="0" r="0" t="51617"/>
          <a:stretch/>
        </p:blipFill>
        <p:spPr>
          <a:xfrm>
            <a:off x="970861" y="2599267"/>
            <a:ext cx="7699374" cy="20970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5000"/>
              </a:lnSpc>
              <a:spcBef>
                <a:spcPts val="0"/>
              </a:spcBef>
              <a:spcAft>
                <a:spcPts val="0"/>
              </a:spcAft>
              <a:buSzPct val="86419"/>
              <a:buNone/>
            </a:pPr>
            <a:r>
              <a:rPr lang="en-US"/>
              <a:t>Examples of Reinforcement Learning Applications</a:t>
            </a:r>
            <a:endParaRPr/>
          </a:p>
        </p:txBody>
      </p:sp>
      <p:sp>
        <p:nvSpPr>
          <p:cNvPr id="228" name="Google Shape;228;p14"/>
          <p:cNvSpPr txBox="1"/>
          <p:nvPr>
            <p:ph idx="1" type="body"/>
          </p:nvPr>
        </p:nvSpPr>
        <p:spPr>
          <a:xfrm>
            <a:off x="311700" y="1162300"/>
            <a:ext cx="8520600" cy="3416400"/>
          </a:xfrm>
          <a:prstGeom prst="rect">
            <a:avLst/>
          </a:prstGeom>
          <a:noFill/>
          <a:ln>
            <a:noFill/>
          </a:ln>
        </p:spPr>
        <p:txBody>
          <a:bodyPr anchorCtr="0" anchor="t" bIns="91425" lIns="91425" spcFirstLastPara="1" rIns="91425" wrap="square" tIns="91425">
            <a:noAutofit/>
          </a:bodyPr>
          <a:lstStyle/>
          <a:p>
            <a:pPr indent="-457200" lvl="0" marL="457200" rtl="0" algn="just">
              <a:lnSpc>
                <a:spcPct val="150000"/>
              </a:lnSpc>
              <a:spcBef>
                <a:spcPts val="0"/>
              </a:spcBef>
              <a:spcAft>
                <a:spcPts val="0"/>
              </a:spcAft>
              <a:buClr>
                <a:schemeClr val="dk1"/>
              </a:buClr>
              <a:buSzPts val="1100"/>
              <a:buFont typeface="Arial"/>
              <a:buAutoNum type="arabicPeriod"/>
            </a:pPr>
            <a:r>
              <a:rPr lang="en-US" sz="1600">
                <a:latin typeface="Times New Roman"/>
                <a:ea typeface="Times New Roman"/>
                <a:cs typeface="Times New Roman"/>
                <a:sym typeface="Times New Roman"/>
              </a:rPr>
              <a:t>Robotics and Automation</a:t>
            </a:r>
            <a:endParaRPr/>
          </a:p>
          <a:p>
            <a:pPr indent="-457200" lvl="0" marL="457200" rtl="0" algn="just">
              <a:lnSpc>
                <a:spcPct val="150000"/>
              </a:lnSpc>
              <a:spcBef>
                <a:spcPts val="0"/>
              </a:spcBef>
              <a:spcAft>
                <a:spcPts val="0"/>
              </a:spcAft>
              <a:buClr>
                <a:schemeClr val="dk1"/>
              </a:buClr>
              <a:buSzPts val="1100"/>
              <a:buFont typeface="Arial"/>
              <a:buAutoNum type="arabicPeriod"/>
            </a:pPr>
            <a:r>
              <a:rPr lang="en-US" sz="1600">
                <a:latin typeface="Times New Roman"/>
                <a:ea typeface="Times New Roman"/>
                <a:cs typeface="Times New Roman"/>
                <a:sym typeface="Times New Roman"/>
              </a:rPr>
              <a:t>Autonomous Vehicles</a:t>
            </a:r>
            <a:endParaRPr/>
          </a:p>
          <a:p>
            <a:pPr indent="-457200" lvl="0" marL="457200" rtl="0" algn="just">
              <a:lnSpc>
                <a:spcPct val="150000"/>
              </a:lnSpc>
              <a:spcBef>
                <a:spcPts val="0"/>
              </a:spcBef>
              <a:spcAft>
                <a:spcPts val="0"/>
              </a:spcAft>
              <a:buClr>
                <a:schemeClr val="dk1"/>
              </a:buClr>
              <a:buSzPts val="1100"/>
              <a:buFont typeface="Arial"/>
              <a:buAutoNum type="arabicPeriod"/>
            </a:pPr>
            <a:r>
              <a:rPr lang="en-US" sz="1600">
                <a:latin typeface="Times New Roman"/>
                <a:ea typeface="Times New Roman"/>
                <a:cs typeface="Times New Roman"/>
                <a:sym typeface="Times New Roman"/>
              </a:rPr>
              <a:t>Healthcare</a:t>
            </a:r>
            <a:endParaRPr/>
          </a:p>
          <a:p>
            <a:pPr indent="-457200" lvl="0" marL="457200" rtl="0" algn="just">
              <a:lnSpc>
                <a:spcPct val="150000"/>
              </a:lnSpc>
              <a:spcBef>
                <a:spcPts val="0"/>
              </a:spcBef>
              <a:spcAft>
                <a:spcPts val="0"/>
              </a:spcAft>
              <a:buClr>
                <a:schemeClr val="dk1"/>
              </a:buClr>
              <a:buSzPts val="1100"/>
              <a:buFont typeface="Arial"/>
              <a:buAutoNum type="arabicPeriod"/>
            </a:pPr>
            <a:r>
              <a:rPr lang="en-US" sz="1600">
                <a:latin typeface="Times New Roman"/>
                <a:ea typeface="Times New Roman"/>
                <a:cs typeface="Times New Roman"/>
                <a:sym typeface="Times New Roman"/>
              </a:rPr>
              <a:t>Finance &amp; Trading</a:t>
            </a:r>
            <a:endParaRPr/>
          </a:p>
          <a:p>
            <a:pPr indent="-457200" lvl="0" marL="457200" rtl="0" algn="just">
              <a:lnSpc>
                <a:spcPct val="150000"/>
              </a:lnSpc>
              <a:spcBef>
                <a:spcPts val="0"/>
              </a:spcBef>
              <a:spcAft>
                <a:spcPts val="0"/>
              </a:spcAft>
              <a:buClr>
                <a:schemeClr val="dk1"/>
              </a:buClr>
              <a:buSzPts val="1100"/>
              <a:buFont typeface="Arial"/>
              <a:buAutoNum type="arabicPeriod"/>
            </a:pPr>
            <a:r>
              <a:rPr lang="en-US" sz="1600">
                <a:latin typeface="Times New Roman"/>
                <a:ea typeface="Times New Roman"/>
                <a:cs typeface="Times New Roman"/>
                <a:sym typeface="Times New Roman"/>
              </a:rPr>
              <a:t>Gaming &amp; Entertainment</a:t>
            </a:r>
            <a:endParaRPr/>
          </a:p>
          <a:p>
            <a:pPr indent="-457200" lvl="0" marL="457200" rtl="0" algn="just">
              <a:lnSpc>
                <a:spcPct val="150000"/>
              </a:lnSpc>
              <a:spcBef>
                <a:spcPts val="0"/>
              </a:spcBef>
              <a:spcAft>
                <a:spcPts val="0"/>
              </a:spcAft>
              <a:buClr>
                <a:schemeClr val="dk1"/>
              </a:buClr>
              <a:buSzPts val="1100"/>
              <a:buFont typeface="Arial"/>
              <a:buAutoNum type="arabicPeriod"/>
            </a:pPr>
            <a:r>
              <a:rPr lang="en-US" sz="1600">
                <a:latin typeface="Times New Roman"/>
                <a:ea typeface="Times New Roman"/>
                <a:cs typeface="Times New Roman"/>
                <a:sym typeface="Times New Roman"/>
              </a:rPr>
              <a:t>Natural Language Processing</a:t>
            </a:r>
            <a:endParaRPr/>
          </a:p>
          <a:p>
            <a:pPr indent="-457200" lvl="0" marL="457200" rtl="0" algn="just">
              <a:lnSpc>
                <a:spcPct val="150000"/>
              </a:lnSpc>
              <a:spcBef>
                <a:spcPts val="0"/>
              </a:spcBef>
              <a:spcAft>
                <a:spcPts val="0"/>
              </a:spcAft>
              <a:buClr>
                <a:schemeClr val="dk1"/>
              </a:buClr>
              <a:buSzPts val="1100"/>
              <a:buFont typeface="Arial"/>
              <a:buAutoNum type="arabicPeriod"/>
            </a:pPr>
            <a:r>
              <a:rPr lang="en-US" sz="1600">
                <a:latin typeface="Times New Roman"/>
                <a:ea typeface="Times New Roman"/>
                <a:cs typeface="Times New Roman"/>
                <a:sym typeface="Times New Roman"/>
              </a:rPr>
              <a:t>Personalized Recommendation Systems</a:t>
            </a:r>
            <a:endParaRPr/>
          </a:p>
          <a:p>
            <a:pPr indent="-457200" lvl="0" marL="457200" rtl="0" algn="just">
              <a:lnSpc>
                <a:spcPct val="150000"/>
              </a:lnSpc>
              <a:spcBef>
                <a:spcPts val="0"/>
              </a:spcBef>
              <a:spcAft>
                <a:spcPts val="0"/>
              </a:spcAft>
              <a:buClr>
                <a:schemeClr val="dk1"/>
              </a:buClr>
              <a:buSzPts val="1100"/>
              <a:buFont typeface="Arial"/>
              <a:buAutoNum type="arabicPeriod"/>
            </a:pPr>
            <a:r>
              <a:rPr lang="en-US" sz="1600">
                <a:latin typeface="Times New Roman"/>
                <a:ea typeface="Times New Roman"/>
                <a:cs typeface="Times New Roman"/>
                <a:sym typeface="Times New Roman"/>
              </a:rPr>
              <a:t>Industrial Control Systems</a:t>
            </a:r>
            <a:endParaRPr/>
          </a:p>
          <a:p>
            <a:pPr indent="-457200" lvl="0" marL="457200" rtl="0" algn="just">
              <a:lnSpc>
                <a:spcPct val="150000"/>
              </a:lnSpc>
              <a:spcBef>
                <a:spcPts val="0"/>
              </a:spcBef>
              <a:spcAft>
                <a:spcPts val="0"/>
              </a:spcAft>
              <a:buClr>
                <a:schemeClr val="dk1"/>
              </a:buClr>
              <a:buSzPts val="1100"/>
              <a:buFont typeface="Arial"/>
              <a:buAutoNum type="arabicPeriod"/>
            </a:pPr>
            <a:r>
              <a:rPr lang="en-US" sz="1600">
                <a:latin typeface="Times New Roman"/>
                <a:ea typeface="Times New Roman"/>
                <a:cs typeface="Times New Roman"/>
                <a:sym typeface="Times New Roman"/>
              </a:rPr>
              <a:t>Energy &amp; Resource Management</a:t>
            </a:r>
            <a:endParaRPr/>
          </a:p>
          <a:p>
            <a:pPr indent="-457200" lvl="0" marL="457200" rtl="0" algn="just">
              <a:lnSpc>
                <a:spcPct val="150000"/>
              </a:lnSpc>
              <a:spcBef>
                <a:spcPts val="0"/>
              </a:spcBef>
              <a:spcAft>
                <a:spcPts val="0"/>
              </a:spcAft>
              <a:buClr>
                <a:schemeClr val="dk1"/>
              </a:buClr>
              <a:buSzPts val="1100"/>
              <a:buFont typeface="Arial"/>
              <a:buAutoNum type="arabicPeriod"/>
            </a:pPr>
            <a:r>
              <a:rPr lang="en-US" sz="1600">
                <a:latin typeface="Times New Roman"/>
                <a:ea typeface="Times New Roman"/>
                <a:cs typeface="Times New Roman"/>
                <a:sym typeface="Times New Roman"/>
              </a:rPr>
              <a:t>Education &amp; Training</a:t>
            </a:r>
            <a:endParaRPr sz="16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