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57" r:id="rId2"/>
    <p:sldId id="408" r:id="rId3"/>
    <p:sldId id="442" r:id="rId4"/>
    <p:sldId id="545" r:id="rId5"/>
    <p:sldId id="549" r:id="rId6"/>
    <p:sldId id="553" r:id="rId7"/>
    <p:sldId id="570" r:id="rId8"/>
    <p:sldId id="552" r:id="rId9"/>
    <p:sldId id="569" r:id="rId10"/>
    <p:sldId id="572" r:id="rId11"/>
    <p:sldId id="546" r:id="rId12"/>
    <p:sldId id="55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ayatu.com/wp-content/uploads/2016/01/diva-beta.tar.gz" TargetMode="External"/><Relationship Id="rId2" Type="http://schemas.openxmlformats.org/officeDocument/2006/relationships/hyperlink" Target="https://developer.android.com/studio/command-line/logcat.html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Debug Bridge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Debug Bridge (adb) is a versatile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tool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lets you communicate with a device.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adb command facilitates a variety of device actions, such as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installing and debugging apps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it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access to a Unix shell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you can use to run a variety of commands on a device.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client,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sends commands.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client runs on your development machine.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invoke a client from a command-line terminal by issuing an adb command.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daemon (adbd),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runs commands on a device. The daemon runs as a background process on each device.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connect device_ip_address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devices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: The instance is not connected to adb or is not responding.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: The instance is connected to the adb server.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device : There is no device connected.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kill-server </a:t>
            </a: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reset your adb host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start-server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connect device_ip_address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devices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devices </a:t>
            </a:r>
          </a:p>
          <a:p>
            <a:pPr lvl="2" algn="just">
              <a:lnSpc>
                <a:spcPct val="150000"/>
              </a:lnSpc>
              <a:buFont typeface="Wingdings" panose="05000000000000000000" charset="0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devices attached </a:t>
            </a:r>
          </a:p>
          <a:p>
            <a:pPr lvl="2" algn="just">
              <a:lnSpc>
                <a:spcPct val="150000"/>
              </a:lnSpc>
              <a:buFont typeface="Wingdings" panose="05000000000000000000" charset="0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4df16ac5115e4e04 device  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[serial no of the device]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Font typeface="Wingdings" panose="05000000000000000000" charset="0"/>
            </a:pP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7f1c864544456o6e device  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[serial no of the device]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shell –s 4df16ac5115e4e04 </a:t>
            </a: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[serial no of the device]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go back to santoku shell form the android the press ctrl + D or exit</a:t>
            </a:r>
            <a:endParaRPr lang="en-US" sz="259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endParaRPr lang="en-US" sz="259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endParaRPr lang="en-US" sz="259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adb push &lt;local&gt; &lt;remote&gt; - pushes the file &lt;local&gt; to &lt;remote&gt;</a:t>
            </a:r>
            <a:endParaRPr lang="en-US" sz="259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5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adb.exe push  Pictures/index.png    /sdcard/Pictures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adb pull &lt;remote&gt; [&lt;local&gt;] - pulls the file &lt;remote&gt; to &lt;local&gt;. If &lt;local&gt; isn’t specified, it will pull to the current folder.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adb.exe pull /sdcard/Pictures/index.png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Android, the logcat command provides a way to view the system debug output. Logs from various applications and portions of the system are collected in a series of circular buffers which then can be viewed and filtered by this command:</a:t>
            </a:r>
          </a:p>
          <a:p>
            <a:pPr marL="914400" lvl="1" indent="-4572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logcat - allows you to view the device log in real-time. </a:t>
            </a:r>
          </a:p>
          <a:p>
            <a:pPr marL="914400" lvl="1" indent="-4572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use adb logcat -b radio to view radio logs, and adb logcat -C to view logs in colour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1965016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adb.exe shell logcat – b radio –v time</a:t>
            </a:r>
          </a:p>
          <a:p>
            <a:pPr marL="914400" lvl="1" indent="-457200" algn="just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https://developer.android.com/studio/command-line/logcat.html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20213" y="2724128"/>
            <a:ext cx="8546121" cy="32476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&lt;file&gt;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installs the given 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to your device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https://payatu.com/wp-content/uploads/2016/01/diva-beta.tar.gz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alt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adb.exe install C:\gfsu\diva.apk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 shell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launches a shell on the device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shell@android:/ $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ls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acct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ddata 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default.prop 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efs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etc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factory </a:t>
            </a:r>
            <a:r>
              <a:rPr lang="en-IN" altLang="en-US" sz="2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etc...</a:t>
            </a:r>
            <a:endParaRPr lang="en-US" sz="22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Android Debug Bridge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3590" y="1434465"/>
            <a:ext cx="2474595" cy="4326255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a.ls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b.cat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c.cd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d.cp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e.chmod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f.dd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ADB Basic Linux</a:t>
            </a:r>
            <a:r>
              <a:rPr lang="en-US" sz="2400" b="1" dirty="0"/>
              <a:t>  </a:t>
            </a:r>
            <a:r>
              <a:rPr lang="en-IN" altLang="en-US" sz="2400" b="1" dirty="0"/>
              <a:t>Commands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Subtitle 2"/>
          <p:cNvSpPr>
            <a:spLocks noGrp="1"/>
          </p:cNvSpPr>
          <p:nvPr/>
        </p:nvSpPr>
        <p:spPr>
          <a:xfrm>
            <a:off x="4429125" y="1187450"/>
            <a:ext cx="3988435" cy="5467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g.rm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h.mkdir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i.df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j.ps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k.mount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 / $a or $ Q or &lt;Ctrl&gt; D</a:t>
            </a:r>
          </a:p>
        </p:txBody>
      </p:sp>
      <p:sp>
        <p:nvSpPr>
          <p:cNvPr id="9" name="Subtitle 2"/>
          <p:cNvSpPr>
            <a:spLocks noGrp="1"/>
          </p:cNvSpPr>
          <p:nvPr/>
        </p:nvSpPr>
        <p:spPr>
          <a:xfrm>
            <a:off x="783590" y="595630"/>
            <a:ext cx="4788535" cy="838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just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shell@android:/ $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666</Words>
  <Application>Microsoft Office PowerPoint</Application>
  <PresentationFormat>On-screen Show (4:3)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594</cp:revision>
  <dcterms:created xsi:type="dcterms:W3CDTF">2018-03-30T10:15:00Z</dcterms:created>
  <dcterms:modified xsi:type="dcterms:W3CDTF">2026-04-26T15:25:51Z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1033-11.2.0.9665</vt:lpwstr>
  </property>
</Properties>
</file>