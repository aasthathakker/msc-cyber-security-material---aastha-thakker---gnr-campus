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658" r:id="rId2"/>
    <p:sldId id="408" r:id="rId3"/>
    <p:sldId id="659" r:id="rId4"/>
    <p:sldId id="676" r:id="rId5"/>
    <p:sldId id="677" r:id="rId6"/>
    <p:sldId id="678" r:id="rId7"/>
    <p:sldId id="679" r:id="rId8"/>
    <p:sldId id="680" r:id="rId9"/>
    <p:sldId id="681" r:id="rId10"/>
    <p:sldId id="682" r:id="rId11"/>
    <p:sldId id="683" r:id="rId12"/>
    <p:sldId id="684" r:id="rId13"/>
    <p:sldId id="685" r:id="rId14"/>
    <p:sldId id="686" r:id="rId15"/>
    <p:sldId id="62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795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816" y="1167365"/>
            <a:ext cx="8546121" cy="9043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Issues - I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 Activity using Intent  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38144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has a very complex architecture. It has built on Linux kernel, Dalvik Virtual Machine and much more. but it has four vital components.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activity is a single, focused thing that user can interact with.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Provider: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access to a central repository of data provided by an application.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Receiver: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apps broadcast messages to each other. The broadcast receiver process called Broadcast Receiver.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processes to handle long term jobs.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78342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38144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applications should not be accessed by other applications.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 an android application shares its resources with other applications.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can make call by sending an intent. To give such an access: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host application should declare a permission.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shared component should not disclose any secret data.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 should not threaten the user privacy.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24780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077" y="5242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three tasks in the DIVA application will show the threats of insecure access to the components.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exploit this vulnerability, manually and using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Drozer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also.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81737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077" y="5242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Access control issues arises when application does not authenticate user.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Authorization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chedk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mission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Attacker with un-sufficient privilege can see the protected resource.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may be the case when attacker tries to access any sensitive information without authentication or if he / she authenticated but not authorized.</a:t>
            </a:r>
          </a:p>
          <a:p>
            <a:pPr lvl="1" algn="just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22691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077" y="52427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means that if developer does not manage authentication or authorization to access any resource this vulnerability may exist and can results in loss of sensitive information disclosure.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811865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f.Challenges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available with options view API credential, means when you click on this button it opens one activity though which you can access / see API credential.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g.Our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job is to access this API credential directly through the activity without clicking on that button.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h.Just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the DIVA and check what happen when you click on Access Control Issues – Part. As you can finds that after clicking the button it opens one activity which shows API key, Username and Password.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5260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Now challenges is to show same sensitive information that is API key, Username and Password without clicking the button or without opening the DIVA application also.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41566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j.Let’s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the source code and understand it.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k.Decompile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APK file with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l.santoku@santoku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:-$ cd desktop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:# cd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/: #cd bin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/bin/:#cd diva/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p.santoku@santoku:Desktop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/bin/diva:#ls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q.find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android, AndroidManifest.xml,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res files and directories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958396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/bin/: # vim AdndroidManifest.xml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s.you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finds all the activity with their respective permission in the manifest file.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activity entry android name=”jakhar.aseem.diva.AccessControl1Activity”, this activity which contain button label with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ViewAPICredentials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when we click on it as we observed it will open one more activity which is registered as android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469608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t.name=”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jakhar.aseem.diva.APICredsActivity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in the manifest.xml file. This activity contain sensitive information related to API.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AccessControl1Activity invokes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APICredsActivity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activity using &lt;intent-filter&gt; activity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&lt;action android name=”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jakhar.aseem.diva.action.VIEW_CREDS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which contain API sensitive data.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31377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copy the above filter intent and opens using activity manger directly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w.Every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 has activity manger and we will use same.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x.santoku@santoku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:/$	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:/am // and you can see all the help / information related to activity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197464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7" y="38897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:$: am start –a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jakhar.aseem.diva.action.VIEW_CREDS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intent filter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aa.hit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enter and see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the said activity has opened without clicking the button and it shows same sensitive information.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Access Control Issues – I  (Practical)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23683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942</Words>
  <Application>Microsoft Office PowerPoint</Application>
  <PresentationFormat>On-screen Show (4:3)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772</cp:revision>
  <dcterms:created xsi:type="dcterms:W3CDTF">2018-03-30T10:15:00Z</dcterms:created>
  <dcterms:modified xsi:type="dcterms:W3CDTF">2020-11-09T09:10:04Z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