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57" r:id="rId2"/>
    <p:sldId id="408" r:id="rId3"/>
    <p:sldId id="601" r:id="rId4"/>
    <p:sldId id="608" r:id="rId5"/>
    <p:sldId id="60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2"/>
        <p:guide pos="2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Unzipping Archive android application file </a:t>
            </a:r>
          </a:p>
          <a:p>
            <a:pPr lvl="1"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Understanding of Android Application architecture</a:t>
            </a: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is an archive file which contains all the files of the application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of Android Application is .apk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santoku@santoku-VirualBox:-~ unzip –d demo DIVA.apk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(this will create demo directory and unzip the diva.apk file and store inside the demo directory)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santoku@santoku-VirualBox:-~ vim AndroidMainfest.xml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 can see that?, nothing because we unzip the android application .apk but it is not decompile.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a not that decompile is getting the source code from compiled file and unzipping means that it is unzipped file but source code is still compiled.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problem you will find when you try to open compiled classes.dex file.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304" y="39060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architecture will be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Android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55566"/>
              </p:ext>
            </p:extLst>
          </p:nvPr>
        </p:nvGraphicFramePr>
        <p:xfrm>
          <a:off x="797540" y="968175"/>
          <a:ext cx="7605733" cy="5467319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197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34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 dirty="0">
                          <a:effectLst/>
                        </a:rPr>
                        <a:t>Entry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Notes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686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AndroidManifest.xml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The binary xml file that provides information that a device needs in order to run the app.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948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classes.dex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The application code compiled in the dex format.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948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resources.arsc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>
                          <a:effectLst/>
                        </a:rPr>
                        <a:t>Binary XML file containing precompiled application resources.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686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res/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Contains other folders with resources for your application: GUI layouts, icons, menus, and so forth.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837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assets/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Contains other media that you might want to use in your app, such as videos, sounds, and large images that are not used directly in GUI layouts.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4843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 dirty="0">
                          <a:effectLst/>
                        </a:rPr>
                        <a:t>META-INF/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It contains the MANIFEST.MF file, which stores meta data about the contents of the JAR. The signature of the APK is also stored in this folder.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837">
                <a:tc>
                  <a:txBody>
                    <a:bodyPr/>
                    <a:lstStyle/>
                    <a:p>
                      <a:pPr fontAlgn="base"/>
                      <a:r>
                        <a:rPr lang="en-IN" sz="1600" b="1">
                          <a:effectLst/>
                        </a:rPr>
                        <a:t>lib/</a:t>
                      </a:r>
                    </a:p>
                  </a:txBody>
                  <a:tcPr marL="75634" marR="75634" marT="37817" marB="3781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1" dirty="0">
                          <a:effectLst/>
                        </a:rPr>
                        <a:t>This folder contains compiled code – i.e. native code libraries or Contains precompiled third-party libraries (JAR archives) that you want to use in your app. </a:t>
                      </a:r>
                    </a:p>
                  </a:txBody>
                  <a:tcPr marL="75634" marR="75634" marT="37817" marB="378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372</Words>
  <Application>Microsoft Office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637</cp:revision>
  <dcterms:created xsi:type="dcterms:W3CDTF">2018-03-30T10:15:00Z</dcterms:created>
  <dcterms:modified xsi:type="dcterms:W3CDTF">2026-04-26T17:08:43Z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