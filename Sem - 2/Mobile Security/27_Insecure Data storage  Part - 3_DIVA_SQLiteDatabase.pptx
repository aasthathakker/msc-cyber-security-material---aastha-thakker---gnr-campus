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658" r:id="rId3"/>
    <p:sldId id="408" r:id="rId4"/>
    <p:sldId id="593" r:id="rId5"/>
    <p:sldId id="659" r:id="rId6"/>
    <p:sldId id="660" r:id="rId7"/>
    <p:sldId id="62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  <a:endParaRPr lang="en-IN" sz="4800" b="1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1972984"/>
            <a:ext cx="8546121" cy="904368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: Part – 3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(Database)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sensitive data is kept secure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</a:t>
            </a:r>
            <a:r>
              <a:rPr lang="en-IN" altLang="en-US" sz="2400" b="1" dirty="0"/>
              <a:t>3</a:t>
            </a:r>
            <a:endParaRPr lang="en-IN" alt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a.santoku@santaku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:~/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jd-gui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classes_dex2jar.jar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InsecureDataStorage2Activity.class, now do the analysis of the code and found that data is stored in the database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c.privateSQLiteDatabasenDB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and create the database name ids2 and create table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myuser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have to check that it will stare the data in plain text or encrypted text.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e.santoku@santaku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:~/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:/# cd /data/data/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</a:t>
            </a:r>
            <a:r>
              <a:rPr lang="en-IN" altLang="en-US" sz="2400" b="1" dirty="0"/>
              <a:t>3</a:t>
            </a:r>
            <a:endParaRPr lang="en-IN" alt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 # 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:/cd 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#ls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:/cd 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j.you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find package name databases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:/cd 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cd databases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:/cd 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databases#ls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m.you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find database name ids2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</a:t>
            </a:r>
            <a:r>
              <a:rPr lang="en-IN" altLang="en-US" sz="2400" b="1" dirty="0"/>
              <a:t>3</a:t>
            </a:r>
            <a:endParaRPr lang="en-IN" alt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open the database use sqlite3 because it is most used database in most of the android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applicaiton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:/cd /data/data/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/databases # sqlite3 dbs2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p.sqlite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.tables // to check the list of tables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q.sqlite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select * from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myuser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r.which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shows the username and password.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</a:t>
            </a:r>
            <a:r>
              <a:rPr lang="en-IN" altLang="en-US" sz="2400" b="1" dirty="0"/>
              <a:t>3</a:t>
            </a:r>
            <a:endParaRPr lang="en-IN" alt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  <a:endParaRPr lang="en-IN" sz="4800" b="1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1848</Words>
  <Application>WPS Presentation</Application>
  <PresentationFormat>On-screen Show (4:3)</PresentationFormat>
  <Paragraphs>82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user</cp:lastModifiedBy>
  <cp:revision>757</cp:revision>
  <dcterms:created xsi:type="dcterms:W3CDTF">2018-03-30T10:15:00Z</dcterms:created>
  <dcterms:modified xsi:type="dcterms:W3CDTF">2020-10-30T10:45:07Z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