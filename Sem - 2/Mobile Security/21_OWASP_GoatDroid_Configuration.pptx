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625" r:id="rId2"/>
    <p:sldId id="408" r:id="rId3"/>
    <p:sldId id="593" r:id="rId4"/>
    <p:sldId id="644" r:id="rId5"/>
    <p:sldId id="645" r:id="rId6"/>
    <p:sldId id="649" r:id="rId7"/>
    <p:sldId id="650" r:id="rId8"/>
    <p:sldId id="654" r:id="rId9"/>
    <p:sldId id="655" r:id="rId10"/>
    <p:sldId id="653" r:id="rId11"/>
    <p:sldId id="647" r:id="rId12"/>
    <p:sldId id="648" r:id="rId13"/>
    <p:sldId id="651" r:id="rId14"/>
    <p:sldId id="65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neshshetty/Android-InsecureBankv2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ckMannino/OWASP-GoatDroid-Project/wiki/Getting-Started" TargetMode="External"/><Relationship Id="rId2" Type="http://schemas.openxmlformats.org/officeDocument/2006/relationships/hyperlink" Target="https://github.com/nvisium-jack-mannino/OWASP-GoatDroid-Project/wiki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owasp.org/index.php/OWASP_Mobile_Security_Project" TargetMode="External"/><Relationship Id="rId4" Type="http://schemas.openxmlformats.org/officeDocument/2006/relationships/hyperlink" Target="https://github.com/jackMannino/OWASP-GoatDroid-Project/download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visium-jack-mannino/OWASP-GoatDroid-Project/downloads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862" y="1159551"/>
            <a:ext cx="8546121" cy="904368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GoatDroid – Vulnerable Android Application</a:t>
            </a:r>
          </a:p>
          <a:p>
            <a:pPr lvl="1">
              <a:lnSpc>
                <a:spcPct val="150000"/>
              </a:lnSpc>
            </a:pP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</a:p>
          <a:p>
            <a:pPr lvl="1">
              <a:lnSpc>
                <a:spcPct val="150000"/>
              </a:lnSpc>
            </a:pP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Application and  CPU architectures issues</a:t>
            </a:r>
          </a:p>
          <a:p>
            <a:pPr lvl="1">
              <a:lnSpc>
                <a:spcPct val="150000"/>
              </a:lnSpc>
            </a:pPr>
            <a:endParaRPr lang="en-US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https://github.com/nvisium-jack-mannino/OWASP-GoatDroid-Project/wikihttps://github.com/nvisium-jack-mannino/OWASP-GoatDroid-Project/downloads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fully functional and self-contained training environment for educating developers and testers on Android security.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currently includes two applications: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FourGoats, a location-based social network, and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Herd Financial, a mobile banking application.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currently provides coverage for most of the OWASP Top 10 Mobile Risks and also includes a bunch of other problems as well.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 is composed of the following components: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 application used to present information, interact with the SDK and control the web services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applications containing horrifically vulnerable code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Jetty web server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Derby database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4190" y="671896"/>
            <a:ext cx="9040686" cy="5467320"/>
          </a:xfrm>
        </p:spPr>
        <p:txBody>
          <a:bodyPr>
            <a:noAutofit/>
          </a:bodyPr>
          <a:lstStyle/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https://github.com/nvisium-jack-mannino/OWASP-GoatDroid-Project/wiki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the bottom </a:t>
            </a:r>
          </a:p>
          <a:p>
            <a:pPr marL="1428750" lvl="2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get started, follow the steps in the Getting Started tutorial: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https://github.com/jackMannino/OWASP-GoatDroid-Project/wiki/Getting-Started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28750" lvl="2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latest version of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be downloaded here: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https://github.com/jackMannino/OWASP-GoatDroid-Project/downloads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28750" lvl="2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Mobile Security Project: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https://www.owasp.org/index.php/OWASP_Mobile_Security_Project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872598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Dowload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OWASP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 - 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https://github.com/nvisium-jack-mannino/OWASP-GoatDroid-Project/downloads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OWASP-GoatDroid-0.9.zip — OWASP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v0.9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Unzip OWASP-GoatDroid-0.9.zip.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 OWASP-GoatDroid-0.9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goatdroid_apps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will find two folder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FourGoats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HerdFinancial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FourGoats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android_app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r>
              <a:rPr lang="en-US" sz="2400" b="1" dirty="0"/>
              <a:t> - Installation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132724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43126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ipofinstenct_of_genymotion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devices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 OWASP Goat Droid-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FourGoats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Android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App.apk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will get success message</a:t>
            </a:r>
          </a:p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Check the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Emulator, you will find that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FourGoats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let start the server and configure the android app in the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r>
              <a:rPr lang="en-US" sz="2400" b="1" dirty="0"/>
              <a:t> - Installation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253723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43126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to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command prompt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 OWAP-GoatDroid-0.9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–jar goatdroid-0.9.jar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will open the GUI of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on start web service (right top menu)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to the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let configure the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FourGoats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android app.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the app and open the Destination info form the right top menu (click on three dots)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r>
              <a:rPr lang="en-US" sz="2400" b="1" dirty="0"/>
              <a:t> - Installation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871930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43126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the configuring just ping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emulator from santoku to ensure that they are communicating.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 : </a:t>
            </a:r>
            <a:r>
              <a:rPr lang="en-US" sz="18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8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8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r>
              <a:rPr lang="en-US" sz="18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HTTS port 9888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 :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joegoat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Passowrd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username and password did not work then register your self and login with provided username and password.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8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r>
              <a:rPr lang="en-US" sz="2400" b="1" dirty="0"/>
              <a:t> - Installation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155496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43126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</a:t>
            </a:r>
            <a:r>
              <a:rPr lang="en-US" sz="2225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HerdFinancial</a:t>
            </a:r>
            <a:r>
              <a:rPr lang="en-US" sz="2225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HerdFinancial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android_app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 OWASP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-Herd Financial Android </a:t>
            </a:r>
            <a:r>
              <a:rPr lang="en-US" sz="22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App.apk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errors come like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INSTALL_FAILED_NO_MATCHING_ABIS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r>
              <a:rPr lang="en-US" sz="2400" b="1" dirty="0"/>
              <a:t> - Installation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271370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396552" y="620688"/>
            <a:ext cx="9540552" cy="5467320"/>
          </a:xfrm>
        </p:spPr>
        <p:txBody>
          <a:bodyPr>
            <a:noAutofit/>
          </a:bodyPr>
          <a:lstStyle/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INSTALL_FAILED_NO_MATCHING_ABIS</a:t>
            </a:r>
          </a:p>
          <a:p>
            <a:pPr marL="1428750" lvl="2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INSTALL_FAILED_NO_MATCHING_ABIS is when you are trying to install an app that has native libraries and it doesn't have a native library for your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architecture.</a:t>
            </a:r>
          </a:p>
          <a:p>
            <a:pPr marL="1428750" lvl="2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 if you compiled an app for armv7 and are trying to install it on an emulator that uses the Intel architecture instead it will not work.</a:t>
            </a:r>
          </a:p>
          <a:p>
            <a:pPr marL="1428750" lvl="2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 - ARM used to be the most popular 32-bit platform for Android phones. </a:t>
            </a:r>
          </a:p>
          <a:p>
            <a:pPr marL="1428750" lvl="2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ARM64 - ARM64 is the currently used, most popular platform. Phones moved on to this system in the late 2016 and the very early adopters include: Google Nexus 6P, Nexus 5X etc. Safe to say, every flagship phone since last year is based on 64-bit.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r>
              <a:rPr lang="en-US" sz="2400" b="1" dirty="0"/>
              <a:t> – Errors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DAB530-CACB-4B8D-8E6C-97BD451B8999}"/>
              </a:ext>
            </a:extLst>
          </p:cNvPr>
          <p:cNvSpPr/>
          <p:nvPr/>
        </p:nvSpPr>
        <p:spPr>
          <a:xfrm>
            <a:off x="860206" y="6088297"/>
            <a:ext cx="7573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Ref: https://www.teamandroid.com/gapps/#CyanogenMod_100</a:t>
            </a:r>
          </a:p>
        </p:txBody>
      </p:sp>
    </p:spTree>
    <p:extLst>
      <p:ext uri="{BB962C8B-B14F-4D97-AF65-F5344CB8AC3E}">
        <p14:creationId xmlns:p14="http://schemas.microsoft.com/office/powerpoint/2010/main" val="346256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INSTALL_FAILED_NO_MATCHING_ABIS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X86 - Intel chipsets are very uncommon on Android phones. Only a handful of devices are based on the Intel x86 platform. One device that comes to mind is Asus </a:t>
            </a:r>
            <a:r>
              <a:rPr lang="en-US" sz="18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Zenfone</a:t>
            </a:r>
            <a:r>
              <a:rPr lang="en-US" sz="18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We doubt you will hardly ever need </a:t>
            </a:r>
            <a:r>
              <a:rPr lang="en-US" sz="18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Gapps</a:t>
            </a:r>
            <a:r>
              <a:rPr lang="en-US" sz="18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x86 platform.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x86_64 -  x86_64 are more commonly used on Android emulators. All these emulators are optimized and based on Intel chipsets.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18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Desktop virtual devices architecture is x86 (32-bit)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r>
              <a:rPr lang="en-US" sz="2400" b="1" dirty="0"/>
              <a:t> – Errors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DAB530-CACB-4B8D-8E6C-97BD451B8999}"/>
              </a:ext>
            </a:extLst>
          </p:cNvPr>
          <p:cNvSpPr/>
          <p:nvPr/>
        </p:nvSpPr>
        <p:spPr>
          <a:xfrm>
            <a:off x="860206" y="6088297"/>
            <a:ext cx="7573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Ref: https://www.teamandroid.com/gapps/#CyanogenMod_100</a:t>
            </a:r>
          </a:p>
        </p:txBody>
      </p:sp>
    </p:spTree>
    <p:extLst>
      <p:ext uri="{BB962C8B-B14F-4D97-AF65-F5344CB8AC3E}">
        <p14:creationId xmlns:p14="http://schemas.microsoft.com/office/powerpoint/2010/main" val="1277475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INSTALL_FAILED_NO_MATCHING_ABIS – Solution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make the app to work in both the CPU architectures, we need to install the ARM Translation.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for installation: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the ARM Translation from the link Genymotion-ARM-Translation_v1.1.zip - https://docs.google.com/file/d/0B-p1r5SNN4adcmhtaGdMVml0Qzg/edit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r>
              <a:rPr lang="en-US" sz="2400" b="1" dirty="0"/>
              <a:t> – Errors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520801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INSTALL_FAILED_NO_MATCHING_ABIS – Solution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make the app to work in both the CPU architectures, we need to install the ARM Translation.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for installation: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the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emulator and be in the home screen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the downloaded ARM Translation. To installed just you need to drag and drop the zip file in the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emulator window. Click 'Ok' if it prompts after the 'file transfer in progress' operation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Restart the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emulator(using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close and open)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</a:t>
            </a:r>
            <a:r>
              <a:rPr lang="en-US" sz="2400" b="1" dirty="0" err="1"/>
              <a:t>GoatDroid</a:t>
            </a:r>
            <a:r>
              <a:rPr lang="en-US" sz="2400" b="1" dirty="0"/>
              <a:t> – Errors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668948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1014</Words>
  <Application>Microsoft Office PowerPoint</Application>
  <PresentationFormat>On-screen Show (4:3)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716</cp:revision>
  <dcterms:created xsi:type="dcterms:W3CDTF">2018-03-30T10:15:00Z</dcterms:created>
  <dcterms:modified xsi:type="dcterms:W3CDTF">2026-04-26T17:43:21Z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