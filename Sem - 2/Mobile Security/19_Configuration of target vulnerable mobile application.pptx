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57" r:id="rId2"/>
    <p:sldId id="408" r:id="rId3"/>
    <p:sldId id="593" r:id="rId4"/>
    <p:sldId id="623" r:id="rId5"/>
    <p:sldId id="620" r:id="rId6"/>
    <p:sldId id="62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002" y="1553602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</a:t>
            </a: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Android Application </a:t>
            </a: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Android Application Security PenTesting</a:t>
            </a:r>
          </a:p>
          <a:p>
            <a:pPr lvl="1">
              <a:lnSpc>
                <a:spcPct val="150000"/>
              </a:lnSpc>
            </a:pP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2400" b="1" dirty="0"/>
              <a:t>Tools and Vuln Application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tools and Vulnerable Application ?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TOP 10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Applicaiton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to test it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2400" b="1" dirty="0">
                <a:sym typeface="+mn-ea"/>
              </a:rPr>
              <a:t>Tools and Vuln Application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M1 - Improper Platform Usage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M2 - Insecure Data Storage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M3 - Insecure Communication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M4 - Insecure Authentication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M5 - Insufficient Cryptography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M6 - Insecure Authorization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M7 - Client Code Quality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M8 - Code Tampering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M9 - Reverse Engineering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M10 - Extraneous Functionality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Vulnerable  Application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DIVA - Damn insecure and vulnerable App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InsecureBankv2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</a:t>
            </a:r>
            <a:r>
              <a:rPr lang="en-IN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endParaRPr lang="en-I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Security Shepherd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2400" b="1" dirty="0">
                <a:sym typeface="+mn-ea"/>
              </a:rPr>
              <a:t>Tools and Vuln Application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Pen-Testing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Security Pen-Testing – Through interface or interceptions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Burp Suit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Drozer</a:t>
            </a:r>
            <a:endParaRPr lang="en-I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Mobsf</a:t>
            </a:r>
            <a:endParaRPr lang="en-I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2400" b="1" dirty="0">
                <a:sym typeface="+mn-ea"/>
              </a:rPr>
              <a:t>Tools and Vuln Application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184</Words>
  <Application>Microsoft Office PowerPoint</Application>
  <PresentationFormat>On-screen Show (4:3)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700</cp:revision>
  <dcterms:created xsi:type="dcterms:W3CDTF">2018-03-30T10:15:00Z</dcterms:created>
  <dcterms:modified xsi:type="dcterms:W3CDTF">2026-04-26T17:27:50Z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