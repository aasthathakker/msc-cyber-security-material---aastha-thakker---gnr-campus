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357" r:id="rId3"/>
    <p:sldId id="408" r:id="rId4"/>
    <p:sldId id="442" r:id="rId5"/>
    <p:sldId id="545" r:id="rId6"/>
    <p:sldId id="549" r:id="rId7"/>
    <p:sldId id="553" r:id="rId8"/>
    <p:sldId id="570" r:id="rId9"/>
    <p:sldId id="552" r:id="rId10"/>
    <p:sldId id="569" r:id="rId11"/>
    <p:sldId id="572" r:id="rId12"/>
    <p:sldId id="571" r:id="rId13"/>
    <p:sldId id="546" r:id="rId14"/>
    <p:sldId id="554" r:id="rId15"/>
    <p:sldId id="529" r:id="rId16"/>
    <p:sldId id="530" r:id="rId17"/>
    <p:sldId id="521" r:id="rId18"/>
    <p:sldId id="523" r:id="rId19"/>
    <p:sldId id="527" r:id="rId20"/>
    <p:sldId id="524" r:id="rId21"/>
    <p:sldId id="525" r:id="rId22"/>
    <p:sldId id="526" r:id="rId23"/>
    <p:sldId id="531" r:id="rId24"/>
    <p:sldId id="532" r:id="rId25"/>
    <p:sldId id="515" r:id="rId26"/>
    <p:sldId id="465" r:id="rId2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66"/>
      </p:cViewPr>
      <p:guideLst>
        <p:guide orient="horz" pos="2145"/>
        <p:guide pos="28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notesMaster" Target="notesMasters/notesMaster1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06D20-265A-45AE-8D7F-1100293F805F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54D4B-AC91-4CBF-9F06-E2874E0FB78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900093-A566-4883-87EB-6E6022A9D2E1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F41E-2724-4E8B-A7C1-40819B11D8AC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  <a:endParaRPr lang="en-IN" sz="4800" b="1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3398" y="28266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Android Debug Bridge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Android Debug Bridge (adb) is a versatile </a:t>
            </a:r>
            <a:r>
              <a:rPr lang="en-US" sz="2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tool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lets you communicate with a device. 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adb command facilitates a variety of device actions, such as </a:t>
            </a:r>
            <a:r>
              <a:rPr lang="en-US" sz="2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installing and debugging apps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and it </a:t>
            </a:r>
            <a:r>
              <a:rPr lang="en-US" sz="2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provides access to a Unix shell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that you can use to run a variety of commands on a device.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client, 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which sends commands. 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client runs on your development machine.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can invoke a client from a command-line terminal by issuing an adb command.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daemon (adbd), </a:t>
            </a:r>
            <a:endParaRPr lang="en-US" sz="26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which runs commands on a device. The daemon runs as a background process on each device.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connect device_ip_address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devices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offline : The instance is not connected to adb or is not responding.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device : The instance is connected to the adb server.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device : There is no device connected.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kill-server </a:t>
            </a:r>
            <a:r>
              <a:rPr lang="en-IN" alt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reset your adb host </a:t>
            </a:r>
            <a:endParaRPr lang="en-IN" alt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start-server</a:t>
            </a:r>
            <a:endParaRPr lang="en-IN" alt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connect device_ip_address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devices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devices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charset="0"/>
            </a:pP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 of devices attached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charset="0"/>
            </a:pP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4df16ac5115e4e04 device  </a:t>
            </a: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[serial no of the device]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charset="0"/>
            </a:pP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7f1c864544456o6e device  </a:t>
            </a: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[serial no of the device]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shell -s4df16ac5115e4e04 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[serial no of the device]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 you wants to back to santoku shell form the android the press ctrl + D or exit</a:t>
            </a:r>
            <a:endParaRPr 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endParaRPr 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endParaRPr 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adb push &lt;local&gt; &lt;remote&gt; - pushes the file &lt;local&gt; to &lt;remote&gt;</a:t>
            </a:r>
            <a:endParaRPr 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adb.exe push  Pictures/index.png    /sdcard/Pictures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adb pull &lt;remote&gt; [&lt;local&gt;] - pulls the file &lt;remote&gt; to &lt;local&gt;. If &lt;local&gt; isn’t specified, it will pull to the current folder.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IN" alt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IN" alt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adb.exe pull /sdcard/Pictures/index.png</a:t>
            </a:r>
            <a:endParaRPr lang="en-IN" alt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Android, the logcat command provides a way to view the system debug output. Logs from various applications and portions of the system are collected in a series of circular buffers which then can be viewed and filtered by this command: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logcat - allows you to view the device log in real-time. 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can use adb logcat -b radio to view radio logs, and adb logcat -C to view logs in colour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IN" alt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IN" alt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adb.exe shell logcat – b radio –v time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https://developer.android.com/studio/command-line/logcat.html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install &lt;file&gt; - installs the given .apk file to your device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https://payatu.com/wp-content/uploads/2016/01/diva-beta.tar.gz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IN" alt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endParaRPr lang="en-IN" alt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ClrTx/>
              <a:buSzTx/>
              <a:buFont typeface="Wingdings" panose="05000000000000000000" charset="0"/>
              <a:buChar char="ü"/>
            </a:pPr>
            <a:r>
              <a:rPr lang="en-IN" alt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adb.exe install C:\gfsu\diva.apk</a:t>
            </a:r>
            <a:endParaRPr lang="en-IN" alt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adb shell - launches a shell on the device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shell@android:/ $ ls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ls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acct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cache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ddata 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default.prop </a:t>
            </a: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efs</a:t>
            </a: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etc</a:t>
            </a: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factory </a:t>
            </a:r>
            <a:r>
              <a:rPr lang="en-IN" altLang="en-US" sz="222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etc...</a:t>
            </a:r>
            <a:endParaRPr lang="en-US"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Android Debug Bridge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83590" y="1434465"/>
            <a:ext cx="2474595" cy="4326255"/>
          </a:xfrm>
        </p:spPr>
        <p:txBody>
          <a:bodyPr>
            <a:noAutofit/>
          </a:bodyPr>
          <a:lstStyle/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a.ls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b.cat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c.cd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d.cp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e.chmod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f.dd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400" b="1" dirty="0"/>
              <a:t>ADB Basic Linux</a:t>
            </a:r>
            <a:r>
              <a:rPr lang="en-US" sz="2400" b="1" dirty="0"/>
              <a:t>  </a:t>
            </a:r>
            <a:r>
              <a:rPr lang="en-IN" altLang="en-US" sz="2400" b="1" dirty="0"/>
              <a:t>Commands</a:t>
            </a:r>
            <a:endParaRPr lang="en-IN" alt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  <p:sp>
        <p:nvSpPr>
          <p:cNvPr id="2" name="Subtitle 2"/>
          <p:cNvSpPr>
            <a:spLocks noGrp="1"/>
          </p:cNvSpPr>
          <p:nvPr/>
        </p:nvSpPr>
        <p:spPr>
          <a:xfrm>
            <a:off x="4429125" y="1187450"/>
            <a:ext cx="3988435" cy="54673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g.rm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h.mkdir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i.df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j.ps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k.mount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IN" alt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exit / $a or $ Q or &lt;Ctrl&gt; D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ubtitle 2"/>
          <p:cNvSpPr>
            <a:spLocks noGrp="1"/>
          </p:cNvSpPr>
          <p:nvPr/>
        </p:nvSpPr>
        <p:spPr>
          <a:xfrm>
            <a:off x="783590" y="595630"/>
            <a:ext cx="4788535" cy="8388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1" indent="-457200" algn="just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shell@android:/ $ 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  <a:endParaRPr lang="en-IN" sz="4800" b="1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3398" y="28266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endParaRPr lang="en-IN" sz="4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IN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Linux flavor and its free and open source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 was suggested by Thomas Cannon of </a:t>
            </a: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viaForensics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(who happens to be the project leader of </a:t>
            </a: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Linux)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Linux is aimed at 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Forensics, </a:t>
            </a: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Malware Analysis, and </a:t>
            </a: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Security Testing;</a:t>
            </a: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GNU/Linux distro designed to help you in every aspect of your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forensics,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malware analysis,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reverse engineering and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security testing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Tools available in the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are: 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Development Tools: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Penetration Testing: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Reverse Engineering: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Wireless Analyzers: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Device Forensics: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Infrastructure: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endParaRPr lang="en-US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 you are into mobile security and mobile forensics then this distribution is definitely right for you.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Forensics: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Firmware flashing tools for multiple manufacturers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Imaging tools for NAND, media cards, and RAM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Free versions of some commercial forensics tools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Useful scripts and utilities specifically designed for mobile forensics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Malware Analysis: 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device emulators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Utilities to simulate network services for dynamic analysis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Decompilation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disassembly tools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Access to malware databases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1553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Mobile Security Testing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Decompilation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disassembly tools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Scripts to detect common issues in mobile applications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Scripts to automate decrypting binaries, deploying apps, enumerating app details, and more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Santoku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Configuration  Steps of </a:t>
            </a:r>
            <a:r>
              <a:rPr lang="en-US" sz="26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Santoku</a:t>
            </a:r>
            <a:r>
              <a:rPr lang="en-US" sz="2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https://santoku-linux.com/</a:t>
            </a:r>
            <a:endParaRPr sz="222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Genymotion</a:t>
            </a:r>
            <a:endParaRPr lang="en-US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  <a:endParaRPr lang="en-IN" sz="4800" b="1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03510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95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Appie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Android </a:t>
            </a:r>
            <a:r>
              <a:rPr lang="en-IN" altLang="en-US" sz="2595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Pentesting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Portable Integrated Environment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95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Appie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is a software package that has been pre-configured to function as an Android Pentesting Environment on any windows based machine without the need of a Virtual Machine (VM) or </a:t>
            </a:r>
            <a:r>
              <a:rPr lang="en-IN" altLang="en-US" sz="2595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dualboot</a:t>
            </a: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IN" altLang="en-US" sz="2595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https://manifestsecurity.com/appie/</a:t>
            </a:r>
            <a:endParaRPr lang="en-IN" altLang="en-US" sz="2595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err="1"/>
              <a:t>Appie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Dr.  </a:t>
            </a:r>
            <a:r>
              <a:rPr lang="en-US" b="1" dirty="0" err="1"/>
              <a:t>Digvijaysinh</a:t>
            </a:r>
            <a:r>
              <a:rPr lang="en-US" b="1" dirty="0"/>
              <a:t> Rathod</a:t>
            </a:r>
            <a:endParaRPr lang="en-US" b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>
              <a:solidFill>
                <a:schemeClr val="tx1"/>
              </a:solidFill>
            </a:endParaRPr>
          </a:p>
          <a:p>
            <a:r>
              <a:rPr lang="en-IN" sz="4800" b="1" dirty="0">
                <a:solidFill>
                  <a:schemeClr val="tx1"/>
                </a:solidFill>
              </a:rPr>
              <a:t>Mobile Phone Security </a:t>
            </a:r>
            <a:endParaRPr lang="en-IN" sz="4800" b="1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IN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IN" sz="2000" b="1" dirty="0">
              <a:solidFill>
                <a:schemeClr val="tx1"/>
              </a:solidFill>
            </a:endParaRPr>
          </a:p>
          <a:p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Dr. </a:t>
            </a:r>
            <a:r>
              <a:rPr lang="en-US" sz="2000" b="1" dirty="0" err="1">
                <a:solidFill>
                  <a:schemeClr val="tx1"/>
                </a:solidFill>
              </a:rPr>
              <a:t>Digvijaysinh</a:t>
            </a:r>
            <a:r>
              <a:rPr lang="en-US" sz="2000" b="1" dirty="0">
                <a:solidFill>
                  <a:schemeClr val="tx1"/>
                </a:solidFill>
              </a:rPr>
              <a:t> Rathod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Associate Professor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(Cyber Security and Digital Forensics)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Institute of Forensic Science </a:t>
            </a:r>
            <a:endParaRPr lang="en-US" sz="2000" b="1" dirty="0">
              <a:solidFill>
                <a:schemeClr val="tx1"/>
              </a:solidFill>
            </a:endParaRPr>
          </a:p>
          <a:p>
            <a:r>
              <a:rPr lang="en-US" sz="2000" b="1" dirty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>
              <a:latin typeface="Calibri" panose="020F0502020204030204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5604</Words>
  <Application>WPS Presentation</Application>
  <PresentationFormat>On-screen Show (4:3)</PresentationFormat>
  <Paragraphs>301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4" baseType="lpstr">
      <vt:lpstr>Arial</vt:lpstr>
      <vt:lpstr>SimSun</vt:lpstr>
      <vt:lpstr>Wingdings</vt:lpstr>
      <vt:lpstr>Calibri</vt:lpstr>
      <vt:lpstr>Times New Roman</vt:lpstr>
      <vt:lpstr>Wingdings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digvijay</dc:creator>
  <cp:lastModifiedBy>user</cp:lastModifiedBy>
  <cp:revision>592</cp:revision>
  <dcterms:created xsi:type="dcterms:W3CDTF">2018-03-30T10:15:00Z</dcterms:created>
  <dcterms:modified xsi:type="dcterms:W3CDTF">2020-09-18T10:17:46Z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1033-11.2.0.9665</vt:lpwstr>
  </property>
</Properties>
</file>