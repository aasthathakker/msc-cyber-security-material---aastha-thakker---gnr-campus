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658" r:id="rId2"/>
    <p:sldId id="408" r:id="rId3"/>
    <p:sldId id="593" r:id="rId4"/>
    <p:sldId id="659" r:id="rId5"/>
    <p:sldId id="660" r:id="rId6"/>
    <p:sldId id="661" r:id="rId7"/>
    <p:sldId id="626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11/5/2020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AAE2C0-19BC-4DB3-87F8-786B5250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1795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816" y="1167365"/>
            <a:ext cx="8546121" cy="90436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Issues Part 2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(Abuse Web View)</a:t>
            </a:r>
            <a:endParaRPr lang="en-US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Web 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developing an Android app, we can load a remote URL or display HTML pages stored in our application within an activity using WebView.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Internally it uses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WebKit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rendering engine to display web pages.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supports methods to navigate forward and backward, text searches, etc.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some nice features such as support for the usage of JavaScript.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Web 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b.WebView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Android -WebView is a view that display web pages / contents inside your application.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specify HTML string and can show it inside your application using WebView.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WebView makes turns your application to a web application</a:t>
            </a:r>
          </a:p>
          <a:p>
            <a:pPr lvl="1" algn="just">
              <a:lnSpc>
                <a:spcPct val="150000"/>
              </a:lnSpc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Web 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096442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c.What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input in not sanitize ?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d.Let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open the diva application and start the Input validation issues – Part 2 – enter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android application connect with it and display the content of the same web content in the same activity.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e.Lets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try to check that this web view is taking input without validation, so try to access the android internal files.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Web 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43682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f.santoku@santoku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:-$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g.root@santoku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:-$ cd 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sdcard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.root@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sdcard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# cat demo.txt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i.now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 to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and try to access the file stored in the 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sdcard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j.file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://mnt/sdcard/demo.txt and click on view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k.Now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 can successfully view the content of the file in web view.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Web View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6984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AAE2C0-19BC-4DB3-87F8-786B5250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386</Words>
  <Application>Microsoft Office PowerPoint</Application>
  <PresentationFormat>On-screen Show (4:3)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Windows User</cp:lastModifiedBy>
  <cp:revision>763</cp:revision>
  <dcterms:created xsi:type="dcterms:W3CDTF">2018-03-30T10:15:00Z</dcterms:created>
  <dcterms:modified xsi:type="dcterms:W3CDTF">2020-11-05T17:56:43Z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1033-11.2.0.9718</vt:lpwstr>
  </property>
</Properties>
</file>